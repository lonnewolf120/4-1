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8"/>
  </p:notesMasterIdLst>
  <p:handoutMasterIdLst>
    <p:handoutMasterId r:id="rId129"/>
  </p:handoutMasterIdLst>
  <p:sldIdLst>
    <p:sldId id="946" r:id="rId2"/>
    <p:sldId id="947" r:id="rId3"/>
    <p:sldId id="948" r:id="rId4"/>
    <p:sldId id="949" r:id="rId5"/>
    <p:sldId id="950" r:id="rId6"/>
    <p:sldId id="951" r:id="rId7"/>
    <p:sldId id="952" r:id="rId8"/>
    <p:sldId id="953" r:id="rId9"/>
    <p:sldId id="954" r:id="rId10"/>
    <p:sldId id="955" r:id="rId11"/>
    <p:sldId id="956" r:id="rId12"/>
    <p:sldId id="957" r:id="rId13"/>
    <p:sldId id="958" r:id="rId14"/>
    <p:sldId id="959" r:id="rId15"/>
    <p:sldId id="962" r:id="rId16"/>
    <p:sldId id="963" r:id="rId17"/>
    <p:sldId id="964" r:id="rId18"/>
    <p:sldId id="961" r:id="rId19"/>
    <p:sldId id="960" r:id="rId20"/>
    <p:sldId id="891" r:id="rId21"/>
    <p:sldId id="925" r:id="rId22"/>
    <p:sldId id="892" r:id="rId23"/>
    <p:sldId id="894" r:id="rId24"/>
    <p:sldId id="926" r:id="rId25"/>
    <p:sldId id="965" r:id="rId26"/>
    <p:sldId id="896" r:id="rId27"/>
    <p:sldId id="897" r:id="rId28"/>
    <p:sldId id="901" r:id="rId29"/>
    <p:sldId id="828" r:id="rId30"/>
    <p:sldId id="829" r:id="rId31"/>
    <p:sldId id="830" r:id="rId32"/>
    <p:sldId id="831" r:id="rId33"/>
    <p:sldId id="832" r:id="rId34"/>
    <p:sldId id="927" r:id="rId35"/>
    <p:sldId id="833" r:id="rId36"/>
    <p:sldId id="834" r:id="rId37"/>
    <p:sldId id="835" r:id="rId38"/>
    <p:sldId id="904" r:id="rId39"/>
    <p:sldId id="836" r:id="rId40"/>
    <p:sldId id="837" r:id="rId41"/>
    <p:sldId id="838" r:id="rId42"/>
    <p:sldId id="967" r:id="rId43"/>
    <p:sldId id="839" r:id="rId44"/>
    <p:sldId id="840" r:id="rId45"/>
    <p:sldId id="841" r:id="rId46"/>
    <p:sldId id="842" r:id="rId47"/>
    <p:sldId id="843" r:id="rId48"/>
    <p:sldId id="844" r:id="rId49"/>
    <p:sldId id="845" r:id="rId50"/>
    <p:sldId id="846" r:id="rId51"/>
    <p:sldId id="847" r:id="rId52"/>
    <p:sldId id="848" r:id="rId53"/>
    <p:sldId id="849" r:id="rId54"/>
    <p:sldId id="850" r:id="rId55"/>
    <p:sldId id="851" r:id="rId56"/>
    <p:sldId id="852" r:id="rId57"/>
    <p:sldId id="853" r:id="rId58"/>
    <p:sldId id="854" r:id="rId59"/>
    <p:sldId id="855" r:id="rId60"/>
    <p:sldId id="856" r:id="rId61"/>
    <p:sldId id="857" r:id="rId62"/>
    <p:sldId id="906" r:id="rId63"/>
    <p:sldId id="905" r:id="rId64"/>
    <p:sldId id="907" r:id="rId65"/>
    <p:sldId id="908" r:id="rId66"/>
    <p:sldId id="858" r:id="rId67"/>
    <p:sldId id="859" r:id="rId68"/>
    <p:sldId id="860" r:id="rId69"/>
    <p:sldId id="861" r:id="rId70"/>
    <p:sldId id="862" r:id="rId71"/>
    <p:sldId id="863" r:id="rId72"/>
    <p:sldId id="864" r:id="rId73"/>
    <p:sldId id="865" r:id="rId74"/>
    <p:sldId id="866" r:id="rId75"/>
    <p:sldId id="867" r:id="rId76"/>
    <p:sldId id="868" r:id="rId77"/>
    <p:sldId id="909" r:id="rId78"/>
    <p:sldId id="969" r:id="rId79"/>
    <p:sldId id="910" r:id="rId80"/>
    <p:sldId id="911" r:id="rId81"/>
    <p:sldId id="912" r:id="rId82"/>
    <p:sldId id="869" r:id="rId83"/>
    <p:sldId id="870" r:id="rId84"/>
    <p:sldId id="871" r:id="rId85"/>
    <p:sldId id="872" r:id="rId86"/>
    <p:sldId id="873" r:id="rId87"/>
    <p:sldId id="882" r:id="rId88"/>
    <p:sldId id="883" r:id="rId89"/>
    <p:sldId id="884" r:id="rId90"/>
    <p:sldId id="966" r:id="rId91"/>
    <p:sldId id="885" r:id="rId92"/>
    <p:sldId id="921" r:id="rId93"/>
    <p:sldId id="922" r:id="rId94"/>
    <p:sldId id="923" r:id="rId95"/>
    <p:sldId id="971" r:id="rId96"/>
    <p:sldId id="970" r:id="rId97"/>
    <p:sldId id="972" r:id="rId98"/>
    <p:sldId id="886" r:id="rId99"/>
    <p:sldId id="887" r:id="rId100"/>
    <p:sldId id="914" r:id="rId101"/>
    <p:sldId id="915" r:id="rId102"/>
    <p:sldId id="916" r:id="rId103"/>
    <p:sldId id="917" r:id="rId104"/>
    <p:sldId id="918" r:id="rId105"/>
    <p:sldId id="919" r:id="rId106"/>
    <p:sldId id="920" r:id="rId107"/>
    <p:sldId id="924" r:id="rId108"/>
    <p:sldId id="888" r:id="rId109"/>
    <p:sldId id="928" r:id="rId110"/>
    <p:sldId id="929" r:id="rId111"/>
    <p:sldId id="930" r:id="rId112"/>
    <p:sldId id="931" r:id="rId113"/>
    <p:sldId id="933" r:id="rId114"/>
    <p:sldId id="934" r:id="rId115"/>
    <p:sldId id="932" r:id="rId116"/>
    <p:sldId id="935" r:id="rId117"/>
    <p:sldId id="936" r:id="rId118"/>
    <p:sldId id="937" r:id="rId119"/>
    <p:sldId id="938" r:id="rId120"/>
    <p:sldId id="939" r:id="rId121"/>
    <p:sldId id="940" r:id="rId122"/>
    <p:sldId id="941" r:id="rId123"/>
    <p:sldId id="942" r:id="rId124"/>
    <p:sldId id="943" r:id="rId125"/>
    <p:sldId id="945" r:id="rId126"/>
    <p:sldId id="944" r:id="rId127"/>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CC"/>
    <a:srgbClr val="CCFF33"/>
    <a:srgbClr val="CCCC00"/>
    <a:srgbClr val="0000FF"/>
    <a:srgbClr val="FFFF00"/>
    <a:srgbClr val="CCFF66"/>
    <a:srgbClr val="00CC00"/>
    <a:srgbClr val="99FF66"/>
    <a:srgbClr val="009ED6"/>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48" autoAdjust="0"/>
    <p:restoredTop sz="75574" autoAdjust="0"/>
  </p:normalViewPr>
  <p:slideViewPr>
    <p:cSldViewPr>
      <p:cViewPr varScale="1">
        <p:scale>
          <a:sx n="76" d="100"/>
          <a:sy n="76" d="100"/>
        </p:scale>
        <p:origin x="702" y="84"/>
      </p:cViewPr>
      <p:guideLst>
        <p:guide orient="horz" pos="2160"/>
        <p:guide pos="2880"/>
      </p:guideLst>
    </p:cSldViewPr>
  </p:slideViewPr>
  <p:outlineViewPr>
    <p:cViewPr>
      <p:scale>
        <a:sx n="33" d="100"/>
        <a:sy n="33" d="100"/>
      </p:scale>
      <p:origin x="0" y="36864"/>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handoutMaster" Target="handoutMasters/handout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567974E-4399-F548-A0B8-9EB94BC45965}"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318A4174-A7E5-9F48-9C92-954100843372}">
      <dgm:prSet custT="1"/>
      <dgm:spPr/>
      <dgm:t>
        <a:bodyPr/>
        <a:lstStyle/>
        <a:p>
          <a:pPr rtl="0"/>
          <a:r>
            <a:rPr lang="en-US" sz="2400" dirty="0">
              <a:solidFill>
                <a:srgbClr val="0000FF"/>
              </a:solidFill>
              <a:effectLst>
                <a:outerShdw blurRad="38100" dist="38100" dir="2700000" algn="tl">
                  <a:srgbClr val="000000">
                    <a:alpha val="43137"/>
                  </a:srgbClr>
                </a:outerShdw>
              </a:effectLst>
            </a:rPr>
            <a:t>Confidentiality</a:t>
          </a:r>
        </a:p>
      </dgm:t>
    </dgm:pt>
    <dgm:pt modelId="{40FB4427-3126-D944-B8DA-E500D87C2E12}" type="parTrans" cxnId="{40FF8A8E-A32D-3F40-A66A-FBEC46A44D72}">
      <dgm:prSet/>
      <dgm:spPr/>
      <dgm:t>
        <a:bodyPr/>
        <a:lstStyle/>
        <a:p>
          <a:endParaRPr lang="en-US"/>
        </a:p>
      </dgm:t>
    </dgm:pt>
    <dgm:pt modelId="{8F15643E-7BA4-D84A-963E-7FF978BFFDE9}" type="sibTrans" cxnId="{40FF8A8E-A32D-3F40-A66A-FBEC46A44D72}">
      <dgm:prSet/>
      <dgm:spPr/>
      <dgm:t>
        <a:bodyPr/>
        <a:lstStyle/>
        <a:p>
          <a:endParaRPr lang="en-US"/>
        </a:p>
      </dgm:t>
    </dgm:pt>
    <dgm:pt modelId="{21A9F706-8CA7-D446-8BEA-2B90D05E4FEB}">
      <dgm:prSet custT="1"/>
      <dgm:spPr/>
      <dgm:t>
        <a:bodyPr/>
        <a:lstStyle/>
        <a:p>
          <a:pPr rtl="0"/>
          <a:r>
            <a:rPr lang="en-US" sz="2400" b="1" dirty="0">
              <a:solidFill>
                <a:schemeClr val="tx2">
                  <a:lumMod val="10000"/>
                </a:schemeClr>
              </a:solidFill>
            </a:rPr>
            <a:t>Data confidentiality</a:t>
          </a:r>
        </a:p>
      </dgm:t>
    </dgm:pt>
    <dgm:pt modelId="{ADE95395-6D54-1349-94BA-33C16F8584B2}" type="parTrans" cxnId="{59D0DD1D-922F-DE4F-8C7F-2663E70D41CE}">
      <dgm:prSet/>
      <dgm:spPr/>
      <dgm:t>
        <a:bodyPr/>
        <a:lstStyle/>
        <a:p>
          <a:endParaRPr lang="en-US"/>
        </a:p>
      </dgm:t>
    </dgm:pt>
    <dgm:pt modelId="{D4DDB567-C84F-1C44-B7A8-86024AD82621}" type="sibTrans" cxnId="{59D0DD1D-922F-DE4F-8C7F-2663E70D41CE}">
      <dgm:prSet/>
      <dgm:spPr/>
      <dgm:t>
        <a:bodyPr/>
        <a:lstStyle/>
        <a:p>
          <a:endParaRPr lang="en-US"/>
        </a:p>
      </dgm:t>
    </dgm:pt>
    <dgm:pt modelId="{B21E9014-F1B9-5E49-94EA-5CCB3041C961}">
      <dgm:prSet custT="1"/>
      <dgm:spPr/>
      <dgm:t>
        <a:bodyPr/>
        <a:lstStyle/>
        <a:p>
          <a:pPr rtl="0"/>
          <a:r>
            <a:rPr lang="en-US" sz="2400" dirty="0"/>
            <a:t>Assures that private or confidential information is not made available or disclosed </a:t>
          </a:r>
          <a:r>
            <a:rPr lang="en-US" sz="2400" dirty="0">
              <a:solidFill>
                <a:srgbClr val="FF0000"/>
              </a:solidFill>
            </a:rPr>
            <a:t>to unauthorized individuals</a:t>
          </a:r>
        </a:p>
      </dgm:t>
    </dgm:pt>
    <dgm:pt modelId="{67DCBDF3-A0A9-6D4B-A351-488C0AF72F07}" type="parTrans" cxnId="{67B8EB2D-A751-1D4A-914D-D2AD4733CBBD}">
      <dgm:prSet/>
      <dgm:spPr/>
      <dgm:t>
        <a:bodyPr/>
        <a:lstStyle/>
        <a:p>
          <a:endParaRPr lang="en-US"/>
        </a:p>
      </dgm:t>
    </dgm:pt>
    <dgm:pt modelId="{B7B36CEC-824D-0D4D-93BF-4BDBA5F7D673}" type="sibTrans" cxnId="{67B8EB2D-A751-1D4A-914D-D2AD4733CBBD}">
      <dgm:prSet/>
      <dgm:spPr/>
      <dgm:t>
        <a:bodyPr/>
        <a:lstStyle/>
        <a:p>
          <a:endParaRPr lang="en-US"/>
        </a:p>
      </dgm:t>
    </dgm:pt>
    <dgm:pt modelId="{6035E519-D43A-9845-9BBF-8E7DF74F833D}">
      <dgm:prSet custT="1"/>
      <dgm:spPr/>
      <dgm:t>
        <a:bodyPr/>
        <a:lstStyle/>
        <a:p>
          <a:pPr rtl="0"/>
          <a:r>
            <a:rPr lang="en-US" sz="2400" b="1" dirty="0">
              <a:solidFill>
                <a:schemeClr val="tx2">
                  <a:lumMod val="10000"/>
                </a:schemeClr>
              </a:solidFill>
            </a:rPr>
            <a:t>Privacy</a:t>
          </a:r>
        </a:p>
      </dgm:t>
    </dgm:pt>
    <dgm:pt modelId="{37E13955-F314-494E-ADAB-DC93BBB4BEE0}" type="parTrans" cxnId="{EB142F24-E3E0-AD4B-B2A0-95DF667E0C43}">
      <dgm:prSet/>
      <dgm:spPr/>
      <dgm:t>
        <a:bodyPr/>
        <a:lstStyle/>
        <a:p>
          <a:endParaRPr lang="en-US"/>
        </a:p>
      </dgm:t>
    </dgm:pt>
    <dgm:pt modelId="{B593D6B0-D808-2143-AB3A-690922D49438}" type="sibTrans" cxnId="{EB142F24-E3E0-AD4B-B2A0-95DF667E0C43}">
      <dgm:prSet/>
      <dgm:spPr/>
      <dgm:t>
        <a:bodyPr/>
        <a:lstStyle/>
        <a:p>
          <a:endParaRPr lang="en-US"/>
        </a:p>
      </dgm:t>
    </dgm:pt>
    <dgm:pt modelId="{69FCB829-A180-964B-A24B-0C706AD3D91E}">
      <dgm:prSet custT="1"/>
      <dgm:spPr/>
      <dgm:t>
        <a:bodyPr/>
        <a:lstStyle/>
        <a:p>
          <a:pPr rtl="0"/>
          <a:r>
            <a:rPr lang="en-US" sz="2400" dirty="0"/>
            <a:t>Assures that </a:t>
          </a:r>
          <a:r>
            <a:rPr lang="en-US" sz="2400" dirty="0">
              <a:solidFill>
                <a:srgbClr val="FF0000"/>
              </a:solidFill>
            </a:rPr>
            <a:t>individuals control </a:t>
          </a:r>
          <a:r>
            <a:rPr lang="en-US" sz="2400" dirty="0"/>
            <a:t>or influence what information related to them may be collected and stored and by whom and to whom that information may be disclosed</a:t>
          </a:r>
        </a:p>
      </dgm:t>
    </dgm:pt>
    <dgm:pt modelId="{2EF42A8E-639D-A34D-BC76-23FE2383B4D3}" type="parTrans" cxnId="{4A572C50-A751-FB40-A850-838F8C96B8CD}">
      <dgm:prSet/>
      <dgm:spPr/>
      <dgm:t>
        <a:bodyPr/>
        <a:lstStyle/>
        <a:p>
          <a:endParaRPr lang="en-US"/>
        </a:p>
      </dgm:t>
    </dgm:pt>
    <dgm:pt modelId="{142EA30A-FBF1-5643-A3DE-4F13F46C14CD}" type="sibTrans" cxnId="{4A572C50-A751-FB40-A850-838F8C96B8CD}">
      <dgm:prSet/>
      <dgm:spPr/>
      <dgm:t>
        <a:bodyPr/>
        <a:lstStyle/>
        <a:p>
          <a:endParaRPr lang="en-US"/>
        </a:p>
      </dgm:t>
    </dgm:pt>
    <dgm:pt modelId="{8E786CE7-B556-B840-8BF5-6292FDE95AEE}">
      <dgm:prSet custT="1"/>
      <dgm:spPr/>
      <dgm:t>
        <a:bodyPr/>
        <a:lstStyle/>
        <a:p>
          <a:pPr rtl="0"/>
          <a:r>
            <a:rPr lang="en-US" sz="2400" dirty="0">
              <a:solidFill>
                <a:srgbClr val="0000FF"/>
              </a:solidFill>
              <a:effectLst>
                <a:outerShdw blurRad="38100" dist="38100" dir="2700000" algn="tl">
                  <a:srgbClr val="000000">
                    <a:alpha val="43137"/>
                  </a:srgbClr>
                </a:outerShdw>
              </a:effectLst>
            </a:rPr>
            <a:t>Availability</a:t>
          </a:r>
        </a:p>
      </dgm:t>
    </dgm:pt>
    <dgm:pt modelId="{D7C53212-50CB-E041-B8A6-7C37BFF256F2}" type="parTrans" cxnId="{1A0C63BB-E837-FC47-BF44-A889B511BE1E}">
      <dgm:prSet/>
      <dgm:spPr/>
      <dgm:t>
        <a:bodyPr/>
        <a:lstStyle/>
        <a:p>
          <a:endParaRPr lang="en-US"/>
        </a:p>
      </dgm:t>
    </dgm:pt>
    <dgm:pt modelId="{00A03D01-DA6F-F048-BC29-58C578B54D42}" type="sibTrans" cxnId="{1A0C63BB-E837-FC47-BF44-A889B511BE1E}">
      <dgm:prSet/>
      <dgm:spPr/>
      <dgm:t>
        <a:bodyPr/>
        <a:lstStyle/>
        <a:p>
          <a:endParaRPr lang="en-US"/>
        </a:p>
      </dgm:t>
    </dgm:pt>
    <dgm:pt modelId="{A06EF79B-B678-0A4D-B154-D65B70B0BE8B}">
      <dgm:prSet custT="1"/>
      <dgm:spPr/>
      <dgm:t>
        <a:bodyPr/>
        <a:lstStyle/>
        <a:p>
          <a:pPr rtl="0"/>
          <a:r>
            <a:rPr lang="en-US" sz="2400" dirty="0"/>
            <a:t>Assures that systems work promptly and </a:t>
          </a:r>
          <a:r>
            <a:rPr lang="en-US" sz="2400" dirty="0">
              <a:solidFill>
                <a:srgbClr val="FF0000"/>
              </a:solidFill>
            </a:rPr>
            <a:t>service is not denied</a:t>
          </a:r>
          <a:r>
            <a:rPr lang="en-US" sz="2400" dirty="0">
              <a:solidFill>
                <a:srgbClr val="00B0F0"/>
              </a:solidFill>
            </a:rPr>
            <a:t> </a:t>
          </a:r>
          <a:r>
            <a:rPr lang="en-US" sz="2400" dirty="0"/>
            <a:t>to authorized users</a:t>
          </a:r>
        </a:p>
      </dgm:t>
    </dgm:pt>
    <dgm:pt modelId="{6FA206AC-30F8-C544-9604-2CA8E53FFCEF}" type="parTrans" cxnId="{C0ED1F73-19FA-4347-BFA9-88092C8EA421}">
      <dgm:prSet/>
      <dgm:spPr/>
      <dgm:t>
        <a:bodyPr/>
        <a:lstStyle/>
        <a:p>
          <a:endParaRPr lang="en-US"/>
        </a:p>
      </dgm:t>
    </dgm:pt>
    <dgm:pt modelId="{4467D7CD-857D-764C-811B-82D854FAD4EF}" type="sibTrans" cxnId="{C0ED1F73-19FA-4347-BFA9-88092C8EA421}">
      <dgm:prSet/>
      <dgm:spPr/>
      <dgm:t>
        <a:bodyPr/>
        <a:lstStyle/>
        <a:p>
          <a:endParaRPr lang="en-US"/>
        </a:p>
      </dgm:t>
    </dgm:pt>
    <dgm:pt modelId="{34173FFC-40F5-D74A-B8CF-1587B7364017}" type="pres">
      <dgm:prSet presAssocID="{2567974E-4399-F548-A0B8-9EB94BC45965}" presName="linear" presStyleCnt="0">
        <dgm:presLayoutVars>
          <dgm:dir/>
          <dgm:animLvl val="lvl"/>
          <dgm:resizeHandles val="exact"/>
        </dgm:presLayoutVars>
      </dgm:prSet>
      <dgm:spPr/>
    </dgm:pt>
    <dgm:pt modelId="{F2778957-62DF-9344-B516-61D513DAD32B}" type="pres">
      <dgm:prSet presAssocID="{318A4174-A7E5-9F48-9C92-954100843372}" presName="parentLin" presStyleCnt="0"/>
      <dgm:spPr/>
    </dgm:pt>
    <dgm:pt modelId="{51A02C84-5188-D145-814C-E8418EA6DECE}" type="pres">
      <dgm:prSet presAssocID="{318A4174-A7E5-9F48-9C92-954100843372}" presName="parentLeftMargin" presStyleLbl="node1" presStyleIdx="0" presStyleCnt="2"/>
      <dgm:spPr/>
    </dgm:pt>
    <dgm:pt modelId="{6049758F-6852-7E48-A5F6-439FA44B34F9}" type="pres">
      <dgm:prSet presAssocID="{318A4174-A7E5-9F48-9C92-954100843372}" presName="parentText" presStyleLbl="node1" presStyleIdx="0" presStyleCnt="2" custScaleX="45813" custScaleY="173222">
        <dgm:presLayoutVars>
          <dgm:chMax val="0"/>
          <dgm:bulletEnabled val="1"/>
        </dgm:presLayoutVars>
      </dgm:prSet>
      <dgm:spPr/>
    </dgm:pt>
    <dgm:pt modelId="{0F1C9714-B9E4-2444-8242-5DE4BF09B262}" type="pres">
      <dgm:prSet presAssocID="{318A4174-A7E5-9F48-9C92-954100843372}" presName="negativeSpace" presStyleCnt="0"/>
      <dgm:spPr/>
    </dgm:pt>
    <dgm:pt modelId="{5A498C14-EC1A-C044-AC9A-2483F9CB7F7A}" type="pres">
      <dgm:prSet presAssocID="{318A4174-A7E5-9F48-9C92-954100843372}" presName="childText" presStyleLbl="conFgAcc1" presStyleIdx="0" presStyleCnt="2">
        <dgm:presLayoutVars>
          <dgm:bulletEnabled val="1"/>
        </dgm:presLayoutVars>
      </dgm:prSet>
      <dgm:spPr/>
    </dgm:pt>
    <dgm:pt modelId="{90DA03B9-90CC-8D4F-907E-0596F46D16FC}" type="pres">
      <dgm:prSet presAssocID="{8F15643E-7BA4-D84A-963E-7FF978BFFDE9}" presName="spaceBetweenRectangles" presStyleCnt="0"/>
      <dgm:spPr/>
    </dgm:pt>
    <dgm:pt modelId="{9D6EEB7C-6CF8-3F45-82A4-66F4F2BD0126}" type="pres">
      <dgm:prSet presAssocID="{8E786CE7-B556-B840-8BF5-6292FDE95AEE}" presName="parentLin" presStyleCnt="0"/>
      <dgm:spPr/>
    </dgm:pt>
    <dgm:pt modelId="{66FCA555-5B0A-5E4D-9599-E70C35274D14}" type="pres">
      <dgm:prSet presAssocID="{8E786CE7-B556-B840-8BF5-6292FDE95AEE}" presName="parentLeftMargin" presStyleLbl="node1" presStyleIdx="0" presStyleCnt="2"/>
      <dgm:spPr/>
    </dgm:pt>
    <dgm:pt modelId="{667DCDD7-116F-2549-8EDA-F2F25FC22E3F}" type="pres">
      <dgm:prSet presAssocID="{8E786CE7-B556-B840-8BF5-6292FDE95AEE}" presName="parentText" presStyleLbl="node1" presStyleIdx="1" presStyleCnt="2" custScaleX="45813" custScaleY="185170">
        <dgm:presLayoutVars>
          <dgm:chMax val="0"/>
          <dgm:bulletEnabled val="1"/>
        </dgm:presLayoutVars>
      </dgm:prSet>
      <dgm:spPr/>
    </dgm:pt>
    <dgm:pt modelId="{CC16871E-D7A3-A244-8DA3-5F2C4D567BEE}" type="pres">
      <dgm:prSet presAssocID="{8E786CE7-B556-B840-8BF5-6292FDE95AEE}" presName="negativeSpace" presStyleCnt="0"/>
      <dgm:spPr/>
    </dgm:pt>
    <dgm:pt modelId="{CC27436A-1E4D-D84D-A7FC-05F0DE392564}" type="pres">
      <dgm:prSet presAssocID="{8E786CE7-B556-B840-8BF5-6292FDE95AEE}" presName="childText" presStyleLbl="conFgAcc1" presStyleIdx="1" presStyleCnt="2">
        <dgm:presLayoutVars>
          <dgm:bulletEnabled val="1"/>
        </dgm:presLayoutVars>
      </dgm:prSet>
      <dgm:spPr/>
    </dgm:pt>
  </dgm:ptLst>
  <dgm:cxnLst>
    <dgm:cxn modelId="{15E1900C-17AB-4BCA-BEEE-5885366E8C44}" type="presOf" srcId="{8E786CE7-B556-B840-8BF5-6292FDE95AEE}" destId="{667DCDD7-116F-2549-8EDA-F2F25FC22E3F}" srcOrd="1" destOrd="0" presId="urn:microsoft.com/office/officeart/2005/8/layout/list1"/>
    <dgm:cxn modelId="{59D0DD1D-922F-DE4F-8C7F-2663E70D41CE}" srcId="{318A4174-A7E5-9F48-9C92-954100843372}" destId="{21A9F706-8CA7-D446-8BEA-2B90D05E4FEB}" srcOrd="0" destOrd="0" parTransId="{ADE95395-6D54-1349-94BA-33C16F8584B2}" sibTransId="{D4DDB567-C84F-1C44-B7A8-86024AD82621}"/>
    <dgm:cxn modelId="{EB142F24-E3E0-AD4B-B2A0-95DF667E0C43}" srcId="{318A4174-A7E5-9F48-9C92-954100843372}" destId="{6035E519-D43A-9845-9BBF-8E7DF74F833D}" srcOrd="1" destOrd="0" parTransId="{37E13955-F314-494E-ADAB-DC93BBB4BEE0}" sibTransId="{B593D6B0-D808-2143-AB3A-690922D49438}"/>
    <dgm:cxn modelId="{F443B528-8749-4913-926F-18DD5E727D0B}" type="presOf" srcId="{318A4174-A7E5-9F48-9C92-954100843372}" destId="{6049758F-6852-7E48-A5F6-439FA44B34F9}" srcOrd="1" destOrd="0" presId="urn:microsoft.com/office/officeart/2005/8/layout/list1"/>
    <dgm:cxn modelId="{67B8EB2D-A751-1D4A-914D-D2AD4733CBBD}" srcId="{21A9F706-8CA7-D446-8BEA-2B90D05E4FEB}" destId="{B21E9014-F1B9-5E49-94EA-5CCB3041C961}" srcOrd="0" destOrd="0" parTransId="{67DCBDF3-A0A9-6D4B-A351-488C0AF72F07}" sibTransId="{B7B36CEC-824D-0D4D-93BF-4BDBA5F7D673}"/>
    <dgm:cxn modelId="{0FF4EE3C-AA17-4420-B18E-D7FED21E8E03}" type="presOf" srcId="{318A4174-A7E5-9F48-9C92-954100843372}" destId="{51A02C84-5188-D145-814C-E8418EA6DECE}" srcOrd="0" destOrd="0" presId="urn:microsoft.com/office/officeart/2005/8/layout/list1"/>
    <dgm:cxn modelId="{4A572C50-A751-FB40-A850-838F8C96B8CD}" srcId="{6035E519-D43A-9845-9BBF-8E7DF74F833D}" destId="{69FCB829-A180-964B-A24B-0C706AD3D91E}" srcOrd="0" destOrd="0" parTransId="{2EF42A8E-639D-A34D-BC76-23FE2383B4D3}" sibTransId="{142EA30A-FBF1-5643-A3DE-4F13F46C14CD}"/>
    <dgm:cxn modelId="{C0ED1F73-19FA-4347-BFA9-88092C8EA421}" srcId="{8E786CE7-B556-B840-8BF5-6292FDE95AEE}" destId="{A06EF79B-B678-0A4D-B154-D65B70B0BE8B}" srcOrd="0" destOrd="0" parTransId="{6FA206AC-30F8-C544-9604-2CA8E53FFCEF}" sibTransId="{4467D7CD-857D-764C-811B-82D854FAD4EF}"/>
    <dgm:cxn modelId="{D9ED5A8C-E5B0-47C5-97FA-A22F11FD98D9}" type="presOf" srcId="{8E786CE7-B556-B840-8BF5-6292FDE95AEE}" destId="{66FCA555-5B0A-5E4D-9599-E70C35274D14}" srcOrd="0" destOrd="0" presId="urn:microsoft.com/office/officeart/2005/8/layout/list1"/>
    <dgm:cxn modelId="{40FF8A8E-A32D-3F40-A66A-FBEC46A44D72}" srcId="{2567974E-4399-F548-A0B8-9EB94BC45965}" destId="{318A4174-A7E5-9F48-9C92-954100843372}" srcOrd="0" destOrd="0" parTransId="{40FB4427-3126-D944-B8DA-E500D87C2E12}" sibTransId="{8F15643E-7BA4-D84A-963E-7FF978BFFDE9}"/>
    <dgm:cxn modelId="{55A1F990-B8BB-4873-82B5-CE64A6F16EB1}" type="presOf" srcId="{A06EF79B-B678-0A4D-B154-D65B70B0BE8B}" destId="{CC27436A-1E4D-D84D-A7FC-05F0DE392564}" srcOrd="0" destOrd="0" presId="urn:microsoft.com/office/officeart/2005/8/layout/list1"/>
    <dgm:cxn modelId="{57EFFFAE-EB17-42E1-8DB5-0DB27F32DCCE}" type="presOf" srcId="{21A9F706-8CA7-D446-8BEA-2B90D05E4FEB}" destId="{5A498C14-EC1A-C044-AC9A-2483F9CB7F7A}" srcOrd="0" destOrd="0" presId="urn:microsoft.com/office/officeart/2005/8/layout/list1"/>
    <dgm:cxn modelId="{73412DBA-85CE-4B27-9371-9882ABA0C7C9}" type="presOf" srcId="{2567974E-4399-F548-A0B8-9EB94BC45965}" destId="{34173FFC-40F5-D74A-B8CF-1587B7364017}" srcOrd="0" destOrd="0" presId="urn:microsoft.com/office/officeart/2005/8/layout/list1"/>
    <dgm:cxn modelId="{1A0C63BB-E837-FC47-BF44-A889B511BE1E}" srcId="{2567974E-4399-F548-A0B8-9EB94BC45965}" destId="{8E786CE7-B556-B840-8BF5-6292FDE95AEE}" srcOrd="1" destOrd="0" parTransId="{D7C53212-50CB-E041-B8A6-7C37BFF256F2}" sibTransId="{00A03D01-DA6F-F048-BC29-58C578B54D42}"/>
    <dgm:cxn modelId="{D6F732D4-8EFF-487B-9B58-A7FDE4A98E20}" type="presOf" srcId="{B21E9014-F1B9-5E49-94EA-5CCB3041C961}" destId="{5A498C14-EC1A-C044-AC9A-2483F9CB7F7A}" srcOrd="0" destOrd="1" presId="urn:microsoft.com/office/officeart/2005/8/layout/list1"/>
    <dgm:cxn modelId="{72A25DD4-4501-4A38-9A4C-AC2F498597EC}" type="presOf" srcId="{69FCB829-A180-964B-A24B-0C706AD3D91E}" destId="{5A498C14-EC1A-C044-AC9A-2483F9CB7F7A}" srcOrd="0" destOrd="3" presId="urn:microsoft.com/office/officeart/2005/8/layout/list1"/>
    <dgm:cxn modelId="{770A5FF4-AEAD-45A2-8166-89EF4FB8085A}" type="presOf" srcId="{6035E519-D43A-9845-9BBF-8E7DF74F833D}" destId="{5A498C14-EC1A-C044-AC9A-2483F9CB7F7A}" srcOrd="0" destOrd="2" presId="urn:microsoft.com/office/officeart/2005/8/layout/list1"/>
    <dgm:cxn modelId="{2C497A32-790E-491D-8872-085B97DB95B6}" type="presParOf" srcId="{34173FFC-40F5-D74A-B8CF-1587B7364017}" destId="{F2778957-62DF-9344-B516-61D513DAD32B}" srcOrd="0" destOrd="0" presId="urn:microsoft.com/office/officeart/2005/8/layout/list1"/>
    <dgm:cxn modelId="{1A356E1B-353C-4471-807D-F598EDD537B5}" type="presParOf" srcId="{F2778957-62DF-9344-B516-61D513DAD32B}" destId="{51A02C84-5188-D145-814C-E8418EA6DECE}" srcOrd="0" destOrd="0" presId="urn:microsoft.com/office/officeart/2005/8/layout/list1"/>
    <dgm:cxn modelId="{E6C07FCE-D168-4B4B-A3E2-FAC030B5135C}" type="presParOf" srcId="{F2778957-62DF-9344-B516-61D513DAD32B}" destId="{6049758F-6852-7E48-A5F6-439FA44B34F9}" srcOrd="1" destOrd="0" presId="urn:microsoft.com/office/officeart/2005/8/layout/list1"/>
    <dgm:cxn modelId="{2BB532D6-93E5-4B1F-A63D-AF74A18984D1}" type="presParOf" srcId="{34173FFC-40F5-D74A-B8CF-1587B7364017}" destId="{0F1C9714-B9E4-2444-8242-5DE4BF09B262}" srcOrd="1" destOrd="0" presId="urn:microsoft.com/office/officeart/2005/8/layout/list1"/>
    <dgm:cxn modelId="{B945A180-266E-4E0C-A761-A4B5288F15B0}" type="presParOf" srcId="{34173FFC-40F5-D74A-B8CF-1587B7364017}" destId="{5A498C14-EC1A-C044-AC9A-2483F9CB7F7A}" srcOrd="2" destOrd="0" presId="urn:microsoft.com/office/officeart/2005/8/layout/list1"/>
    <dgm:cxn modelId="{4589F12A-EA39-4330-9CFA-6BFBDBE0FAD9}" type="presParOf" srcId="{34173FFC-40F5-D74A-B8CF-1587B7364017}" destId="{90DA03B9-90CC-8D4F-907E-0596F46D16FC}" srcOrd="3" destOrd="0" presId="urn:microsoft.com/office/officeart/2005/8/layout/list1"/>
    <dgm:cxn modelId="{BBF15A6A-E33E-4F32-85A8-A5349CC96C7E}" type="presParOf" srcId="{34173FFC-40F5-D74A-B8CF-1587B7364017}" destId="{9D6EEB7C-6CF8-3F45-82A4-66F4F2BD0126}" srcOrd="4" destOrd="0" presId="urn:microsoft.com/office/officeart/2005/8/layout/list1"/>
    <dgm:cxn modelId="{CCFDD8C4-875C-4867-9C11-BA17F55BD9A0}" type="presParOf" srcId="{9D6EEB7C-6CF8-3F45-82A4-66F4F2BD0126}" destId="{66FCA555-5B0A-5E4D-9599-E70C35274D14}" srcOrd="0" destOrd="0" presId="urn:microsoft.com/office/officeart/2005/8/layout/list1"/>
    <dgm:cxn modelId="{5F508CF2-8141-4958-AF14-7F7A8A5DE3BE}" type="presParOf" srcId="{9D6EEB7C-6CF8-3F45-82A4-66F4F2BD0126}" destId="{667DCDD7-116F-2549-8EDA-F2F25FC22E3F}" srcOrd="1" destOrd="0" presId="urn:microsoft.com/office/officeart/2005/8/layout/list1"/>
    <dgm:cxn modelId="{8F5745AA-B8A9-42D2-8E3B-6321C00F0020}" type="presParOf" srcId="{34173FFC-40F5-D74A-B8CF-1587B7364017}" destId="{CC16871E-D7A3-A244-8DA3-5F2C4D567BEE}" srcOrd="5" destOrd="0" presId="urn:microsoft.com/office/officeart/2005/8/layout/list1"/>
    <dgm:cxn modelId="{46FEC6A8-3B8D-42C9-B862-E3DAE33031CB}" type="presParOf" srcId="{34173FFC-40F5-D74A-B8CF-1587B7364017}" destId="{CC27436A-1E4D-D84D-A7FC-05F0DE392564}"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DC66E38-49DC-D543-BBE6-E377CF7347F2}" type="doc">
      <dgm:prSet loTypeId="urn:microsoft.com/office/officeart/2005/8/layout/hList6" loCatId="list" qsTypeId="urn:microsoft.com/office/officeart/2005/8/quickstyle/simple4" qsCatId="simple" csTypeId="urn:microsoft.com/office/officeart/2005/8/colors/accent1_2" csCatId="accent1" phldr="1"/>
      <dgm:spPr/>
      <dgm:t>
        <a:bodyPr/>
        <a:lstStyle/>
        <a:p>
          <a:endParaRPr lang="en-US"/>
        </a:p>
      </dgm:t>
    </dgm:pt>
    <dgm:pt modelId="{01C60744-F555-AF41-AD07-E5CCD8B230CB}">
      <dgm:prSet/>
      <dgm:spPr>
        <a:solidFill>
          <a:schemeClr val="accent1">
            <a:lumMod val="75000"/>
          </a:schemeClr>
        </a:solidFill>
        <a:ln>
          <a:solidFill>
            <a:schemeClr val="bg2"/>
          </a:solidFill>
        </a:ln>
      </dgm:spPr>
      <dgm:t>
        <a:bodyPr/>
        <a:lstStyle/>
        <a:p>
          <a:pPr rtl="0"/>
          <a:r>
            <a:rPr lang="en-US" dirty="0">
              <a:solidFill>
                <a:srgbClr val="FFFF00"/>
              </a:solidFill>
              <a:effectLst>
                <a:outerShdw blurRad="38100" dist="38100" dir="2700000" algn="tl">
                  <a:srgbClr val="000000">
                    <a:alpha val="43137"/>
                  </a:srgbClr>
                </a:outerShdw>
              </a:effectLst>
            </a:rPr>
            <a:t>Authenticity</a:t>
          </a:r>
        </a:p>
      </dgm:t>
    </dgm:pt>
    <dgm:pt modelId="{EEA241C8-64A3-024A-8EB8-29A343EF303A}" type="parTrans" cxnId="{C8D35B81-BDA6-6041-A868-26984813D94B}">
      <dgm:prSet/>
      <dgm:spPr/>
      <dgm:t>
        <a:bodyPr/>
        <a:lstStyle/>
        <a:p>
          <a:endParaRPr lang="en-US"/>
        </a:p>
      </dgm:t>
    </dgm:pt>
    <dgm:pt modelId="{4E409444-9A2C-754D-8292-DB5BA2267FB1}" type="sibTrans" cxnId="{C8D35B81-BDA6-6041-A868-26984813D94B}">
      <dgm:prSet/>
      <dgm:spPr/>
      <dgm:t>
        <a:bodyPr/>
        <a:lstStyle/>
        <a:p>
          <a:endParaRPr lang="en-US"/>
        </a:p>
      </dgm:t>
    </dgm:pt>
    <dgm:pt modelId="{A62CDBC3-B0ED-C243-8E38-805D5EFD90C9}">
      <dgm:prSet/>
      <dgm:spPr>
        <a:solidFill>
          <a:schemeClr val="accent1">
            <a:lumMod val="75000"/>
          </a:schemeClr>
        </a:solidFill>
        <a:ln>
          <a:solidFill>
            <a:schemeClr val="bg2"/>
          </a:solidFill>
        </a:ln>
      </dgm:spPr>
      <dgm:t>
        <a:bodyPr/>
        <a:lstStyle/>
        <a:p>
          <a:pPr rtl="0"/>
          <a:r>
            <a:rPr lang="en-US" dirty="0">
              <a:effectLst>
                <a:outerShdw blurRad="38100" dist="38100" dir="2700000" algn="tl">
                  <a:srgbClr val="000000">
                    <a:alpha val="43137"/>
                  </a:srgbClr>
                </a:outerShdw>
              </a:effectLst>
            </a:rPr>
            <a:t>Verifying that users are who they say they are and that each input arriving at the system came from a</a:t>
          </a:r>
          <a:r>
            <a:rPr lang="en-US" dirty="0">
              <a:solidFill>
                <a:schemeClr val="accent6">
                  <a:lumMod val="40000"/>
                  <a:lumOff val="60000"/>
                </a:schemeClr>
              </a:solidFill>
              <a:effectLst>
                <a:outerShdw blurRad="38100" dist="38100" dir="2700000" algn="tl">
                  <a:srgbClr val="000000">
                    <a:alpha val="43137"/>
                  </a:srgbClr>
                </a:outerShdw>
              </a:effectLst>
            </a:rPr>
            <a:t> </a:t>
          </a:r>
          <a:r>
            <a:rPr lang="en-US" dirty="0">
              <a:solidFill>
                <a:srgbClr val="FF0000"/>
              </a:solidFill>
              <a:effectLst>
                <a:outerShdw blurRad="38100" dist="38100" dir="2700000" algn="tl">
                  <a:srgbClr val="000000">
                    <a:alpha val="43137"/>
                  </a:srgbClr>
                </a:outerShdw>
              </a:effectLst>
            </a:rPr>
            <a:t>trusted</a:t>
          </a:r>
          <a:r>
            <a:rPr lang="en-US" dirty="0">
              <a:solidFill>
                <a:schemeClr val="accent6">
                  <a:lumMod val="40000"/>
                  <a:lumOff val="60000"/>
                </a:schemeClr>
              </a:solidFill>
              <a:effectLst>
                <a:outerShdw blurRad="38100" dist="38100" dir="2700000" algn="tl">
                  <a:srgbClr val="000000">
                    <a:alpha val="43137"/>
                  </a:srgbClr>
                </a:outerShdw>
              </a:effectLst>
            </a:rPr>
            <a:t> </a:t>
          </a:r>
          <a:r>
            <a:rPr lang="en-US" dirty="0">
              <a:effectLst>
                <a:outerShdw blurRad="38100" dist="38100" dir="2700000" algn="tl">
                  <a:srgbClr val="000000">
                    <a:alpha val="43137"/>
                  </a:srgbClr>
                </a:outerShdw>
              </a:effectLst>
            </a:rPr>
            <a:t>source </a:t>
          </a:r>
        </a:p>
      </dgm:t>
    </dgm:pt>
    <dgm:pt modelId="{AFA653C5-812A-8344-927C-B5FEF312E872}" type="parTrans" cxnId="{2DC88FEF-C1D0-0448-8C04-782BE262DFD3}">
      <dgm:prSet/>
      <dgm:spPr/>
      <dgm:t>
        <a:bodyPr/>
        <a:lstStyle/>
        <a:p>
          <a:endParaRPr lang="en-US"/>
        </a:p>
      </dgm:t>
    </dgm:pt>
    <dgm:pt modelId="{91F7B72D-A86B-F543-9054-8B39FC610F2A}" type="sibTrans" cxnId="{2DC88FEF-C1D0-0448-8C04-782BE262DFD3}">
      <dgm:prSet/>
      <dgm:spPr/>
      <dgm:t>
        <a:bodyPr/>
        <a:lstStyle/>
        <a:p>
          <a:endParaRPr lang="en-US"/>
        </a:p>
      </dgm:t>
    </dgm:pt>
    <dgm:pt modelId="{60093497-5372-0A40-B15A-070FEF549396}">
      <dgm:prSet/>
      <dgm:spPr>
        <a:solidFill>
          <a:schemeClr val="accent1">
            <a:lumMod val="75000"/>
          </a:schemeClr>
        </a:solidFill>
        <a:ln>
          <a:solidFill>
            <a:schemeClr val="bg2"/>
          </a:solidFill>
        </a:ln>
      </dgm:spPr>
      <dgm:t>
        <a:bodyPr/>
        <a:lstStyle/>
        <a:p>
          <a:pPr rtl="0"/>
          <a:r>
            <a:rPr lang="en-US" dirty="0">
              <a:solidFill>
                <a:srgbClr val="FFFF00"/>
              </a:solidFill>
              <a:effectLst>
                <a:outerShdw blurRad="38100" dist="38100" dir="2700000" algn="tl">
                  <a:srgbClr val="000000">
                    <a:alpha val="43137"/>
                  </a:srgbClr>
                </a:outerShdw>
              </a:effectLst>
            </a:rPr>
            <a:t>Accountability</a:t>
          </a:r>
        </a:p>
      </dgm:t>
    </dgm:pt>
    <dgm:pt modelId="{FDFA94C8-97A3-1142-9C5E-2F7452723808}" type="parTrans" cxnId="{4EA8C8AD-DC24-A646-82BC-23B820FB713D}">
      <dgm:prSet/>
      <dgm:spPr/>
      <dgm:t>
        <a:bodyPr/>
        <a:lstStyle/>
        <a:p>
          <a:endParaRPr lang="en-US"/>
        </a:p>
      </dgm:t>
    </dgm:pt>
    <dgm:pt modelId="{422DDE06-BD72-CD48-89CA-FACCD285A618}" type="sibTrans" cxnId="{4EA8C8AD-DC24-A646-82BC-23B820FB713D}">
      <dgm:prSet/>
      <dgm:spPr/>
      <dgm:t>
        <a:bodyPr/>
        <a:lstStyle/>
        <a:p>
          <a:endParaRPr lang="en-US"/>
        </a:p>
      </dgm:t>
    </dgm:pt>
    <dgm:pt modelId="{B29ACCB8-FD3C-9C45-A718-D4E6C61E5750}">
      <dgm:prSet/>
      <dgm:spPr>
        <a:solidFill>
          <a:schemeClr val="accent1">
            <a:lumMod val="75000"/>
          </a:schemeClr>
        </a:solidFill>
        <a:ln>
          <a:solidFill>
            <a:schemeClr val="bg2"/>
          </a:solidFill>
        </a:ln>
      </dgm:spPr>
      <dgm:t>
        <a:bodyPr/>
        <a:lstStyle/>
        <a:p>
          <a:pPr rtl="0"/>
          <a:r>
            <a:rPr lang="en-US" dirty="0">
              <a:effectLst>
                <a:outerShdw blurRad="38100" dist="38100" dir="2700000" algn="tl">
                  <a:srgbClr val="000000">
                    <a:alpha val="43137"/>
                  </a:srgbClr>
                </a:outerShdw>
              </a:effectLst>
            </a:rPr>
            <a:t>The security goal that generates the requirement for actions of an entity to be </a:t>
          </a:r>
          <a:r>
            <a:rPr lang="en-US" dirty="0">
              <a:solidFill>
                <a:srgbClr val="FF0000"/>
              </a:solidFill>
              <a:effectLst>
                <a:outerShdw blurRad="38100" dist="38100" dir="2700000" algn="tl">
                  <a:srgbClr val="000000">
                    <a:alpha val="43137"/>
                  </a:srgbClr>
                </a:outerShdw>
              </a:effectLst>
            </a:rPr>
            <a:t>traced uniquely </a:t>
          </a:r>
          <a:r>
            <a:rPr lang="en-US" dirty="0">
              <a:effectLst>
                <a:outerShdw blurRad="38100" dist="38100" dir="2700000" algn="tl">
                  <a:srgbClr val="000000">
                    <a:alpha val="43137"/>
                  </a:srgbClr>
                </a:outerShdw>
              </a:effectLst>
            </a:rPr>
            <a:t>to that entity</a:t>
          </a:r>
        </a:p>
      </dgm:t>
    </dgm:pt>
    <dgm:pt modelId="{B50AB5BA-04BA-4042-8FC4-F53B75ADB6B8}" type="parTrans" cxnId="{3617F752-DDC7-BA47-B4E2-0F2943F61ECF}">
      <dgm:prSet/>
      <dgm:spPr/>
      <dgm:t>
        <a:bodyPr/>
        <a:lstStyle/>
        <a:p>
          <a:endParaRPr lang="en-US"/>
        </a:p>
      </dgm:t>
    </dgm:pt>
    <dgm:pt modelId="{9B61FF8E-CEFB-3A4F-9676-637C5509C77C}" type="sibTrans" cxnId="{3617F752-DDC7-BA47-B4E2-0F2943F61ECF}">
      <dgm:prSet/>
      <dgm:spPr/>
      <dgm:t>
        <a:bodyPr/>
        <a:lstStyle/>
        <a:p>
          <a:endParaRPr lang="en-US"/>
        </a:p>
      </dgm:t>
    </dgm:pt>
    <dgm:pt modelId="{58DD0D4D-7725-A548-A8E1-CCD4839400AA}" type="pres">
      <dgm:prSet presAssocID="{ADC66E38-49DC-D543-BBE6-E377CF7347F2}" presName="Name0" presStyleCnt="0">
        <dgm:presLayoutVars>
          <dgm:dir/>
          <dgm:resizeHandles val="exact"/>
        </dgm:presLayoutVars>
      </dgm:prSet>
      <dgm:spPr/>
    </dgm:pt>
    <dgm:pt modelId="{0CD95006-FA94-7A4E-9FF4-7CC079766FD1}" type="pres">
      <dgm:prSet presAssocID="{01C60744-F555-AF41-AD07-E5CCD8B230CB}" presName="node" presStyleLbl="node1" presStyleIdx="0" presStyleCnt="2">
        <dgm:presLayoutVars>
          <dgm:bulletEnabled val="1"/>
        </dgm:presLayoutVars>
      </dgm:prSet>
      <dgm:spPr/>
    </dgm:pt>
    <dgm:pt modelId="{70A5C58A-4980-D348-AB76-8282E2D0D2F9}" type="pres">
      <dgm:prSet presAssocID="{4E409444-9A2C-754D-8292-DB5BA2267FB1}" presName="sibTrans" presStyleCnt="0"/>
      <dgm:spPr/>
    </dgm:pt>
    <dgm:pt modelId="{6FA73AC8-DAA8-CE41-8208-3A234E80FA0C}" type="pres">
      <dgm:prSet presAssocID="{60093497-5372-0A40-B15A-070FEF549396}" presName="node" presStyleLbl="node1" presStyleIdx="1" presStyleCnt="2">
        <dgm:presLayoutVars>
          <dgm:bulletEnabled val="1"/>
        </dgm:presLayoutVars>
      </dgm:prSet>
      <dgm:spPr/>
    </dgm:pt>
  </dgm:ptLst>
  <dgm:cxnLst>
    <dgm:cxn modelId="{645AF614-C14F-4069-AD96-225FA535976A}" type="presOf" srcId="{60093497-5372-0A40-B15A-070FEF549396}" destId="{6FA73AC8-DAA8-CE41-8208-3A234E80FA0C}" srcOrd="0" destOrd="0" presId="urn:microsoft.com/office/officeart/2005/8/layout/hList6"/>
    <dgm:cxn modelId="{D6093417-75F9-4175-82E5-F18FAF285099}" type="presOf" srcId="{ADC66E38-49DC-D543-BBE6-E377CF7347F2}" destId="{58DD0D4D-7725-A548-A8E1-CCD4839400AA}" srcOrd="0" destOrd="0" presId="urn:microsoft.com/office/officeart/2005/8/layout/hList6"/>
    <dgm:cxn modelId="{537EDB4E-A28B-45A9-9264-52DC00813033}" type="presOf" srcId="{A62CDBC3-B0ED-C243-8E38-805D5EFD90C9}" destId="{0CD95006-FA94-7A4E-9FF4-7CC079766FD1}" srcOrd="0" destOrd="1" presId="urn:microsoft.com/office/officeart/2005/8/layout/hList6"/>
    <dgm:cxn modelId="{3617F752-DDC7-BA47-B4E2-0F2943F61ECF}" srcId="{60093497-5372-0A40-B15A-070FEF549396}" destId="{B29ACCB8-FD3C-9C45-A718-D4E6C61E5750}" srcOrd="0" destOrd="0" parTransId="{B50AB5BA-04BA-4042-8FC4-F53B75ADB6B8}" sibTransId="{9B61FF8E-CEFB-3A4F-9676-637C5509C77C}"/>
    <dgm:cxn modelId="{C8D35B81-BDA6-6041-A868-26984813D94B}" srcId="{ADC66E38-49DC-D543-BBE6-E377CF7347F2}" destId="{01C60744-F555-AF41-AD07-E5CCD8B230CB}" srcOrd="0" destOrd="0" parTransId="{EEA241C8-64A3-024A-8EB8-29A343EF303A}" sibTransId="{4E409444-9A2C-754D-8292-DB5BA2267FB1}"/>
    <dgm:cxn modelId="{4EA8C8AD-DC24-A646-82BC-23B820FB713D}" srcId="{ADC66E38-49DC-D543-BBE6-E377CF7347F2}" destId="{60093497-5372-0A40-B15A-070FEF549396}" srcOrd="1" destOrd="0" parTransId="{FDFA94C8-97A3-1142-9C5E-2F7452723808}" sibTransId="{422DDE06-BD72-CD48-89CA-FACCD285A618}"/>
    <dgm:cxn modelId="{4582CFBB-C510-4CA6-B73F-47ED4CD8C75F}" type="presOf" srcId="{01C60744-F555-AF41-AD07-E5CCD8B230CB}" destId="{0CD95006-FA94-7A4E-9FF4-7CC079766FD1}" srcOrd="0" destOrd="0" presId="urn:microsoft.com/office/officeart/2005/8/layout/hList6"/>
    <dgm:cxn modelId="{2DC88FEF-C1D0-0448-8C04-782BE262DFD3}" srcId="{01C60744-F555-AF41-AD07-E5CCD8B230CB}" destId="{A62CDBC3-B0ED-C243-8E38-805D5EFD90C9}" srcOrd="0" destOrd="0" parTransId="{AFA653C5-812A-8344-927C-B5FEF312E872}" sibTransId="{91F7B72D-A86B-F543-9054-8B39FC610F2A}"/>
    <dgm:cxn modelId="{E1E0F8F7-F216-42EE-82ED-CD63929D68AA}" type="presOf" srcId="{B29ACCB8-FD3C-9C45-A718-D4E6C61E5750}" destId="{6FA73AC8-DAA8-CE41-8208-3A234E80FA0C}" srcOrd="0" destOrd="1" presId="urn:microsoft.com/office/officeart/2005/8/layout/hList6"/>
    <dgm:cxn modelId="{5E552386-B8C1-4203-91F2-D57F43AAA93A}" type="presParOf" srcId="{58DD0D4D-7725-A548-A8E1-CCD4839400AA}" destId="{0CD95006-FA94-7A4E-9FF4-7CC079766FD1}" srcOrd="0" destOrd="0" presId="urn:microsoft.com/office/officeart/2005/8/layout/hList6"/>
    <dgm:cxn modelId="{DDFF93CA-6122-4208-A2C1-68687EB81CB7}" type="presParOf" srcId="{58DD0D4D-7725-A548-A8E1-CCD4839400AA}" destId="{70A5C58A-4980-D348-AB76-8282E2D0D2F9}" srcOrd="1" destOrd="0" presId="urn:microsoft.com/office/officeart/2005/8/layout/hList6"/>
    <dgm:cxn modelId="{94ACA5D7-E90B-4D2F-9512-F07A0AED9611}" type="presParOf" srcId="{58DD0D4D-7725-A548-A8E1-CCD4839400AA}" destId="{6FA73AC8-DAA8-CE41-8208-3A234E80FA0C}" srcOrd="2"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49160E5-2920-2E43-AB10-2D83ADE19095}" type="doc">
      <dgm:prSet loTypeId="urn:microsoft.com/office/officeart/2005/8/layout/pyramid1" loCatId="pyramid" qsTypeId="urn:microsoft.com/office/officeart/2005/8/quickstyle/simple4" qsCatId="simple" csTypeId="urn:microsoft.com/office/officeart/2005/8/colors/accent1_2" csCatId="accent1" phldr="1"/>
      <dgm:spPr/>
      <dgm:t>
        <a:bodyPr/>
        <a:lstStyle/>
        <a:p>
          <a:endParaRPr lang="en-US"/>
        </a:p>
      </dgm:t>
    </dgm:pt>
    <dgm:pt modelId="{15A8F4FC-E29F-F745-BF04-26B1B4957E6E}">
      <dgm:prSet custT="1"/>
      <dgm:spPr>
        <a:solidFill>
          <a:schemeClr val="accent6">
            <a:lumMod val="50000"/>
          </a:schemeClr>
        </a:solidFill>
        <a:ln>
          <a:solidFill>
            <a:schemeClr val="tx1"/>
          </a:solidFill>
        </a:ln>
      </dgm:spPr>
      <dgm:t>
        <a:bodyPr/>
        <a:lstStyle/>
        <a:p>
          <a:pPr rtl="0"/>
          <a:r>
            <a:rPr lang="en-US" sz="2400" dirty="0">
              <a:solidFill>
                <a:srgbClr val="FFFF00"/>
              </a:solidFill>
            </a:rPr>
            <a:t>High</a:t>
          </a:r>
        </a:p>
      </dgm:t>
    </dgm:pt>
    <dgm:pt modelId="{DBE2BCEA-129D-FE4A-9BFD-F42EDFAAB571}" type="parTrans" cxnId="{2E639D7F-1F8A-D341-BDB7-C7025F63603D}">
      <dgm:prSet/>
      <dgm:spPr/>
      <dgm:t>
        <a:bodyPr/>
        <a:lstStyle/>
        <a:p>
          <a:endParaRPr lang="en-US"/>
        </a:p>
      </dgm:t>
    </dgm:pt>
    <dgm:pt modelId="{A5409590-AEE1-A947-B90C-5F50D54C0DC4}" type="sibTrans" cxnId="{2E639D7F-1F8A-D341-BDB7-C7025F63603D}">
      <dgm:prSet/>
      <dgm:spPr/>
      <dgm:t>
        <a:bodyPr/>
        <a:lstStyle/>
        <a:p>
          <a:endParaRPr lang="en-US"/>
        </a:p>
      </dgm:t>
    </dgm:pt>
    <dgm:pt modelId="{A7DC7081-8C22-7A4E-8F41-B490A54807C2}">
      <dgm:prSet custT="1"/>
      <dgm:spPr>
        <a:ln>
          <a:solidFill>
            <a:schemeClr val="accent1"/>
          </a:solidFill>
        </a:ln>
      </dgm:spPr>
      <dgm:t>
        <a:bodyPr/>
        <a:lstStyle/>
        <a:p>
          <a:pPr rtl="0"/>
          <a:r>
            <a:rPr lang="en-US" sz="1800" dirty="0"/>
            <a:t>The loss could be expected to have a </a:t>
          </a:r>
          <a:r>
            <a:rPr lang="en-US" sz="1800" b="1" dirty="0">
              <a:solidFill>
                <a:srgbClr val="FF0000"/>
              </a:solidFill>
            </a:rPr>
            <a:t>severe or catastrophic adverse </a:t>
          </a:r>
          <a:r>
            <a:rPr lang="en-US" sz="1800" dirty="0">
              <a:solidFill>
                <a:srgbClr val="FF0000"/>
              </a:solidFill>
            </a:rPr>
            <a:t>effect </a:t>
          </a:r>
          <a:r>
            <a:rPr lang="en-US" sz="1800" dirty="0"/>
            <a:t>on organizational operations, organizational assets, or individuals </a:t>
          </a:r>
        </a:p>
      </dgm:t>
    </dgm:pt>
    <dgm:pt modelId="{827A6233-D0A1-1148-A5E1-88F6AF8F8F2E}" type="parTrans" cxnId="{DE7A7C1A-54BD-3743-96D3-E10EEDCCF1E6}">
      <dgm:prSet/>
      <dgm:spPr/>
      <dgm:t>
        <a:bodyPr/>
        <a:lstStyle/>
        <a:p>
          <a:endParaRPr lang="en-US"/>
        </a:p>
      </dgm:t>
    </dgm:pt>
    <dgm:pt modelId="{682886A0-47C9-694F-A5B9-36D711076620}" type="sibTrans" cxnId="{DE7A7C1A-54BD-3743-96D3-E10EEDCCF1E6}">
      <dgm:prSet/>
      <dgm:spPr/>
      <dgm:t>
        <a:bodyPr/>
        <a:lstStyle/>
        <a:p>
          <a:endParaRPr lang="en-US"/>
        </a:p>
      </dgm:t>
    </dgm:pt>
    <dgm:pt modelId="{70486C14-6AC6-BE4A-9FED-24933BA6770E}">
      <dgm:prSet custT="1"/>
      <dgm:spPr>
        <a:solidFill>
          <a:schemeClr val="accent2">
            <a:lumMod val="75000"/>
          </a:schemeClr>
        </a:solidFill>
        <a:ln>
          <a:solidFill>
            <a:schemeClr val="tx1"/>
          </a:solidFill>
        </a:ln>
      </dgm:spPr>
      <dgm:t>
        <a:bodyPr/>
        <a:lstStyle/>
        <a:p>
          <a:pPr rtl="0"/>
          <a:r>
            <a:rPr lang="en-US" sz="2400" dirty="0">
              <a:solidFill>
                <a:srgbClr val="FFFF00"/>
              </a:solidFill>
            </a:rPr>
            <a:t>Moderate</a:t>
          </a:r>
        </a:p>
      </dgm:t>
    </dgm:pt>
    <dgm:pt modelId="{104E6419-F7F4-8545-AC3D-82C43F9B8796}" type="parTrans" cxnId="{080D9ECC-A68A-DE47-81EA-5545E8DC511F}">
      <dgm:prSet/>
      <dgm:spPr/>
      <dgm:t>
        <a:bodyPr/>
        <a:lstStyle/>
        <a:p>
          <a:endParaRPr lang="en-US"/>
        </a:p>
      </dgm:t>
    </dgm:pt>
    <dgm:pt modelId="{5CB8B94A-450A-F946-9E03-E75550EFA0F3}" type="sibTrans" cxnId="{080D9ECC-A68A-DE47-81EA-5545E8DC511F}">
      <dgm:prSet/>
      <dgm:spPr/>
      <dgm:t>
        <a:bodyPr/>
        <a:lstStyle/>
        <a:p>
          <a:endParaRPr lang="en-US"/>
        </a:p>
      </dgm:t>
    </dgm:pt>
    <dgm:pt modelId="{3EB87650-35A2-844B-9C3C-016B209CB90F}">
      <dgm:prSet/>
      <dgm:spPr>
        <a:ln>
          <a:solidFill>
            <a:schemeClr val="accent1"/>
          </a:solidFill>
        </a:ln>
      </dgm:spPr>
      <dgm:t>
        <a:bodyPr/>
        <a:lstStyle/>
        <a:p>
          <a:pPr rtl="0"/>
          <a:r>
            <a:rPr lang="en-US" dirty="0"/>
            <a:t>The loss could be expected to have a </a:t>
          </a:r>
          <a:r>
            <a:rPr lang="en-US" b="1" dirty="0">
              <a:solidFill>
                <a:srgbClr val="FF0000"/>
              </a:solidFill>
            </a:rPr>
            <a:t>serious adverse effect on </a:t>
          </a:r>
          <a:r>
            <a:rPr lang="en-US" dirty="0"/>
            <a:t>organizational operations, organizational assets, or individuals</a:t>
          </a:r>
        </a:p>
      </dgm:t>
    </dgm:pt>
    <dgm:pt modelId="{69A124E5-BB8A-4546-9B9C-93CD70DE48D1}" type="parTrans" cxnId="{EAC231EA-DB5A-DE4B-975B-0D06BED0584B}">
      <dgm:prSet/>
      <dgm:spPr/>
      <dgm:t>
        <a:bodyPr/>
        <a:lstStyle/>
        <a:p>
          <a:endParaRPr lang="en-US"/>
        </a:p>
      </dgm:t>
    </dgm:pt>
    <dgm:pt modelId="{64EF014F-D53D-1548-AC0A-B14F06A26A96}" type="sibTrans" cxnId="{EAC231EA-DB5A-DE4B-975B-0D06BED0584B}">
      <dgm:prSet/>
      <dgm:spPr/>
      <dgm:t>
        <a:bodyPr/>
        <a:lstStyle/>
        <a:p>
          <a:endParaRPr lang="en-US"/>
        </a:p>
      </dgm:t>
    </dgm:pt>
    <dgm:pt modelId="{AA81E6F6-E0A3-174E-8666-60761A30BD21}">
      <dgm:prSet/>
      <dgm:spPr>
        <a:solidFill>
          <a:schemeClr val="bg1">
            <a:lumMod val="50000"/>
          </a:schemeClr>
        </a:solidFill>
        <a:ln>
          <a:solidFill>
            <a:schemeClr val="tx1"/>
          </a:solidFill>
        </a:ln>
      </dgm:spPr>
      <dgm:t>
        <a:bodyPr/>
        <a:lstStyle/>
        <a:p>
          <a:pPr rtl="0"/>
          <a:r>
            <a:rPr lang="en-US" dirty="0">
              <a:solidFill>
                <a:srgbClr val="FFFF00"/>
              </a:solidFill>
            </a:rPr>
            <a:t>Low</a:t>
          </a:r>
        </a:p>
      </dgm:t>
    </dgm:pt>
    <dgm:pt modelId="{06D768AF-EFA5-554D-A8A7-25801F95247C}" type="parTrans" cxnId="{C08E7E1C-169D-C147-B9AF-7B77B4E5573A}">
      <dgm:prSet/>
      <dgm:spPr/>
      <dgm:t>
        <a:bodyPr/>
        <a:lstStyle/>
        <a:p>
          <a:endParaRPr lang="en-US"/>
        </a:p>
      </dgm:t>
    </dgm:pt>
    <dgm:pt modelId="{75BB73CF-1C6A-0742-A6E8-75D0C56B7E3A}" type="sibTrans" cxnId="{C08E7E1C-169D-C147-B9AF-7B77B4E5573A}">
      <dgm:prSet/>
      <dgm:spPr/>
      <dgm:t>
        <a:bodyPr/>
        <a:lstStyle/>
        <a:p>
          <a:endParaRPr lang="en-US"/>
        </a:p>
      </dgm:t>
    </dgm:pt>
    <dgm:pt modelId="{362B8961-F804-9B48-A3F4-0871231080F5}">
      <dgm:prSet/>
      <dgm:spPr>
        <a:ln>
          <a:solidFill>
            <a:schemeClr val="accent1"/>
          </a:solidFill>
        </a:ln>
      </dgm:spPr>
      <dgm:t>
        <a:bodyPr/>
        <a:lstStyle/>
        <a:p>
          <a:pPr rtl="0"/>
          <a:r>
            <a:rPr lang="en-US" dirty="0"/>
            <a:t>The loss could be expected to have </a:t>
          </a:r>
          <a:r>
            <a:rPr lang="en-US" b="1" dirty="0">
              <a:solidFill>
                <a:srgbClr val="FF0000"/>
              </a:solidFill>
            </a:rPr>
            <a:t>a limited adverse effect on organizational operations, </a:t>
          </a:r>
          <a:r>
            <a:rPr lang="en-US" dirty="0"/>
            <a:t>organizational assets, or individuals</a:t>
          </a:r>
        </a:p>
      </dgm:t>
    </dgm:pt>
    <dgm:pt modelId="{EC8415BA-EFD4-FA44-9876-A560974F0E0B}" type="parTrans" cxnId="{F75A9C39-12BF-3D4D-89B5-776E3D10AC3D}">
      <dgm:prSet/>
      <dgm:spPr/>
      <dgm:t>
        <a:bodyPr/>
        <a:lstStyle/>
        <a:p>
          <a:endParaRPr lang="en-US"/>
        </a:p>
      </dgm:t>
    </dgm:pt>
    <dgm:pt modelId="{676D45F4-7F60-6D47-B5EC-16E76F3C7D7B}" type="sibTrans" cxnId="{F75A9C39-12BF-3D4D-89B5-776E3D10AC3D}">
      <dgm:prSet/>
      <dgm:spPr/>
      <dgm:t>
        <a:bodyPr/>
        <a:lstStyle/>
        <a:p>
          <a:endParaRPr lang="en-US"/>
        </a:p>
      </dgm:t>
    </dgm:pt>
    <dgm:pt modelId="{59B27F22-6243-154D-AC39-BE6DB825FEB6}">
      <dgm:prSet/>
      <dgm:spPr>
        <a:ln>
          <a:solidFill>
            <a:schemeClr val="accent1"/>
          </a:solidFill>
        </a:ln>
      </dgm:spPr>
      <dgm:t>
        <a:bodyPr/>
        <a:lstStyle/>
        <a:p>
          <a:pPr rtl="0"/>
          <a:endParaRPr lang="en-US" dirty="0"/>
        </a:p>
      </dgm:t>
    </dgm:pt>
    <dgm:pt modelId="{F89BC193-CE00-8B46-847B-D49CC8B16571}" type="parTrans" cxnId="{05378BC4-9AFE-1949-9483-E97DF70225B7}">
      <dgm:prSet/>
      <dgm:spPr/>
      <dgm:t>
        <a:bodyPr/>
        <a:lstStyle/>
        <a:p>
          <a:endParaRPr lang="en-US"/>
        </a:p>
      </dgm:t>
    </dgm:pt>
    <dgm:pt modelId="{7905585C-A24D-5349-B6E7-66000289BCCD}" type="sibTrans" cxnId="{05378BC4-9AFE-1949-9483-E97DF70225B7}">
      <dgm:prSet/>
      <dgm:spPr/>
      <dgm:t>
        <a:bodyPr/>
        <a:lstStyle/>
        <a:p>
          <a:endParaRPr lang="en-US"/>
        </a:p>
      </dgm:t>
    </dgm:pt>
    <dgm:pt modelId="{09A7B802-5403-BD45-9DA3-6DE3D2A79C51}" type="pres">
      <dgm:prSet presAssocID="{649160E5-2920-2E43-AB10-2D83ADE19095}" presName="Name0" presStyleCnt="0">
        <dgm:presLayoutVars>
          <dgm:dir/>
          <dgm:animLvl val="lvl"/>
          <dgm:resizeHandles val="exact"/>
        </dgm:presLayoutVars>
      </dgm:prSet>
      <dgm:spPr/>
    </dgm:pt>
    <dgm:pt modelId="{AC43E776-ED5C-1E44-A3EA-7E3D4E98FE0C}" type="pres">
      <dgm:prSet presAssocID="{15A8F4FC-E29F-F745-BF04-26B1B4957E6E}" presName="Name8" presStyleCnt="0"/>
      <dgm:spPr/>
    </dgm:pt>
    <dgm:pt modelId="{CD8DBAC6-25DB-7848-AE10-A620F7695C2D}" type="pres">
      <dgm:prSet presAssocID="{15A8F4FC-E29F-F745-BF04-26B1B4957E6E}" presName="acctBkgd" presStyleLbl="alignAcc1" presStyleIdx="0" presStyleCnt="3"/>
      <dgm:spPr/>
    </dgm:pt>
    <dgm:pt modelId="{B0EF3AC3-0F39-074F-B7E8-02C3FED0D751}" type="pres">
      <dgm:prSet presAssocID="{15A8F4FC-E29F-F745-BF04-26B1B4957E6E}" presName="acctTx" presStyleLbl="alignAcc1" presStyleIdx="0" presStyleCnt="3">
        <dgm:presLayoutVars>
          <dgm:bulletEnabled val="1"/>
        </dgm:presLayoutVars>
      </dgm:prSet>
      <dgm:spPr/>
    </dgm:pt>
    <dgm:pt modelId="{323F2C42-63B1-9D46-8116-55010DB641B3}" type="pres">
      <dgm:prSet presAssocID="{15A8F4FC-E29F-F745-BF04-26B1B4957E6E}" presName="level" presStyleLbl="node1" presStyleIdx="0" presStyleCnt="3" custScaleX="101973" custScaleY="61039">
        <dgm:presLayoutVars>
          <dgm:chMax val="1"/>
          <dgm:bulletEnabled val="1"/>
        </dgm:presLayoutVars>
      </dgm:prSet>
      <dgm:spPr/>
    </dgm:pt>
    <dgm:pt modelId="{DCB840AC-C313-7A49-9DFD-68837E8E1465}" type="pres">
      <dgm:prSet presAssocID="{15A8F4FC-E29F-F745-BF04-26B1B4957E6E}" presName="levelTx" presStyleLbl="revTx" presStyleIdx="0" presStyleCnt="0">
        <dgm:presLayoutVars>
          <dgm:chMax val="1"/>
          <dgm:bulletEnabled val="1"/>
        </dgm:presLayoutVars>
      </dgm:prSet>
      <dgm:spPr/>
    </dgm:pt>
    <dgm:pt modelId="{33F9B311-5F70-F340-87B1-8AD80491CB9C}" type="pres">
      <dgm:prSet presAssocID="{70486C14-6AC6-BE4A-9FED-24933BA6770E}" presName="Name8" presStyleCnt="0"/>
      <dgm:spPr/>
    </dgm:pt>
    <dgm:pt modelId="{EDEB3454-1F7E-594F-B14B-175BDB7A3CA0}" type="pres">
      <dgm:prSet presAssocID="{70486C14-6AC6-BE4A-9FED-24933BA6770E}" presName="acctBkgd" presStyleLbl="alignAcc1" presStyleIdx="1" presStyleCnt="3"/>
      <dgm:spPr/>
    </dgm:pt>
    <dgm:pt modelId="{4DD1200A-4316-184B-8D01-6D4B01BD8657}" type="pres">
      <dgm:prSet presAssocID="{70486C14-6AC6-BE4A-9FED-24933BA6770E}" presName="acctTx" presStyleLbl="alignAcc1" presStyleIdx="1" presStyleCnt="3">
        <dgm:presLayoutVars>
          <dgm:bulletEnabled val="1"/>
        </dgm:presLayoutVars>
      </dgm:prSet>
      <dgm:spPr/>
    </dgm:pt>
    <dgm:pt modelId="{BD8A4DA2-4774-2747-9C4E-431FEDEE116B}" type="pres">
      <dgm:prSet presAssocID="{70486C14-6AC6-BE4A-9FED-24933BA6770E}" presName="level" presStyleLbl="node1" presStyleIdx="1" presStyleCnt="3">
        <dgm:presLayoutVars>
          <dgm:chMax val="1"/>
          <dgm:bulletEnabled val="1"/>
        </dgm:presLayoutVars>
      </dgm:prSet>
      <dgm:spPr/>
    </dgm:pt>
    <dgm:pt modelId="{A86C6DF5-778F-4642-AF29-1D54919DAA9F}" type="pres">
      <dgm:prSet presAssocID="{70486C14-6AC6-BE4A-9FED-24933BA6770E}" presName="levelTx" presStyleLbl="revTx" presStyleIdx="0" presStyleCnt="0">
        <dgm:presLayoutVars>
          <dgm:chMax val="1"/>
          <dgm:bulletEnabled val="1"/>
        </dgm:presLayoutVars>
      </dgm:prSet>
      <dgm:spPr/>
    </dgm:pt>
    <dgm:pt modelId="{767D24E3-5775-B849-B09C-7604895582F2}" type="pres">
      <dgm:prSet presAssocID="{AA81E6F6-E0A3-174E-8666-60761A30BD21}" presName="Name8" presStyleCnt="0"/>
      <dgm:spPr/>
    </dgm:pt>
    <dgm:pt modelId="{63798C49-604C-6D4F-B502-7E4BA45356A1}" type="pres">
      <dgm:prSet presAssocID="{AA81E6F6-E0A3-174E-8666-60761A30BD21}" presName="acctBkgd" presStyleLbl="alignAcc1" presStyleIdx="2" presStyleCnt="3"/>
      <dgm:spPr/>
    </dgm:pt>
    <dgm:pt modelId="{E4181917-BB74-094C-83B5-63AA39D3F980}" type="pres">
      <dgm:prSet presAssocID="{AA81E6F6-E0A3-174E-8666-60761A30BD21}" presName="acctTx" presStyleLbl="alignAcc1" presStyleIdx="2" presStyleCnt="3">
        <dgm:presLayoutVars>
          <dgm:bulletEnabled val="1"/>
        </dgm:presLayoutVars>
      </dgm:prSet>
      <dgm:spPr/>
    </dgm:pt>
    <dgm:pt modelId="{680880A8-997B-A541-ADD6-12677C70DBB4}" type="pres">
      <dgm:prSet presAssocID="{AA81E6F6-E0A3-174E-8666-60761A30BD21}" presName="level" presStyleLbl="node1" presStyleIdx="2" presStyleCnt="3">
        <dgm:presLayoutVars>
          <dgm:chMax val="1"/>
          <dgm:bulletEnabled val="1"/>
        </dgm:presLayoutVars>
      </dgm:prSet>
      <dgm:spPr/>
    </dgm:pt>
    <dgm:pt modelId="{41822CAB-1187-974C-A0B2-6CF6E1C887F7}" type="pres">
      <dgm:prSet presAssocID="{AA81E6F6-E0A3-174E-8666-60761A30BD21}" presName="levelTx" presStyleLbl="revTx" presStyleIdx="0" presStyleCnt="0">
        <dgm:presLayoutVars>
          <dgm:chMax val="1"/>
          <dgm:bulletEnabled val="1"/>
        </dgm:presLayoutVars>
      </dgm:prSet>
      <dgm:spPr/>
    </dgm:pt>
  </dgm:ptLst>
  <dgm:cxnLst>
    <dgm:cxn modelId="{A735D818-64BB-4438-BDCA-7F5B323C5A06}" type="presOf" srcId="{70486C14-6AC6-BE4A-9FED-24933BA6770E}" destId="{BD8A4DA2-4774-2747-9C4E-431FEDEE116B}" srcOrd="0" destOrd="0" presId="urn:microsoft.com/office/officeart/2005/8/layout/pyramid1"/>
    <dgm:cxn modelId="{DE7A7C1A-54BD-3743-96D3-E10EEDCCF1E6}" srcId="{15A8F4FC-E29F-F745-BF04-26B1B4957E6E}" destId="{A7DC7081-8C22-7A4E-8F41-B490A54807C2}" srcOrd="0" destOrd="0" parTransId="{827A6233-D0A1-1148-A5E1-88F6AF8F8F2E}" sibTransId="{682886A0-47C9-694F-A5B9-36D711076620}"/>
    <dgm:cxn modelId="{C08E7E1C-169D-C147-B9AF-7B77B4E5573A}" srcId="{649160E5-2920-2E43-AB10-2D83ADE19095}" destId="{AA81E6F6-E0A3-174E-8666-60761A30BD21}" srcOrd="2" destOrd="0" parTransId="{06D768AF-EFA5-554D-A8A7-25801F95247C}" sibTransId="{75BB73CF-1C6A-0742-A6E8-75D0C56B7E3A}"/>
    <dgm:cxn modelId="{E1C6DB1E-1F5E-4033-B802-857D0A80634F}" type="presOf" srcId="{362B8961-F804-9B48-A3F4-0871231080F5}" destId="{63798C49-604C-6D4F-B502-7E4BA45356A1}" srcOrd="0" destOrd="0" presId="urn:microsoft.com/office/officeart/2005/8/layout/pyramid1"/>
    <dgm:cxn modelId="{2A61F32C-741A-480E-8525-323021EBB18C}" type="presOf" srcId="{362B8961-F804-9B48-A3F4-0871231080F5}" destId="{E4181917-BB74-094C-83B5-63AA39D3F980}" srcOrd="1" destOrd="0" presId="urn:microsoft.com/office/officeart/2005/8/layout/pyramid1"/>
    <dgm:cxn modelId="{85D64632-8AB7-422C-B6B8-8C8DCA5503DF}" type="presOf" srcId="{A7DC7081-8C22-7A4E-8F41-B490A54807C2}" destId="{B0EF3AC3-0F39-074F-B7E8-02C3FED0D751}" srcOrd="1" destOrd="0" presId="urn:microsoft.com/office/officeart/2005/8/layout/pyramid1"/>
    <dgm:cxn modelId="{F75A9C39-12BF-3D4D-89B5-776E3D10AC3D}" srcId="{AA81E6F6-E0A3-174E-8666-60761A30BD21}" destId="{362B8961-F804-9B48-A3F4-0871231080F5}" srcOrd="0" destOrd="0" parTransId="{EC8415BA-EFD4-FA44-9876-A560974F0E0B}" sibTransId="{676D45F4-7F60-6D47-B5EC-16E76F3C7D7B}"/>
    <dgm:cxn modelId="{C0837C4E-0032-4BC6-BE8B-0EF866984C7C}" type="presOf" srcId="{AA81E6F6-E0A3-174E-8666-60761A30BD21}" destId="{680880A8-997B-A541-ADD6-12677C70DBB4}" srcOrd="0" destOrd="0" presId="urn:microsoft.com/office/officeart/2005/8/layout/pyramid1"/>
    <dgm:cxn modelId="{A8170D7E-8A0B-4300-86EF-4894B2DA9804}" type="presOf" srcId="{3EB87650-35A2-844B-9C3C-016B209CB90F}" destId="{EDEB3454-1F7E-594F-B14B-175BDB7A3CA0}" srcOrd="0" destOrd="0" presId="urn:microsoft.com/office/officeart/2005/8/layout/pyramid1"/>
    <dgm:cxn modelId="{2E639D7F-1F8A-D341-BDB7-C7025F63603D}" srcId="{649160E5-2920-2E43-AB10-2D83ADE19095}" destId="{15A8F4FC-E29F-F745-BF04-26B1B4957E6E}" srcOrd="0" destOrd="0" parTransId="{DBE2BCEA-129D-FE4A-9BFD-F42EDFAAB571}" sibTransId="{A5409590-AEE1-A947-B90C-5F50D54C0DC4}"/>
    <dgm:cxn modelId="{8B4DF58B-E355-4702-9FFC-2DEC3ECED08C}" type="presOf" srcId="{A7DC7081-8C22-7A4E-8F41-B490A54807C2}" destId="{CD8DBAC6-25DB-7848-AE10-A620F7695C2D}" srcOrd="0" destOrd="0" presId="urn:microsoft.com/office/officeart/2005/8/layout/pyramid1"/>
    <dgm:cxn modelId="{E3D48DA0-6CA3-49B0-81D8-FC63FA02C299}" type="presOf" srcId="{15A8F4FC-E29F-F745-BF04-26B1B4957E6E}" destId="{323F2C42-63B1-9D46-8116-55010DB641B3}" srcOrd="0" destOrd="0" presId="urn:microsoft.com/office/officeart/2005/8/layout/pyramid1"/>
    <dgm:cxn modelId="{86620DBC-D942-4DF9-B06C-987EE5C5FF54}" type="presOf" srcId="{59B27F22-6243-154D-AC39-BE6DB825FEB6}" destId="{E4181917-BB74-094C-83B5-63AA39D3F980}" srcOrd="1" destOrd="1" presId="urn:microsoft.com/office/officeart/2005/8/layout/pyramid1"/>
    <dgm:cxn modelId="{05378BC4-9AFE-1949-9483-E97DF70225B7}" srcId="{AA81E6F6-E0A3-174E-8666-60761A30BD21}" destId="{59B27F22-6243-154D-AC39-BE6DB825FEB6}" srcOrd="1" destOrd="0" parTransId="{F89BC193-CE00-8B46-847B-D49CC8B16571}" sibTransId="{7905585C-A24D-5349-B6E7-66000289BCCD}"/>
    <dgm:cxn modelId="{080D9ECC-A68A-DE47-81EA-5545E8DC511F}" srcId="{649160E5-2920-2E43-AB10-2D83ADE19095}" destId="{70486C14-6AC6-BE4A-9FED-24933BA6770E}" srcOrd="1" destOrd="0" parTransId="{104E6419-F7F4-8545-AC3D-82C43F9B8796}" sibTransId="{5CB8B94A-450A-F946-9E03-E75550EFA0F3}"/>
    <dgm:cxn modelId="{E14CE0D1-544F-49E6-92B7-384130DF6780}" type="presOf" srcId="{AA81E6F6-E0A3-174E-8666-60761A30BD21}" destId="{41822CAB-1187-974C-A0B2-6CF6E1C887F7}" srcOrd="1" destOrd="0" presId="urn:microsoft.com/office/officeart/2005/8/layout/pyramid1"/>
    <dgm:cxn modelId="{59ABFCD5-1FFB-4B32-BCFF-BB5BD17891FC}" type="presOf" srcId="{70486C14-6AC6-BE4A-9FED-24933BA6770E}" destId="{A86C6DF5-778F-4642-AF29-1D54919DAA9F}" srcOrd="1" destOrd="0" presId="urn:microsoft.com/office/officeart/2005/8/layout/pyramid1"/>
    <dgm:cxn modelId="{EAC231EA-DB5A-DE4B-975B-0D06BED0584B}" srcId="{70486C14-6AC6-BE4A-9FED-24933BA6770E}" destId="{3EB87650-35A2-844B-9C3C-016B209CB90F}" srcOrd="0" destOrd="0" parTransId="{69A124E5-BB8A-4546-9B9C-93CD70DE48D1}" sibTransId="{64EF014F-D53D-1548-AC0A-B14F06A26A96}"/>
    <dgm:cxn modelId="{FB7D4AEB-46C7-4FE5-A631-62E8C75B4D26}" type="presOf" srcId="{15A8F4FC-E29F-F745-BF04-26B1B4957E6E}" destId="{DCB840AC-C313-7A49-9DFD-68837E8E1465}" srcOrd="1" destOrd="0" presId="urn:microsoft.com/office/officeart/2005/8/layout/pyramid1"/>
    <dgm:cxn modelId="{5816C2F2-B404-45E4-9BB4-1F8DDB86D8FB}" type="presOf" srcId="{649160E5-2920-2E43-AB10-2D83ADE19095}" destId="{09A7B802-5403-BD45-9DA3-6DE3D2A79C51}" srcOrd="0" destOrd="0" presId="urn:microsoft.com/office/officeart/2005/8/layout/pyramid1"/>
    <dgm:cxn modelId="{02AB0FF7-8254-41FB-9D1D-37D6826B3B34}" type="presOf" srcId="{3EB87650-35A2-844B-9C3C-016B209CB90F}" destId="{4DD1200A-4316-184B-8D01-6D4B01BD8657}" srcOrd="1" destOrd="0" presId="urn:microsoft.com/office/officeart/2005/8/layout/pyramid1"/>
    <dgm:cxn modelId="{5831C2F9-2F92-44D4-823F-1BCA609B3E72}" type="presOf" srcId="{59B27F22-6243-154D-AC39-BE6DB825FEB6}" destId="{63798C49-604C-6D4F-B502-7E4BA45356A1}" srcOrd="0" destOrd="1" presId="urn:microsoft.com/office/officeart/2005/8/layout/pyramid1"/>
    <dgm:cxn modelId="{C345204F-1C5A-4F07-8212-0F1BC7E289A0}" type="presParOf" srcId="{09A7B802-5403-BD45-9DA3-6DE3D2A79C51}" destId="{AC43E776-ED5C-1E44-A3EA-7E3D4E98FE0C}" srcOrd="0" destOrd="0" presId="urn:microsoft.com/office/officeart/2005/8/layout/pyramid1"/>
    <dgm:cxn modelId="{55E0215D-30F9-4A29-9D0B-190F246BCD43}" type="presParOf" srcId="{AC43E776-ED5C-1E44-A3EA-7E3D4E98FE0C}" destId="{CD8DBAC6-25DB-7848-AE10-A620F7695C2D}" srcOrd="0" destOrd="0" presId="urn:microsoft.com/office/officeart/2005/8/layout/pyramid1"/>
    <dgm:cxn modelId="{C55AB543-BE34-48CC-A313-373F2DB914F5}" type="presParOf" srcId="{AC43E776-ED5C-1E44-A3EA-7E3D4E98FE0C}" destId="{B0EF3AC3-0F39-074F-B7E8-02C3FED0D751}" srcOrd="1" destOrd="0" presId="urn:microsoft.com/office/officeart/2005/8/layout/pyramid1"/>
    <dgm:cxn modelId="{6189A1AC-E542-4CE7-A56C-1CF3520CA10A}" type="presParOf" srcId="{AC43E776-ED5C-1E44-A3EA-7E3D4E98FE0C}" destId="{323F2C42-63B1-9D46-8116-55010DB641B3}" srcOrd="2" destOrd="0" presId="urn:microsoft.com/office/officeart/2005/8/layout/pyramid1"/>
    <dgm:cxn modelId="{E32170C2-3BAD-4C2E-BF6A-49C19FA3B3FE}" type="presParOf" srcId="{AC43E776-ED5C-1E44-A3EA-7E3D4E98FE0C}" destId="{DCB840AC-C313-7A49-9DFD-68837E8E1465}" srcOrd="3" destOrd="0" presId="urn:microsoft.com/office/officeart/2005/8/layout/pyramid1"/>
    <dgm:cxn modelId="{7D0C809D-2CCA-4969-80ED-2C0DF5F857B2}" type="presParOf" srcId="{09A7B802-5403-BD45-9DA3-6DE3D2A79C51}" destId="{33F9B311-5F70-F340-87B1-8AD80491CB9C}" srcOrd="1" destOrd="0" presId="urn:microsoft.com/office/officeart/2005/8/layout/pyramid1"/>
    <dgm:cxn modelId="{E3DD55D1-BBDF-4BF0-B0B6-80E01E26A20D}" type="presParOf" srcId="{33F9B311-5F70-F340-87B1-8AD80491CB9C}" destId="{EDEB3454-1F7E-594F-B14B-175BDB7A3CA0}" srcOrd="0" destOrd="0" presId="urn:microsoft.com/office/officeart/2005/8/layout/pyramid1"/>
    <dgm:cxn modelId="{964EA8DB-08BA-4F6D-AA9E-82831D9863CC}" type="presParOf" srcId="{33F9B311-5F70-F340-87B1-8AD80491CB9C}" destId="{4DD1200A-4316-184B-8D01-6D4B01BD8657}" srcOrd="1" destOrd="0" presId="urn:microsoft.com/office/officeart/2005/8/layout/pyramid1"/>
    <dgm:cxn modelId="{E9CC86D1-68CA-4B6A-91F3-65E5EC4F34B9}" type="presParOf" srcId="{33F9B311-5F70-F340-87B1-8AD80491CB9C}" destId="{BD8A4DA2-4774-2747-9C4E-431FEDEE116B}" srcOrd="2" destOrd="0" presId="urn:microsoft.com/office/officeart/2005/8/layout/pyramid1"/>
    <dgm:cxn modelId="{A09BCAF6-9F76-401F-A9F2-D1CE03C19097}" type="presParOf" srcId="{33F9B311-5F70-F340-87B1-8AD80491CB9C}" destId="{A86C6DF5-778F-4642-AF29-1D54919DAA9F}" srcOrd="3" destOrd="0" presId="urn:microsoft.com/office/officeart/2005/8/layout/pyramid1"/>
    <dgm:cxn modelId="{52974A1E-FAF5-47AF-BF29-FBFD21CE5D9D}" type="presParOf" srcId="{09A7B802-5403-BD45-9DA3-6DE3D2A79C51}" destId="{767D24E3-5775-B849-B09C-7604895582F2}" srcOrd="2" destOrd="0" presId="urn:microsoft.com/office/officeart/2005/8/layout/pyramid1"/>
    <dgm:cxn modelId="{9355FC0A-76D6-46ED-B876-CBD9FACD574B}" type="presParOf" srcId="{767D24E3-5775-B849-B09C-7604895582F2}" destId="{63798C49-604C-6D4F-B502-7E4BA45356A1}" srcOrd="0" destOrd="0" presId="urn:microsoft.com/office/officeart/2005/8/layout/pyramid1"/>
    <dgm:cxn modelId="{A8159E26-D89E-4E76-A127-EFE910CEE06F}" type="presParOf" srcId="{767D24E3-5775-B849-B09C-7604895582F2}" destId="{E4181917-BB74-094C-83B5-63AA39D3F980}" srcOrd="1" destOrd="0" presId="urn:microsoft.com/office/officeart/2005/8/layout/pyramid1"/>
    <dgm:cxn modelId="{82941479-0C84-41A2-9FEA-E486024138C6}" type="presParOf" srcId="{767D24E3-5775-B849-B09C-7604895582F2}" destId="{680880A8-997B-A541-ADD6-12677C70DBB4}" srcOrd="2" destOrd="0" presId="urn:microsoft.com/office/officeart/2005/8/layout/pyramid1"/>
    <dgm:cxn modelId="{20A0B9E0-F805-4538-9F2B-790CB3D0DD5B}" type="presParOf" srcId="{767D24E3-5775-B849-B09C-7604895582F2}" destId="{41822CAB-1187-974C-A0B2-6CF6E1C887F7}" srcOrd="3" destOrd="0" presId="urn:microsoft.com/office/officeart/2005/8/layout/pyramid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A694A12-486A-BD4B-9D9C-BAF11D622A49}" type="doc">
      <dgm:prSet loTypeId="urn:microsoft.com/office/officeart/2005/8/layout/lProcess2" loCatId="list" qsTypeId="urn:microsoft.com/office/officeart/2005/8/quickstyle/simple4" qsCatId="simple" csTypeId="urn:microsoft.com/office/officeart/2005/8/colors/accent1_2" csCatId="accent1" phldr="1"/>
      <dgm:spPr/>
      <dgm:t>
        <a:bodyPr/>
        <a:lstStyle/>
        <a:p>
          <a:endParaRPr lang="en-US"/>
        </a:p>
      </dgm:t>
    </dgm:pt>
    <dgm:pt modelId="{CEE83846-5B16-DC4A-8838-43F7F24A81D3}">
      <dgm:prSet custT="1"/>
      <dgm:spPr/>
      <dgm:t>
        <a:bodyPr/>
        <a:lstStyle/>
        <a:p>
          <a:pPr rtl="0"/>
          <a:r>
            <a:rPr lang="en-US" sz="2600" b="1" i="0" dirty="0">
              <a:solidFill>
                <a:srgbClr val="0000FF"/>
              </a:solidFill>
            </a:rPr>
            <a:t>Confidentiality</a:t>
          </a:r>
          <a:r>
            <a:rPr lang="en-US" sz="1400" dirty="0">
              <a:solidFill>
                <a:srgbClr val="0000FF"/>
              </a:solidFill>
            </a:rPr>
            <a:t> </a:t>
          </a:r>
        </a:p>
      </dgm:t>
    </dgm:pt>
    <dgm:pt modelId="{9975BC88-DAE3-C94F-859A-3F83FF5FD7F4}" type="parTrans" cxnId="{B2B3512E-0B9B-8644-926C-81297A3E98C4}">
      <dgm:prSet/>
      <dgm:spPr/>
      <dgm:t>
        <a:bodyPr/>
        <a:lstStyle/>
        <a:p>
          <a:endParaRPr lang="en-US">
            <a:solidFill>
              <a:srgbClr val="0000FF"/>
            </a:solidFill>
          </a:endParaRPr>
        </a:p>
      </dgm:t>
    </dgm:pt>
    <dgm:pt modelId="{DF434A2E-243E-D94F-B120-7307862C420F}" type="sibTrans" cxnId="{B2B3512E-0B9B-8644-926C-81297A3E98C4}">
      <dgm:prSet/>
      <dgm:spPr/>
      <dgm:t>
        <a:bodyPr/>
        <a:lstStyle/>
        <a:p>
          <a:endParaRPr lang="en-US">
            <a:solidFill>
              <a:srgbClr val="0000FF"/>
            </a:solidFill>
          </a:endParaRPr>
        </a:p>
      </dgm:t>
    </dgm:pt>
    <dgm:pt modelId="{C2B6F0B7-215C-704E-B592-77A94414EE43}">
      <dgm:prSet custT="1"/>
      <dgm:spPr/>
      <dgm:t>
        <a:bodyPr/>
        <a:lstStyle/>
        <a:p>
          <a:pPr rtl="0"/>
          <a:r>
            <a:rPr lang="en-US" sz="1400" b="1" dirty="0">
              <a:solidFill>
                <a:srgbClr val="0000FF"/>
              </a:solidFill>
            </a:rPr>
            <a:t>Student grade </a:t>
          </a:r>
          <a:r>
            <a:rPr lang="en-US" sz="1400" b="1" dirty="0">
              <a:solidFill>
                <a:srgbClr val="C00000"/>
              </a:solidFill>
            </a:rPr>
            <a:t>information </a:t>
          </a:r>
          <a:r>
            <a:rPr lang="en-US" sz="1400" dirty="0">
              <a:solidFill>
                <a:srgbClr val="C00000"/>
              </a:solidFill>
            </a:rPr>
            <a:t>is an asset whose confidentiality is considered to be highly important by students</a:t>
          </a:r>
        </a:p>
      </dgm:t>
    </dgm:pt>
    <dgm:pt modelId="{93469E97-A0DA-D747-9500-16B7076D980A}" type="parTrans" cxnId="{FB0B5E43-8856-4D46-A97A-307656A092E3}">
      <dgm:prSet/>
      <dgm:spPr/>
      <dgm:t>
        <a:bodyPr/>
        <a:lstStyle/>
        <a:p>
          <a:endParaRPr lang="en-US">
            <a:solidFill>
              <a:srgbClr val="0000FF"/>
            </a:solidFill>
          </a:endParaRPr>
        </a:p>
      </dgm:t>
    </dgm:pt>
    <dgm:pt modelId="{79747BF2-B3DD-3340-B904-44179DA94E45}" type="sibTrans" cxnId="{FB0B5E43-8856-4D46-A97A-307656A092E3}">
      <dgm:prSet/>
      <dgm:spPr/>
      <dgm:t>
        <a:bodyPr/>
        <a:lstStyle/>
        <a:p>
          <a:endParaRPr lang="en-US">
            <a:solidFill>
              <a:srgbClr val="0000FF"/>
            </a:solidFill>
          </a:endParaRPr>
        </a:p>
      </dgm:t>
    </dgm:pt>
    <dgm:pt modelId="{963203C2-9F70-104B-A277-EA054148B921}">
      <dgm:prSet custT="1"/>
      <dgm:spPr/>
      <dgm:t>
        <a:bodyPr/>
        <a:lstStyle/>
        <a:p>
          <a:pPr rtl="0"/>
          <a:r>
            <a:rPr lang="en-US" sz="1400" dirty="0">
              <a:solidFill>
                <a:srgbClr val="FF0000"/>
              </a:solidFill>
            </a:rPr>
            <a:t>Regulated by the Family Educational Rights and Privacy Act (FERPA)</a:t>
          </a:r>
        </a:p>
      </dgm:t>
    </dgm:pt>
    <dgm:pt modelId="{0BD1A170-C88A-9541-BF7D-8D4207554A8D}" type="parTrans" cxnId="{6C835FEA-705C-A04D-928D-05A401096D52}">
      <dgm:prSet/>
      <dgm:spPr/>
      <dgm:t>
        <a:bodyPr/>
        <a:lstStyle/>
        <a:p>
          <a:endParaRPr lang="en-US">
            <a:solidFill>
              <a:srgbClr val="0000FF"/>
            </a:solidFill>
          </a:endParaRPr>
        </a:p>
      </dgm:t>
    </dgm:pt>
    <dgm:pt modelId="{C086E017-CA97-9A43-9DEC-99A41651C309}" type="sibTrans" cxnId="{6C835FEA-705C-A04D-928D-05A401096D52}">
      <dgm:prSet/>
      <dgm:spPr/>
      <dgm:t>
        <a:bodyPr/>
        <a:lstStyle/>
        <a:p>
          <a:endParaRPr lang="en-US">
            <a:solidFill>
              <a:srgbClr val="0000FF"/>
            </a:solidFill>
          </a:endParaRPr>
        </a:p>
      </dgm:t>
    </dgm:pt>
    <dgm:pt modelId="{2A433D58-A534-A549-AAE1-C495A386F008}">
      <dgm:prSet custT="1"/>
      <dgm:spPr/>
      <dgm:t>
        <a:bodyPr/>
        <a:lstStyle/>
        <a:p>
          <a:pPr rtl="0"/>
          <a:r>
            <a:rPr lang="en-US" sz="2600" b="1" dirty="0">
              <a:solidFill>
                <a:srgbClr val="0000FF"/>
              </a:solidFill>
            </a:rPr>
            <a:t>Integrity</a:t>
          </a:r>
        </a:p>
        <a:p>
          <a:pPr rtl="0"/>
          <a:r>
            <a:rPr lang="en-US" sz="2600" b="1" dirty="0">
              <a:solidFill>
                <a:srgbClr val="0000FF"/>
              </a:solidFill>
            </a:rPr>
            <a:t>(consistency)</a:t>
          </a:r>
        </a:p>
      </dgm:t>
    </dgm:pt>
    <dgm:pt modelId="{23537A07-3CC2-3746-9BC4-458C39A6CD7E}" type="parTrans" cxnId="{982DBD62-00E3-4F46-89B1-8849CD48AFFD}">
      <dgm:prSet/>
      <dgm:spPr/>
      <dgm:t>
        <a:bodyPr/>
        <a:lstStyle/>
        <a:p>
          <a:endParaRPr lang="en-US">
            <a:solidFill>
              <a:srgbClr val="0000FF"/>
            </a:solidFill>
          </a:endParaRPr>
        </a:p>
      </dgm:t>
    </dgm:pt>
    <dgm:pt modelId="{787CE5BD-6B18-FA44-9EE8-E70F2414CE73}" type="sibTrans" cxnId="{982DBD62-00E3-4F46-89B1-8849CD48AFFD}">
      <dgm:prSet/>
      <dgm:spPr/>
      <dgm:t>
        <a:bodyPr/>
        <a:lstStyle/>
        <a:p>
          <a:endParaRPr lang="en-US">
            <a:solidFill>
              <a:srgbClr val="0000FF"/>
            </a:solidFill>
          </a:endParaRPr>
        </a:p>
      </dgm:t>
    </dgm:pt>
    <dgm:pt modelId="{226EFB0F-12A8-8445-9510-83F9B4A90FE0}">
      <dgm:prSet custT="1"/>
      <dgm:spPr/>
      <dgm:t>
        <a:bodyPr/>
        <a:lstStyle/>
        <a:p>
          <a:pPr rtl="0"/>
          <a:r>
            <a:rPr lang="en-US" sz="1400" b="1" dirty="0">
              <a:solidFill>
                <a:srgbClr val="0000FF"/>
              </a:solidFill>
            </a:rPr>
            <a:t>Patient information </a:t>
          </a:r>
          <a:r>
            <a:rPr lang="en-US" sz="1400" dirty="0">
              <a:solidFill>
                <a:srgbClr val="C00000"/>
              </a:solidFill>
            </a:rPr>
            <a:t>stored in a database – inaccurate information could result in serious harm or death to a patient and expose the hospital to massive liability</a:t>
          </a:r>
        </a:p>
      </dgm:t>
    </dgm:pt>
    <dgm:pt modelId="{12C4709E-713D-3449-BB83-C773643D72C7}" type="parTrans" cxnId="{F64C9110-1EC1-454B-A271-04A906453B6F}">
      <dgm:prSet/>
      <dgm:spPr/>
      <dgm:t>
        <a:bodyPr/>
        <a:lstStyle/>
        <a:p>
          <a:endParaRPr lang="en-US">
            <a:solidFill>
              <a:srgbClr val="0000FF"/>
            </a:solidFill>
          </a:endParaRPr>
        </a:p>
      </dgm:t>
    </dgm:pt>
    <dgm:pt modelId="{1A2D05D8-4989-D145-B026-673EA2EDE00A}" type="sibTrans" cxnId="{F64C9110-1EC1-454B-A271-04A906453B6F}">
      <dgm:prSet/>
      <dgm:spPr/>
      <dgm:t>
        <a:bodyPr/>
        <a:lstStyle/>
        <a:p>
          <a:endParaRPr lang="en-US">
            <a:solidFill>
              <a:srgbClr val="0000FF"/>
            </a:solidFill>
          </a:endParaRPr>
        </a:p>
      </dgm:t>
    </dgm:pt>
    <dgm:pt modelId="{86688F88-A7C0-2047-9FEA-FF84AAAAB4C5}">
      <dgm:prSet custT="1"/>
      <dgm:spPr/>
      <dgm:t>
        <a:bodyPr/>
        <a:lstStyle/>
        <a:p>
          <a:pPr rtl="0"/>
          <a:r>
            <a:rPr lang="en-US" sz="1400" dirty="0">
              <a:solidFill>
                <a:srgbClr val="0000FF"/>
              </a:solidFill>
            </a:rPr>
            <a:t>A </a:t>
          </a:r>
          <a:r>
            <a:rPr lang="en-US" sz="1400" b="1" dirty="0">
              <a:solidFill>
                <a:srgbClr val="0000FF"/>
              </a:solidFill>
            </a:rPr>
            <a:t>Web site that offers a </a:t>
          </a:r>
          <a:r>
            <a:rPr lang="en-US" sz="1400" b="1" dirty="0">
              <a:solidFill>
                <a:srgbClr val="FF0000"/>
              </a:solidFill>
            </a:rPr>
            <a:t>forum to registered users </a:t>
          </a:r>
          <a:r>
            <a:rPr lang="en-US" sz="1400" dirty="0">
              <a:solidFill>
                <a:srgbClr val="FF0000"/>
              </a:solidFill>
            </a:rPr>
            <a:t>to discuss some specific topic would be assigned a moderate level of integrity</a:t>
          </a:r>
        </a:p>
      </dgm:t>
    </dgm:pt>
    <dgm:pt modelId="{FE91A2EC-6D5D-3449-870C-D4DD01D49DD0}" type="parTrans" cxnId="{47CCF038-5299-824A-92FD-5A074B8DC7AA}">
      <dgm:prSet/>
      <dgm:spPr/>
      <dgm:t>
        <a:bodyPr/>
        <a:lstStyle/>
        <a:p>
          <a:endParaRPr lang="en-US">
            <a:solidFill>
              <a:srgbClr val="0000FF"/>
            </a:solidFill>
          </a:endParaRPr>
        </a:p>
      </dgm:t>
    </dgm:pt>
    <dgm:pt modelId="{A9887F89-6CF5-1746-BCD0-1E94F594067C}" type="sibTrans" cxnId="{47CCF038-5299-824A-92FD-5A074B8DC7AA}">
      <dgm:prSet/>
      <dgm:spPr/>
      <dgm:t>
        <a:bodyPr/>
        <a:lstStyle/>
        <a:p>
          <a:endParaRPr lang="en-US">
            <a:solidFill>
              <a:srgbClr val="0000FF"/>
            </a:solidFill>
          </a:endParaRPr>
        </a:p>
      </dgm:t>
    </dgm:pt>
    <dgm:pt modelId="{034FBF72-5E4A-F147-AA29-7C1D3755292F}">
      <dgm:prSet custT="1"/>
      <dgm:spPr/>
      <dgm:t>
        <a:bodyPr/>
        <a:lstStyle/>
        <a:p>
          <a:pPr rtl="0"/>
          <a:r>
            <a:rPr lang="en-US" sz="1400" dirty="0">
              <a:solidFill>
                <a:srgbClr val="FF0000"/>
              </a:solidFill>
            </a:rPr>
            <a:t>An example of a low-integrity requirement is an anonymous </a:t>
          </a:r>
          <a:r>
            <a:rPr lang="en-US" sz="1400" b="1" dirty="0">
              <a:solidFill>
                <a:srgbClr val="FF0000"/>
              </a:solidFill>
            </a:rPr>
            <a:t>online poll</a:t>
          </a:r>
        </a:p>
      </dgm:t>
    </dgm:pt>
    <dgm:pt modelId="{46C2BA37-6A92-0440-81BD-ACEB97715F7E}" type="parTrans" cxnId="{75F76FC4-D21F-8A45-858A-F0BD51619317}">
      <dgm:prSet/>
      <dgm:spPr/>
      <dgm:t>
        <a:bodyPr/>
        <a:lstStyle/>
        <a:p>
          <a:endParaRPr lang="en-US">
            <a:solidFill>
              <a:srgbClr val="0000FF"/>
            </a:solidFill>
          </a:endParaRPr>
        </a:p>
      </dgm:t>
    </dgm:pt>
    <dgm:pt modelId="{E5FF3B80-53BA-C342-BAFD-EA684487F7EA}" type="sibTrans" cxnId="{75F76FC4-D21F-8A45-858A-F0BD51619317}">
      <dgm:prSet/>
      <dgm:spPr/>
      <dgm:t>
        <a:bodyPr/>
        <a:lstStyle/>
        <a:p>
          <a:endParaRPr lang="en-US">
            <a:solidFill>
              <a:srgbClr val="0000FF"/>
            </a:solidFill>
          </a:endParaRPr>
        </a:p>
      </dgm:t>
    </dgm:pt>
    <dgm:pt modelId="{9F2C9523-7EFE-8045-A72C-43930C5D2446}">
      <dgm:prSet custT="1"/>
      <dgm:spPr/>
      <dgm:t>
        <a:bodyPr/>
        <a:lstStyle/>
        <a:p>
          <a:pPr rtl="0"/>
          <a:r>
            <a:rPr lang="en-US" sz="2600" b="1" i="0" dirty="0">
              <a:solidFill>
                <a:srgbClr val="0000FF"/>
              </a:solidFill>
            </a:rPr>
            <a:t>Availability</a:t>
          </a:r>
        </a:p>
      </dgm:t>
    </dgm:pt>
    <dgm:pt modelId="{AB1499F2-160F-8E49-B547-EB2701E0CCB3}" type="parTrans" cxnId="{44DF6120-93A0-604E-9A06-2FDF0EA7F7E6}">
      <dgm:prSet/>
      <dgm:spPr/>
      <dgm:t>
        <a:bodyPr/>
        <a:lstStyle/>
        <a:p>
          <a:endParaRPr lang="en-US">
            <a:solidFill>
              <a:srgbClr val="0000FF"/>
            </a:solidFill>
          </a:endParaRPr>
        </a:p>
      </dgm:t>
    </dgm:pt>
    <dgm:pt modelId="{B56B498C-4249-E849-9494-1B2D602B8604}" type="sibTrans" cxnId="{44DF6120-93A0-604E-9A06-2FDF0EA7F7E6}">
      <dgm:prSet/>
      <dgm:spPr/>
      <dgm:t>
        <a:bodyPr/>
        <a:lstStyle/>
        <a:p>
          <a:endParaRPr lang="en-US">
            <a:solidFill>
              <a:srgbClr val="0000FF"/>
            </a:solidFill>
          </a:endParaRPr>
        </a:p>
      </dgm:t>
    </dgm:pt>
    <dgm:pt modelId="{59D580C2-D51C-4946-80A2-13FBA42A934D}">
      <dgm:prSet custT="1"/>
      <dgm:spPr/>
      <dgm:t>
        <a:bodyPr/>
        <a:lstStyle/>
        <a:p>
          <a:pPr rtl="0"/>
          <a:r>
            <a:rPr lang="en-US" sz="1400" dirty="0">
              <a:solidFill>
                <a:srgbClr val="FF0000"/>
              </a:solidFill>
            </a:rPr>
            <a:t>The </a:t>
          </a:r>
          <a:r>
            <a:rPr lang="en-US" sz="1400" b="1" dirty="0">
              <a:solidFill>
                <a:srgbClr val="FF0000"/>
              </a:solidFill>
            </a:rPr>
            <a:t>more critical a component or service</a:t>
          </a:r>
          <a:r>
            <a:rPr lang="en-US" sz="1400" dirty="0">
              <a:solidFill>
                <a:srgbClr val="FF0000"/>
              </a:solidFill>
            </a:rPr>
            <a:t>, the higher the level of availability required</a:t>
          </a:r>
        </a:p>
      </dgm:t>
    </dgm:pt>
    <dgm:pt modelId="{188FA107-D78B-CA45-AF07-B20392695F09}" type="parTrans" cxnId="{C323D7B1-AE75-6B48-8CA6-A10E96B1A184}">
      <dgm:prSet/>
      <dgm:spPr/>
      <dgm:t>
        <a:bodyPr/>
        <a:lstStyle/>
        <a:p>
          <a:endParaRPr lang="en-US">
            <a:solidFill>
              <a:srgbClr val="0000FF"/>
            </a:solidFill>
          </a:endParaRPr>
        </a:p>
      </dgm:t>
    </dgm:pt>
    <dgm:pt modelId="{4E86150A-47F0-824D-BE6A-857E822126ED}" type="sibTrans" cxnId="{C323D7B1-AE75-6B48-8CA6-A10E96B1A184}">
      <dgm:prSet/>
      <dgm:spPr/>
      <dgm:t>
        <a:bodyPr/>
        <a:lstStyle/>
        <a:p>
          <a:endParaRPr lang="en-US">
            <a:solidFill>
              <a:srgbClr val="0000FF"/>
            </a:solidFill>
          </a:endParaRPr>
        </a:p>
      </dgm:t>
    </dgm:pt>
    <dgm:pt modelId="{C4A0DB89-7CC9-4045-B28F-308662009F9D}">
      <dgm:prSet custT="1"/>
      <dgm:spPr/>
      <dgm:t>
        <a:bodyPr/>
        <a:lstStyle/>
        <a:p>
          <a:pPr rtl="0"/>
          <a:r>
            <a:rPr lang="en-US" sz="1400" dirty="0">
              <a:solidFill>
                <a:srgbClr val="FF0000"/>
              </a:solidFill>
            </a:rPr>
            <a:t>A moderate availability requirement is </a:t>
          </a:r>
          <a:r>
            <a:rPr lang="en-US" sz="1400" b="1" dirty="0">
              <a:solidFill>
                <a:srgbClr val="FF0000"/>
              </a:solidFill>
            </a:rPr>
            <a:t>a public Web site for a university</a:t>
          </a:r>
        </a:p>
      </dgm:t>
    </dgm:pt>
    <dgm:pt modelId="{DD04458C-D30E-B34E-A977-E579A16E937E}" type="parTrans" cxnId="{9A6AEFB6-FD52-CD4C-A0EB-DCBBCB483A93}">
      <dgm:prSet/>
      <dgm:spPr/>
      <dgm:t>
        <a:bodyPr/>
        <a:lstStyle/>
        <a:p>
          <a:endParaRPr lang="en-US">
            <a:solidFill>
              <a:srgbClr val="0000FF"/>
            </a:solidFill>
          </a:endParaRPr>
        </a:p>
      </dgm:t>
    </dgm:pt>
    <dgm:pt modelId="{DBC0CD74-A63F-194B-A6E9-E4EF8214CF21}" type="sibTrans" cxnId="{9A6AEFB6-FD52-CD4C-A0EB-DCBBCB483A93}">
      <dgm:prSet/>
      <dgm:spPr/>
      <dgm:t>
        <a:bodyPr/>
        <a:lstStyle/>
        <a:p>
          <a:endParaRPr lang="en-US">
            <a:solidFill>
              <a:srgbClr val="0000FF"/>
            </a:solidFill>
          </a:endParaRPr>
        </a:p>
      </dgm:t>
    </dgm:pt>
    <dgm:pt modelId="{1B57A700-E072-CE42-B289-EEFD204E9898}">
      <dgm:prSet custT="1"/>
      <dgm:spPr/>
      <dgm:t>
        <a:bodyPr/>
        <a:lstStyle/>
        <a:p>
          <a:pPr rtl="0"/>
          <a:r>
            <a:rPr lang="en-US" sz="1400" dirty="0">
              <a:solidFill>
                <a:srgbClr val="FF0000"/>
              </a:solidFill>
            </a:rPr>
            <a:t>An </a:t>
          </a:r>
          <a:r>
            <a:rPr lang="en-US" sz="1400" b="1" dirty="0">
              <a:solidFill>
                <a:srgbClr val="FF0000"/>
              </a:solidFill>
            </a:rPr>
            <a:t>online telephone directory lookup </a:t>
          </a:r>
          <a:r>
            <a:rPr lang="en-US" sz="1400" dirty="0">
              <a:solidFill>
                <a:srgbClr val="FF0000"/>
              </a:solidFill>
            </a:rPr>
            <a:t>application would be classified as a low-availability requirement</a:t>
          </a:r>
        </a:p>
      </dgm:t>
    </dgm:pt>
    <dgm:pt modelId="{FBF1A58A-2CDC-EB4B-838D-CD40DF6D2BA9}" type="parTrans" cxnId="{B3FF1399-8F8F-6D4F-B286-D006A8DDED9F}">
      <dgm:prSet/>
      <dgm:spPr/>
      <dgm:t>
        <a:bodyPr/>
        <a:lstStyle/>
        <a:p>
          <a:endParaRPr lang="en-US">
            <a:solidFill>
              <a:srgbClr val="0000FF"/>
            </a:solidFill>
          </a:endParaRPr>
        </a:p>
      </dgm:t>
    </dgm:pt>
    <dgm:pt modelId="{F47F6AC5-6892-E149-BE99-71B88829B3ED}" type="sibTrans" cxnId="{B3FF1399-8F8F-6D4F-B286-D006A8DDED9F}">
      <dgm:prSet/>
      <dgm:spPr/>
      <dgm:t>
        <a:bodyPr/>
        <a:lstStyle/>
        <a:p>
          <a:endParaRPr lang="en-US">
            <a:solidFill>
              <a:srgbClr val="0000FF"/>
            </a:solidFill>
          </a:endParaRPr>
        </a:p>
      </dgm:t>
    </dgm:pt>
    <dgm:pt modelId="{532A52E4-C168-D843-BA15-1DAD0E5EA2E6}" type="pres">
      <dgm:prSet presAssocID="{9A694A12-486A-BD4B-9D9C-BAF11D622A49}" presName="theList" presStyleCnt="0">
        <dgm:presLayoutVars>
          <dgm:dir/>
          <dgm:animLvl val="lvl"/>
          <dgm:resizeHandles val="exact"/>
        </dgm:presLayoutVars>
      </dgm:prSet>
      <dgm:spPr/>
    </dgm:pt>
    <dgm:pt modelId="{9EA179EA-3888-7343-A557-AB247DE62276}" type="pres">
      <dgm:prSet presAssocID="{CEE83846-5B16-DC4A-8838-43F7F24A81D3}" presName="compNode" presStyleCnt="0"/>
      <dgm:spPr/>
    </dgm:pt>
    <dgm:pt modelId="{E74AF64B-A620-0C45-B247-92C87E1A3C8C}" type="pres">
      <dgm:prSet presAssocID="{CEE83846-5B16-DC4A-8838-43F7F24A81D3}" presName="aNode" presStyleLbl="bgShp" presStyleIdx="0" presStyleCnt="3"/>
      <dgm:spPr/>
    </dgm:pt>
    <dgm:pt modelId="{2161F7D6-FF96-1940-98EA-E6F3091E1330}" type="pres">
      <dgm:prSet presAssocID="{CEE83846-5B16-DC4A-8838-43F7F24A81D3}" presName="textNode" presStyleLbl="bgShp" presStyleIdx="0" presStyleCnt="3"/>
      <dgm:spPr/>
    </dgm:pt>
    <dgm:pt modelId="{B8EDC57D-0154-5C41-9A02-2E02664088A6}" type="pres">
      <dgm:prSet presAssocID="{CEE83846-5B16-DC4A-8838-43F7F24A81D3}" presName="compChildNode" presStyleCnt="0"/>
      <dgm:spPr/>
    </dgm:pt>
    <dgm:pt modelId="{F536254B-706F-9A40-869A-ECCD30C95B63}" type="pres">
      <dgm:prSet presAssocID="{CEE83846-5B16-DC4A-8838-43F7F24A81D3}" presName="theInnerList" presStyleCnt="0"/>
      <dgm:spPr/>
    </dgm:pt>
    <dgm:pt modelId="{A0B257B1-4772-E04B-B67D-0B8E72B82E14}" type="pres">
      <dgm:prSet presAssocID="{C2B6F0B7-215C-704E-B592-77A94414EE43}" presName="childNode" presStyleLbl="node1" presStyleIdx="0" presStyleCnt="8">
        <dgm:presLayoutVars>
          <dgm:bulletEnabled val="1"/>
        </dgm:presLayoutVars>
      </dgm:prSet>
      <dgm:spPr/>
    </dgm:pt>
    <dgm:pt modelId="{AC4919B2-7F8E-574D-91E2-C0662BBE2B27}" type="pres">
      <dgm:prSet presAssocID="{C2B6F0B7-215C-704E-B592-77A94414EE43}" presName="aSpace2" presStyleCnt="0"/>
      <dgm:spPr/>
    </dgm:pt>
    <dgm:pt modelId="{8AAEFCBD-DCF7-3A40-81C8-F39E2CD36756}" type="pres">
      <dgm:prSet presAssocID="{963203C2-9F70-104B-A277-EA054148B921}" presName="childNode" presStyleLbl="node1" presStyleIdx="1" presStyleCnt="8">
        <dgm:presLayoutVars>
          <dgm:bulletEnabled val="1"/>
        </dgm:presLayoutVars>
      </dgm:prSet>
      <dgm:spPr/>
    </dgm:pt>
    <dgm:pt modelId="{58DFC691-FC2F-E046-8B32-30A019DFD420}" type="pres">
      <dgm:prSet presAssocID="{CEE83846-5B16-DC4A-8838-43F7F24A81D3}" presName="aSpace" presStyleCnt="0"/>
      <dgm:spPr/>
    </dgm:pt>
    <dgm:pt modelId="{285E32A2-E07E-DF4E-927F-35E7722DA3F2}" type="pres">
      <dgm:prSet presAssocID="{2A433D58-A534-A549-AAE1-C495A386F008}" presName="compNode" presStyleCnt="0"/>
      <dgm:spPr/>
    </dgm:pt>
    <dgm:pt modelId="{5B96D207-34DF-0F4C-8BB6-6CEB0EF67ADA}" type="pres">
      <dgm:prSet presAssocID="{2A433D58-A534-A549-AAE1-C495A386F008}" presName="aNode" presStyleLbl="bgShp" presStyleIdx="1" presStyleCnt="3"/>
      <dgm:spPr/>
    </dgm:pt>
    <dgm:pt modelId="{A7D2D34E-21DF-1344-A460-AB97E14192B1}" type="pres">
      <dgm:prSet presAssocID="{2A433D58-A534-A549-AAE1-C495A386F008}" presName="textNode" presStyleLbl="bgShp" presStyleIdx="1" presStyleCnt="3"/>
      <dgm:spPr/>
    </dgm:pt>
    <dgm:pt modelId="{3E62D97E-E6AB-C042-A582-E90DBEEA9F64}" type="pres">
      <dgm:prSet presAssocID="{2A433D58-A534-A549-AAE1-C495A386F008}" presName="compChildNode" presStyleCnt="0"/>
      <dgm:spPr/>
    </dgm:pt>
    <dgm:pt modelId="{D8834E4B-B022-6545-9CDE-75B8253A7364}" type="pres">
      <dgm:prSet presAssocID="{2A433D58-A534-A549-AAE1-C495A386F008}" presName="theInnerList" presStyleCnt="0"/>
      <dgm:spPr/>
    </dgm:pt>
    <dgm:pt modelId="{9A869599-A3BA-2140-965B-480788ED7672}" type="pres">
      <dgm:prSet presAssocID="{226EFB0F-12A8-8445-9510-83F9B4A90FE0}" presName="childNode" presStyleLbl="node1" presStyleIdx="2" presStyleCnt="8" custScaleX="98462" custScaleY="255695" custLinFactNeighborX="0" custLinFactNeighborY="-67541">
        <dgm:presLayoutVars>
          <dgm:bulletEnabled val="1"/>
        </dgm:presLayoutVars>
      </dgm:prSet>
      <dgm:spPr/>
    </dgm:pt>
    <dgm:pt modelId="{1FE4284F-F3A4-2247-A956-BE7CA5BD4DD7}" type="pres">
      <dgm:prSet presAssocID="{226EFB0F-12A8-8445-9510-83F9B4A90FE0}" presName="aSpace2" presStyleCnt="0"/>
      <dgm:spPr/>
    </dgm:pt>
    <dgm:pt modelId="{B2B9CB2D-DEBC-5E45-BCC2-2317E85CF5BE}" type="pres">
      <dgm:prSet presAssocID="{86688F88-A7C0-2047-9FEA-FF84AAAAB4C5}" presName="childNode" presStyleLbl="node1" presStyleIdx="3" presStyleCnt="8" custScaleY="167688">
        <dgm:presLayoutVars>
          <dgm:bulletEnabled val="1"/>
        </dgm:presLayoutVars>
      </dgm:prSet>
      <dgm:spPr/>
    </dgm:pt>
    <dgm:pt modelId="{4CA7819A-3AA1-1F4C-BB7F-6BDF72A30B32}" type="pres">
      <dgm:prSet presAssocID="{86688F88-A7C0-2047-9FEA-FF84AAAAB4C5}" presName="aSpace2" presStyleCnt="0"/>
      <dgm:spPr/>
    </dgm:pt>
    <dgm:pt modelId="{20DD891D-54C2-1049-9497-5E2B68136E99}" type="pres">
      <dgm:prSet presAssocID="{034FBF72-5E4A-F147-AA29-7C1D3755292F}" presName="childNode" presStyleLbl="node1" presStyleIdx="4" presStyleCnt="8">
        <dgm:presLayoutVars>
          <dgm:bulletEnabled val="1"/>
        </dgm:presLayoutVars>
      </dgm:prSet>
      <dgm:spPr/>
    </dgm:pt>
    <dgm:pt modelId="{65830766-6A61-3D41-AC79-D55AB3C5CD4C}" type="pres">
      <dgm:prSet presAssocID="{2A433D58-A534-A549-AAE1-C495A386F008}" presName="aSpace" presStyleCnt="0"/>
      <dgm:spPr/>
    </dgm:pt>
    <dgm:pt modelId="{61D445CF-8499-4749-AA31-FC085C626A6C}" type="pres">
      <dgm:prSet presAssocID="{9F2C9523-7EFE-8045-A72C-43930C5D2446}" presName="compNode" presStyleCnt="0"/>
      <dgm:spPr/>
    </dgm:pt>
    <dgm:pt modelId="{F31C69FC-F97D-C847-A4D6-679EEDFECE0D}" type="pres">
      <dgm:prSet presAssocID="{9F2C9523-7EFE-8045-A72C-43930C5D2446}" presName="aNode" presStyleLbl="bgShp" presStyleIdx="2" presStyleCnt="3"/>
      <dgm:spPr/>
    </dgm:pt>
    <dgm:pt modelId="{0D0E15B1-8A9B-8144-A78D-5F2B88805522}" type="pres">
      <dgm:prSet presAssocID="{9F2C9523-7EFE-8045-A72C-43930C5D2446}" presName="textNode" presStyleLbl="bgShp" presStyleIdx="2" presStyleCnt="3"/>
      <dgm:spPr/>
    </dgm:pt>
    <dgm:pt modelId="{3FFA3B65-DFFC-5841-B9A5-E984FEBED227}" type="pres">
      <dgm:prSet presAssocID="{9F2C9523-7EFE-8045-A72C-43930C5D2446}" presName="compChildNode" presStyleCnt="0"/>
      <dgm:spPr/>
    </dgm:pt>
    <dgm:pt modelId="{260E00A4-5A9D-CE43-8D9F-C580FC30B8B7}" type="pres">
      <dgm:prSet presAssocID="{9F2C9523-7EFE-8045-A72C-43930C5D2446}" presName="theInnerList" presStyleCnt="0"/>
      <dgm:spPr/>
    </dgm:pt>
    <dgm:pt modelId="{362B08EA-3F81-CB4A-B772-E14DBE4CD014}" type="pres">
      <dgm:prSet presAssocID="{59D580C2-D51C-4946-80A2-13FBA42A934D}" presName="childNode" presStyleLbl="node1" presStyleIdx="5" presStyleCnt="8">
        <dgm:presLayoutVars>
          <dgm:bulletEnabled val="1"/>
        </dgm:presLayoutVars>
      </dgm:prSet>
      <dgm:spPr/>
    </dgm:pt>
    <dgm:pt modelId="{FF630DC4-77F2-F34C-81B8-1CA106591F3D}" type="pres">
      <dgm:prSet presAssocID="{59D580C2-D51C-4946-80A2-13FBA42A934D}" presName="aSpace2" presStyleCnt="0"/>
      <dgm:spPr/>
    </dgm:pt>
    <dgm:pt modelId="{63DBCA6F-433F-F94D-A40C-40EAF6EC76AE}" type="pres">
      <dgm:prSet presAssocID="{C4A0DB89-7CC9-4045-B28F-308662009F9D}" presName="childNode" presStyleLbl="node1" presStyleIdx="6" presStyleCnt="8">
        <dgm:presLayoutVars>
          <dgm:bulletEnabled val="1"/>
        </dgm:presLayoutVars>
      </dgm:prSet>
      <dgm:spPr/>
    </dgm:pt>
    <dgm:pt modelId="{E9DEEFE6-836F-D441-9188-257E017A6E0E}" type="pres">
      <dgm:prSet presAssocID="{C4A0DB89-7CC9-4045-B28F-308662009F9D}" presName="aSpace2" presStyleCnt="0"/>
      <dgm:spPr/>
    </dgm:pt>
    <dgm:pt modelId="{869AD6AC-C370-714E-AA4A-B92F8AEBFD68}" type="pres">
      <dgm:prSet presAssocID="{1B57A700-E072-CE42-B289-EEFD204E9898}" presName="childNode" presStyleLbl="node1" presStyleIdx="7" presStyleCnt="8">
        <dgm:presLayoutVars>
          <dgm:bulletEnabled val="1"/>
        </dgm:presLayoutVars>
      </dgm:prSet>
      <dgm:spPr/>
    </dgm:pt>
  </dgm:ptLst>
  <dgm:cxnLst>
    <dgm:cxn modelId="{F64C9110-1EC1-454B-A271-04A906453B6F}" srcId="{2A433D58-A534-A549-AAE1-C495A386F008}" destId="{226EFB0F-12A8-8445-9510-83F9B4A90FE0}" srcOrd="0" destOrd="0" parTransId="{12C4709E-713D-3449-BB83-C773643D72C7}" sibTransId="{1A2D05D8-4989-D145-B026-673EA2EDE00A}"/>
    <dgm:cxn modelId="{C0E4A519-FF61-454F-B756-1E302E8F919F}" type="presOf" srcId="{2A433D58-A534-A549-AAE1-C495A386F008}" destId="{5B96D207-34DF-0F4C-8BB6-6CEB0EF67ADA}" srcOrd="0" destOrd="0" presId="urn:microsoft.com/office/officeart/2005/8/layout/lProcess2"/>
    <dgm:cxn modelId="{44DF6120-93A0-604E-9A06-2FDF0EA7F7E6}" srcId="{9A694A12-486A-BD4B-9D9C-BAF11D622A49}" destId="{9F2C9523-7EFE-8045-A72C-43930C5D2446}" srcOrd="2" destOrd="0" parTransId="{AB1499F2-160F-8E49-B547-EB2701E0CCB3}" sibTransId="{B56B498C-4249-E849-9494-1B2D602B8604}"/>
    <dgm:cxn modelId="{B2B3512E-0B9B-8644-926C-81297A3E98C4}" srcId="{9A694A12-486A-BD4B-9D9C-BAF11D622A49}" destId="{CEE83846-5B16-DC4A-8838-43F7F24A81D3}" srcOrd="0" destOrd="0" parTransId="{9975BC88-DAE3-C94F-859A-3F83FF5FD7F4}" sibTransId="{DF434A2E-243E-D94F-B120-7307862C420F}"/>
    <dgm:cxn modelId="{0A1F1238-D699-4608-B226-07B32B4D9E17}" type="presOf" srcId="{C4A0DB89-7CC9-4045-B28F-308662009F9D}" destId="{63DBCA6F-433F-F94D-A40C-40EAF6EC76AE}" srcOrd="0" destOrd="0" presId="urn:microsoft.com/office/officeart/2005/8/layout/lProcess2"/>
    <dgm:cxn modelId="{47CCF038-5299-824A-92FD-5A074B8DC7AA}" srcId="{2A433D58-A534-A549-AAE1-C495A386F008}" destId="{86688F88-A7C0-2047-9FEA-FF84AAAAB4C5}" srcOrd="1" destOrd="0" parTransId="{FE91A2EC-6D5D-3449-870C-D4DD01D49DD0}" sibTransId="{A9887F89-6CF5-1746-BCD0-1E94F594067C}"/>
    <dgm:cxn modelId="{982DBD62-00E3-4F46-89B1-8849CD48AFFD}" srcId="{9A694A12-486A-BD4B-9D9C-BAF11D622A49}" destId="{2A433D58-A534-A549-AAE1-C495A386F008}" srcOrd="1" destOrd="0" parTransId="{23537A07-3CC2-3746-9BC4-458C39A6CD7E}" sibTransId="{787CE5BD-6B18-FA44-9EE8-E70F2414CE73}"/>
    <dgm:cxn modelId="{FB0B5E43-8856-4D46-A97A-307656A092E3}" srcId="{CEE83846-5B16-DC4A-8838-43F7F24A81D3}" destId="{C2B6F0B7-215C-704E-B592-77A94414EE43}" srcOrd="0" destOrd="0" parTransId="{93469E97-A0DA-D747-9500-16B7076D980A}" sibTransId="{79747BF2-B3DD-3340-B904-44179DA94E45}"/>
    <dgm:cxn modelId="{098D7863-2515-480B-9902-5C1BEA5F1A48}" type="presOf" srcId="{9F2C9523-7EFE-8045-A72C-43930C5D2446}" destId="{0D0E15B1-8A9B-8144-A78D-5F2B88805522}" srcOrd="1" destOrd="0" presId="urn:microsoft.com/office/officeart/2005/8/layout/lProcess2"/>
    <dgm:cxn modelId="{E405CD68-4840-4F7F-9A7F-845E43F6CFD7}" type="presOf" srcId="{2A433D58-A534-A549-AAE1-C495A386F008}" destId="{A7D2D34E-21DF-1344-A460-AB97E14192B1}" srcOrd="1" destOrd="0" presId="urn:microsoft.com/office/officeart/2005/8/layout/lProcess2"/>
    <dgm:cxn modelId="{71025655-D3DE-4287-ADAE-07FB1EE936D5}" type="presOf" srcId="{963203C2-9F70-104B-A277-EA054148B921}" destId="{8AAEFCBD-DCF7-3A40-81C8-F39E2CD36756}" srcOrd="0" destOrd="0" presId="urn:microsoft.com/office/officeart/2005/8/layout/lProcess2"/>
    <dgm:cxn modelId="{2D58D381-BC23-4D0C-839C-ED42FA5A1A3B}" type="presOf" srcId="{59D580C2-D51C-4946-80A2-13FBA42A934D}" destId="{362B08EA-3F81-CB4A-B772-E14DBE4CD014}" srcOrd="0" destOrd="0" presId="urn:microsoft.com/office/officeart/2005/8/layout/lProcess2"/>
    <dgm:cxn modelId="{B0C85C87-E058-40C8-83B5-78CAA6DCFD80}" type="presOf" srcId="{9A694A12-486A-BD4B-9D9C-BAF11D622A49}" destId="{532A52E4-C168-D843-BA15-1DAD0E5EA2E6}" srcOrd="0" destOrd="0" presId="urn:microsoft.com/office/officeart/2005/8/layout/lProcess2"/>
    <dgm:cxn modelId="{AB862B8D-E685-4804-95D4-0CDF89DBDA26}" type="presOf" srcId="{CEE83846-5B16-DC4A-8838-43F7F24A81D3}" destId="{2161F7D6-FF96-1940-98EA-E6F3091E1330}" srcOrd="1" destOrd="0" presId="urn:microsoft.com/office/officeart/2005/8/layout/lProcess2"/>
    <dgm:cxn modelId="{5034BC91-9DA9-4367-BCFD-C1D462AE7351}" type="presOf" srcId="{226EFB0F-12A8-8445-9510-83F9B4A90FE0}" destId="{9A869599-A3BA-2140-965B-480788ED7672}" srcOrd="0" destOrd="0" presId="urn:microsoft.com/office/officeart/2005/8/layout/lProcess2"/>
    <dgm:cxn modelId="{2695B894-56EE-41BE-B9F9-A9F518853497}" type="presOf" srcId="{CEE83846-5B16-DC4A-8838-43F7F24A81D3}" destId="{E74AF64B-A620-0C45-B247-92C87E1A3C8C}" srcOrd="0" destOrd="0" presId="urn:microsoft.com/office/officeart/2005/8/layout/lProcess2"/>
    <dgm:cxn modelId="{34D37798-2B5F-415E-8400-667D2840A125}" type="presOf" srcId="{86688F88-A7C0-2047-9FEA-FF84AAAAB4C5}" destId="{B2B9CB2D-DEBC-5E45-BCC2-2317E85CF5BE}" srcOrd="0" destOrd="0" presId="urn:microsoft.com/office/officeart/2005/8/layout/lProcess2"/>
    <dgm:cxn modelId="{B3FF1399-8F8F-6D4F-B286-D006A8DDED9F}" srcId="{9F2C9523-7EFE-8045-A72C-43930C5D2446}" destId="{1B57A700-E072-CE42-B289-EEFD204E9898}" srcOrd="2" destOrd="0" parTransId="{FBF1A58A-2CDC-EB4B-838D-CD40DF6D2BA9}" sibTransId="{F47F6AC5-6892-E149-BE99-71B88829B3ED}"/>
    <dgm:cxn modelId="{C323D7B1-AE75-6B48-8CA6-A10E96B1A184}" srcId="{9F2C9523-7EFE-8045-A72C-43930C5D2446}" destId="{59D580C2-D51C-4946-80A2-13FBA42A934D}" srcOrd="0" destOrd="0" parTransId="{188FA107-D78B-CA45-AF07-B20392695F09}" sibTransId="{4E86150A-47F0-824D-BE6A-857E822126ED}"/>
    <dgm:cxn modelId="{9A6AEFB6-FD52-CD4C-A0EB-DCBBCB483A93}" srcId="{9F2C9523-7EFE-8045-A72C-43930C5D2446}" destId="{C4A0DB89-7CC9-4045-B28F-308662009F9D}" srcOrd="1" destOrd="0" parTransId="{DD04458C-D30E-B34E-A977-E579A16E937E}" sibTransId="{DBC0CD74-A63F-194B-A6E9-E4EF8214CF21}"/>
    <dgm:cxn modelId="{75F76FC4-D21F-8A45-858A-F0BD51619317}" srcId="{2A433D58-A534-A549-AAE1-C495A386F008}" destId="{034FBF72-5E4A-F147-AA29-7C1D3755292F}" srcOrd="2" destOrd="0" parTransId="{46C2BA37-6A92-0440-81BD-ACEB97715F7E}" sibTransId="{E5FF3B80-53BA-C342-BAFD-EA684487F7EA}"/>
    <dgm:cxn modelId="{7DF035D2-F064-408B-A7B5-E2D6A58A00DE}" type="presOf" srcId="{034FBF72-5E4A-F147-AA29-7C1D3755292F}" destId="{20DD891D-54C2-1049-9497-5E2B68136E99}" srcOrd="0" destOrd="0" presId="urn:microsoft.com/office/officeart/2005/8/layout/lProcess2"/>
    <dgm:cxn modelId="{0C4A39D2-3E3F-4599-BE8C-18EEA0842A31}" type="presOf" srcId="{1B57A700-E072-CE42-B289-EEFD204E9898}" destId="{869AD6AC-C370-714E-AA4A-B92F8AEBFD68}" srcOrd="0" destOrd="0" presId="urn:microsoft.com/office/officeart/2005/8/layout/lProcess2"/>
    <dgm:cxn modelId="{FE0C2BE1-33C2-4A32-AC35-3C62EBEAA5D7}" type="presOf" srcId="{C2B6F0B7-215C-704E-B592-77A94414EE43}" destId="{A0B257B1-4772-E04B-B67D-0B8E72B82E14}" srcOrd="0" destOrd="0" presId="urn:microsoft.com/office/officeart/2005/8/layout/lProcess2"/>
    <dgm:cxn modelId="{6C835FEA-705C-A04D-928D-05A401096D52}" srcId="{CEE83846-5B16-DC4A-8838-43F7F24A81D3}" destId="{963203C2-9F70-104B-A277-EA054148B921}" srcOrd="1" destOrd="0" parTransId="{0BD1A170-C88A-9541-BF7D-8D4207554A8D}" sibTransId="{C086E017-CA97-9A43-9DEC-99A41651C309}"/>
    <dgm:cxn modelId="{61B1EEF7-F1D1-4228-BEC6-082267150C2B}" type="presOf" srcId="{9F2C9523-7EFE-8045-A72C-43930C5D2446}" destId="{F31C69FC-F97D-C847-A4D6-679EEDFECE0D}" srcOrd="0" destOrd="0" presId="urn:microsoft.com/office/officeart/2005/8/layout/lProcess2"/>
    <dgm:cxn modelId="{32C5217F-45DA-430B-83D2-2A32B74D15E1}" type="presParOf" srcId="{532A52E4-C168-D843-BA15-1DAD0E5EA2E6}" destId="{9EA179EA-3888-7343-A557-AB247DE62276}" srcOrd="0" destOrd="0" presId="urn:microsoft.com/office/officeart/2005/8/layout/lProcess2"/>
    <dgm:cxn modelId="{D2CBF6BE-8590-4531-9978-40B17A09F094}" type="presParOf" srcId="{9EA179EA-3888-7343-A557-AB247DE62276}" destId="{E74AF64B-A620-0C45-B247-92C87E1A3C8C}" srcOrd="0" destOrd="0" presId="urn:microsoft.com/office/officeart/2005/8/layout/lProcess2"/>
    <dgm:cxn modelId="{61D57A0F-FF5D-4E12-A33F-B6567344C3C2}" type="presParOf" srcId="{9EA179EA-3888-7343-A557-AB247DE62276}" destId="{2161F7D6-FF96-1940-98EA-E6F3091E1330}" srcOrd="1" destOrd="0" presId="urn:microsoft.com/office/officeart/2005/8/layout/lProcess2"/>
    <dgm:cxn modelId="{826D0F80-5F5E-4FC9-BF79-D09A5A1748D7}" type="presParOf" srcId="{9EA179EA-3888-7343-A557-AB247DE62276}" destId="{B8EDC57D-0154-5C41-9A02-2E02664088A6}" srcOrd="2" destOrd="0" presId="urn:microsoft.com/office/officeart/2005/8/layout/lProcess2"/>
    <dgm:cxn modelId="{FAF9C054-41C8-4B82-9E8E-9B5B9550659F}" type="presParOf" srcId="{B8EDC57D-0154-5C41-9A02-2E02664088A6}" destId="{F536254B-706F-9A40-869A-ECCD30C95B63}" srcOrd="0" destOrd="0" presId="urn:microsoft.com/office/officeart/2005/8/layout/lProcess2"/>
    <dgm:cxn modelId="{EF4FDD2E-8B68-4EAE-BCFB-49D6E9873A2D}" type="presParOf" srcId="{F536254B-706F-9A40-869A-ECCD30C95B63}" destId="{A0B257B1-4772-E04B-B67D-0B8E72B82E14}" srcOrd="0" destOrd="0" presId="urn:microsoft.com/office/officeart/2005/8/layout/lProcess2"/>
    <dgm:cxn modelId="{1C68C31E-8A21-4B7C-9D09-68B33CC6020E}" type="presParOf" srcId="{F536254B-706F-9A40-869A-ECCD30C95B63}" destId="{AC4919B2-7F8E-574D-91E2-C0662BBE2B27}" srcOrd="1" destOrd="0" presId="urn:microsoft.com/office/officeart/2005/8/layout/lProcess2"/>
    <dgm:cxn modelId="{84F06D51-14E9-4743-A526-36E14608F6A7}" type="presParOf" srcId="{F536254B-706F-9A40-869A-ECCD30C95B63}" destId="{8AAEFCBD-DCF7-3A40-81C8-F39E2CD36756}" srcOrd="2" destOrd="0" presId="urn:microsoft.com/office/officeart/2005/8/layout/lProcess2"/>
    <dgm:cxn modelId="{04573998-B45F-4EC0-BF37-2BAA1EA99FD4}" type="presParOf" srcId="{532A52E4-C168-D843-BA15-1DAD0E5EA2E6}" destId="{58DFC691-FC2F-E046-8B32-30A019DFD420}" srcOrd="1" destOrd="0" presId="urn:microsoft.com/office/officeart/2005/8/layout/lProcess2"/>
    <dgm:cxn modelId="{F0AE6264-6B4C-4567-8972-E42CF656FB4A}" type="presParOf" srcId="{532A52E4-C168-D843-BA15-1DAD0E5EA2E6}" destId="{285E32A2-E07E-DF4E-927F-35E7722DA3F2}" srcOrd="2" destOrd="0" presId="urn:microsoft.com/office/officeart/2005/8/layout/lProcess2"/>
    <dgm:cxn modelId="{07545D0E-D347-4878-AB73-B915BBAF870B}" type="presParOf" srcId="{285E32A2-E07E-DF4E-927F-35E7722DA3F2}" destId="{5B96D207-34DF-0F4C-8BB6-6CEB0EF67ADA}" srcOrd="0" destOrd="0" presId="urn:microsoft.com/office/officeart/2005/8/layout/lProcess2"/>
    <dgm:cxn modelId="{A2A4D5F3-133C-44BE-9A56-C8A99B069D04}" type="presParOf" srcId="{285E32A2-E07E-DF4E-927F-35E7722DA3F2}" destId="{A7D2D34E-21DF-1344-A460-AB97E14192B1}" srcOrd="1" destOrd="0" presId="urn:microsoft.com/office/officeart/2005/8/layout/lProcess2"/>
    <dgm:cxn modelId="{4FDDAD37-0C23-47B1-906C-21B7EBFB51DE}" type="presParOf" srcId="{285E32A2-E07E-DF4E-927F-35E7722DA3F2}" destId="{3E62D97E-E6AB-C042-A582-E90DBEEA9F64}" srcOrd="2" destOrd="0" presId="urn:microsoft.com/office/officeart/2005/8/layout/lProcess2"/>
    <dgm:cxn modelId="{1FC53536-989E-4CCD-BE31-B6DDB1CFF5C7}" type="presParOf" srcId="{3E62D97E-E6AB-C042-A582-E90DBEEA9F64}" destId="{D8834E4B-B022-6545-9CDE-75B8253A7364}" srcOrd="0" destOrd="0" presId="urn:microsoft.com/office/officeart/2005/8/layout/lProcess2"/>
    <dgm:cxn modelId="{829F1257-6EF8-4C4F-9220-FA47B7519973}" type="presParOf" srcId="{D8834E4B-B022-6545-9CDE-75B8253A7364}" destId="{9A869599-A3BA-2140-965B-480788ED7672}" srcOrd="0" destOrd="0" presId="urn:microsoft.com/office/officeart/2005/8/layout/lProcess2"/>
    <dgm:cxn modelId="{D9F2F506-1982-43DA-BDFC-96BFFE4CA7C9}" type="presParOf" srcId="{D8834E4B-B022-6545-9CDE-75B8253A7364}" destId="{1FE4284F-F3A4-2247-A956-BE7CA5BD4DD7}" srcOrd="1" destOrd="0" presId="urn:microsoft.com/office/officeart/2005/8/layout/lProcess2"/>
    <dgm:cxn modelId="{E2BE8908-3D13-4A73-B8CC-4885E894CC76}" type="presParOf" srcId="{D8834E4B-B022-6545-9CDE-75B8253A7364}" destId="{B2B9CB2D-DEBC-5E45-BCC2-2317E85CF5BE}" srcOrd="2" destOrd="0" presId="urn:microsoft.com/office/officeart/2005/8/layout/lProcess2"/>
    <dgm:cxn modelId="{6D6FD955-2DAD-45E5-8D36-5E68B78618A4}" type="presParOf" srcId="{D8834E4B-B022-6545-9CDE-75B8253A7364}" destId="{4CA7819A-3AA1-1F4C-BB7F-6BDF72A30B32}" srcOrd="3" destOrd="0" presId="urn:microsoft.com/office/officeart/2005/8/layout/lProcess2"/>
    <dgm:cxn modelId="{97905981-A975-4766-8061-0BBE62E8A8E2}" type="presParOf" srcId="{D8834E4B-B022-6545-9CDE-75B8253A7364}" destId="{20DD891D-54C2-1049-9497-5E2B68136E99}" srcOrd="4" destOrd="0" presId="urn:microsoft.com/office/officeart/2005/8/layout/lProcess2"/>
    <dgm:cxn modelId="{41173336-C4BF-41BB-9BA3-D7D939C1CB97}" type="presParOf" srcId="{532A52E4-C168-D843-BA15-1DAD0E5EA2E6}" destId="{65830766-6A61-3D41-AC79-D55AB3C5CD4C}" srcOrd="3" destOrd="0" presId="urn:microsoft.com/office/officeart/2005/8/layout/lProcess2"/>
    <dgm:cxn modelId="{DD24BDB8-6CAF-4873-8C58-D3CCC4908F14}" type="presParOf" srcId="{532A52E4-C168-D843-BA15-1DAD0E5EA2E6}" destId="{61D445CF-8499-4749-AA31-FC085C626A6C}" srcOrd="4" destOrd="0" presId="urn:microsoft.com/office/officeart/2005/8/layout/lProcess2"/>
    <dgm:cxn modelId="{C46CA4E3-3054-473E-9151-08B93B54239E}" type="presParOf" srcId="{61D445CF-8499-4749-AA31-FC085C626A6C}" destId="{F31C69FC-F97D-C847-A4D6-679EEDFECE0D}" srcOrd="0" destOrd="0" presId="urn:microsoft.com/office/officeart/2005/8/layout/lProcess2"/>
    <dgm:cxn modelId="{A1B27358-0DFA-46E2-BBE7-6CCEBAD49FF2}" type="presParOf" srcId="{61D445CF-8499-4749-AA31-FC085C626A6C}" destId="{0D0E15B1-8A9B-8144-A78D-5F2B88805522}" srcOrd="1" destOrd="0" presId="urn:microsoft.com/office/officeart/2005/8/layout/lProcess2"/>
    <dgm:cxn modelId="{91B4FE6D-3680-4671-90FE-24746F7E1AC6}" type="presParOf" srcId="{61D445CF-8499-4749-AA31-FC085C626A6C}" destId="{3FFA3B65-DFFC-5841-B9A5-E984FEBED227}" srcOrd="2" destOrd="0" presId="urn:microsoft.com/office/officeart/2005/8/layout/lProcess2"/>
    <dgm:cxn modelId="{F3DF8DF2-25E6-4A11-8848-3F40CBDB91B0}" type="presParOf" srcId="{3FFA3B65-DFFC-5841-B9A5-E984FEBED227}" destId="{260E00A4-5A9D-CE43-8D9F-C580FC30B8B7}" srcOrd="0" destOrd="0" presId="urn:microsoft.com/office/officeart/2005/8/layout/lProcess2"/>
    <dgm:cxn modelId="{28BDCE16-F156-4303-8FA1-A8C41137A1F2}" type="presParOf" srcId="{260E00A4-5A9D-CE43-8D9F-C580FC30B8B7}" destId="{362B08EA-3F81-CB4A-B772-E14DBE4CD014}" srcOrd="0" destOrd="0" presId="urn:microsoft.com/office/officeart/2005/8/layout/lProcess2"/>
    <dgm:cxn modelId="{44679E9B-B7C3-4272-8BA2-B062AA8DF21B}" type="presParOf" srcId="{260E00A4-5A9D-CE43-8D9F-C580FC30B8B7}" destId="{FF630DC4-77F2-F34C-81B8-1CA106591F3D}" srcOrd="1" destOrd="0" presId="urn:microsoft.com/office/officeart/2005/8/layout/lProcess2"/>
    <dgm:cxn modelId="{0C0EABE4-A79A-4CB1-9AB0-2FAB2D2B6251}" type="presParOf" srcId="{260E00A4-5A9D-CE43-8D9F-C580FC30B8B7}" destId="{63DBCA6F-433F-F94D-A40C-40EAF6EC76AE}" srcOrd="2" destOrd="0" presId="urn:microsoft.com/office/officeart/2005/8/layout/lProcess2"/>
    <dgm:cxn modelId="{CACE8C0D-DC09-4608-922E-CD8ED7544290}" type="presParOf" srcId="{260E00A4-5A9D-CE43-8D9F-C580FC30B8B7}" destId="{E9DEEFE6-836F-D441-9188-257E017A6E0E}" srcOrd="3" destOrd="0" presId="urn:microsoft.com/office/officeart/2005/8/layout/lProcess2"/>
    <dgm:cxn modelId="{504F60A5-37D7-4627-9359-E6943E9CC27F}" type="presParOf" srcId="{260E00A4-5A9D-CE43-8D9F-C580FC30B8B7}" destId="{869AD6AC-C370-714E-AA4A-B92F8AEBFD68}" srcOrd="4"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A23DCF8-72E3-144A-A633-71F28C732000}" type="doc">
      <dgm:prSet loTypeId="urn:microsoft.com/office/officeart/2005/8/layout/vList5" loCatId="list" qsTypeId="urn:microsoft.com/office/officeart/2005/8/quickstyle/simple4" qsCatId="simple" csTypeId="urn:microsoft.com/office/officeart/2005/8/colors/accent1_2" csCatId="accent1" phldr="1"/>
      <dgm:spPr/>
      <dgm:t>
        <a:bodyPr/>
        <a:lstStyle/>
        <a:p>
          <a:endParaRPr lang="en-US"/>
        </a:p>
      </dgm:t>
    </dgm:pt>
    <dgm:pt modelId="{30ADB79F-CA4C-6F4A-A35A-DE0761546418}">
      <dgm:prSet/>
      <dgm:spPr/>
      <dgm:t>
        <a:bodyPr/>
        <a:lstStyle/>
        <a:p>
          <a:pPr rtl="0"/>
          <a:r>
            <a:rPr lang="en-US" dirty="0">
              <a:solidFill>
                <a:srgbClr val="0000FF"/>
              </a:solidFill>
              <a:effectLst>
                <a:outerShdw blurRad="38100" dist="38100" dir="2700000" algn="tl">
                  <a:srgbClr val="000000">
                    <a:alpha val="43137"/>
                  </a:srgbClr>
                </a:outerShdw>
              </a:effectLst>
            </a:rPr>
            <a:t>Denial of service</a:t>
          </a:r>
        </a:p>
      </dgm:t>
    </dgm:pt>
    <dgm:pt modelId="{19330D82-32F4-C344-B9C8-258F409B90D0}" type="parTrans" cxnId="{7CF4FD84-92C8-CB47-915C-E5C062209235}">
      <dgm:prSet/>
      <dgm:spPr/>
      <dgm:t>
        <a:bodyPr/>
        <a:lstStyle/>
        <a:p>
          <a:endParaRPr lang="en-US"/>
        </a:p>
      </dgm:t>
    </dgm:pt>
    <dgm:pt modelId="{6D2724A0-2B2E-5D48-B49A-5179AE5B6F9F}" type="sibTrans" cxnId="{7CF4FD84-92C8-CB47-915C-E5C062209235}">
      <dgm:prSet/>
      <dgm:spPr/>
      <dgm:t>
        <a:bodyPr/>
        <a:lstStyle/>
        <a:p>
          <a:endParaRPr lang="en-US"/>
        </a:p>
      </dgm:t>
    </dgm:pt>
    <dgm:pt modelId="{51CBC6AB-F765-0E48-BAB6-3306A69BFB80}">
      <dgm:prSet/>
      <dgm:spPr/>
      <dgm:t>
        <a:bodyPr/>
        <a:lstStyle/>
        <a:p>
          <a:pPr rtl="0"/>
          <a:r>
            <a:rPr lang="en-US" dirty="0">
              <a:solidFill>
                <a:srgbClr val="0070C0"/>
              </a:solidFill>
            </a:rPr>
            <a:t>Prevents or inhibits </a:t>
          </a:r>
          <a:r>
            <a:rPr lang="en-US" dirty="0"/>
            <a:t>the normal use or management of communications facilities</a:t>
          </a:r>
        </a:p>
      </dgm:t>
    </dgm:pt>
    <dgm:pt modelId="{4FB1C887-E474-F149-AF8A-C71581115502}" type="parTrans" cxnId="{D11F5749-0EF5-454B-B549-A77BBA8FC2EE}">
      <dgm:prSet/>
      <dgm:spPr/>
      <dgm:t>
        <a:bodyPr/>
        <a:lstStyle/>
        <a:p>
          <a:endParaRPr lang="en-US"/>
        </a:p>
      </dgm:t>
    </dgm:pt>
    <dgm:pt modelId="{630C2376-8BC4-604A-8CFA-8E02CE2826BE}" type="sibTrans" cxnId="{D11F5749-0EF5-454B-B549-A77BBA8FC2EE}">
      <dgm:prSet/>
      <dgm:spPr/>
      <dgm:t>
        <a:bodyPr/>
        <a:lstStyle/>
        <a:p>
          <a:endParaRPr lang="en-US"/>
        </a:p>
      </dgm:t>
    </dgm:pt>
    <dgm:pt modelId="{CC1C70FB-85AF-6244-B643-6B95499E6E93}">
      <dgm:prSet/>
      <dgm:spPr/>
      <dgm:t>
        <a:bodyPr/>
        <a:lstStyle/>
        <a:p>
          <a:pPr rtl="0"/>
          <a:r>
            <a:rPr lang="en-US" dirty="0"/>
            <a:t>Some portion of a legitimate message </a:t>
          </a:r>
          <a:r>
            <a:rPr lang="en-US" dirty="0">
              <a:solidFill>
                <a:srgbClr val="0070C0"/>
              </a:solidFill>
            </a:rPr>
            <a:t>is altered</a:t>
          </a:r>
          <a:r>
            <a:rPr lang="en-US" dirty="0"/>
            <a:t>, or messages are delayed or reordered to produce an </a:t>
          </a:r>
          <a:r>
            <a:rPr lang="en-US" dirty="0">
              <a:solidFill>
                <a:srgbClr val="0070C0"/>
              </a:solidFill>
            </a:rPr>
            <a:t>unauthorized effect</a:t>
          </a:r>
        </a:p>
      </dgm:t>
    </dgm:pt>
    <dgm:pt modelId="{5735F4B0-1362-2E41-9B9D-9009230C3363}" type="sibTrans" cxnId="{E32FB86D-8CDD-E441-B7DF-D4CF624D4B95}">
      <dgm:prSet/>
      <dgm:spPr/>
      <dgm:t>
        <a:bodyPr/>
        <a:lstStyle/>
        <a:p>
          <a:endParaRPr lang="en-US"/>
        </a:p>
      </dgm:t>
    </dgm:pt>
    <dgm:pt modelId="{DB776C5B-EF5D-6D4B-BB9A-C34BC253264F}" type="parTrans" cxnId="{E32FB86D-8CDD-E441-B7DF-D4CF624D4B95}">
      <dgm:prSet/>
      <dgm:spPr/>
      <dgm:t>
        <a:bodyPr/>
        <a:lstStyle/>
        <a:p>
          <a:endParaRPr lang="en-US"/>
        </a:p>
      </dgm:t>
    </dgm:pt>
    <dgm:pt modelId="{08F38FFA-8ADF-244C-B24E-9DC9EBBE1C4A}">
      <dgm:prSet/>
      <dgm:spPr/>
      <dgm:t>
        <a:bodyPr/>
        <a:lstStyle/>
        <a:p>
          <a:pPr rtl="0"/>
          <a:r>
            <a:rPr lang="en-US" dirty="0">
              <a:solidFill>
                <a:srgbClr val="0000FF"/>
              </a:solidFill>
              <a:effectLst>
                <a:outerShdw blurRad="38100" dist="38100" dir="2700000" algn="tl">
                  <a:srgbClr val="000000">
                    <a:alpha val="43137"/>
                  </a:srgbClr>
                </a:outerShdw>
              </a:effectLst>
            </a:rPr>
            <a:t>Modification of messages </a:t>
          </a:r>
        </a:p>
      </dgm:t>
    </dgm:pt>
    <dgm:pt modelId="{EF949317-1634-8C48-A6B0-543CEA09999F}" type="sibTrans" cxnId="{16398D4C-26B7-794D-829E-D81E2A24715B}">
      <dgm:prSet/>
      <dgm:spPr/>
      <dgm:t>
        <a:bodyPr/>
        <a:lstStyle/>
        <a:p>
          <a:endParaRPr lang="en-US"/>
        </a:p>
      </dgm:t>
    </dgm:pt>
    <dgm:pt modelId="{7E87CB23-FAAC-B546-B850-2DB1E9D89BA2}" type="parTrans" cxnId="{16398D4C-26B7-794D-829E-D81E2A24715B}">
      <dgm:prSet/>
      <dgm:spPr/>
      <dgm:t>
        <a:bodyPr/>
        <a:lstStyle/>
        <a:p>
          <a:endParaRPr lang="en-US"/>
        </a:p>
      </dgm:t>
    </dgm:pt>
    <dgm:pt modelId="{E5A23CB2-A4A0-DF49-9E42-3BBF47D1B5A0}" type="pres">
      <dgm:prSet presAssocID="{8A23DCF8-72E3-144A-A633-71F28C732000}" presName="Name0" presStyleCnt="0">
        <dgm:presLayoutVars>
          <dgm:dir/>
          <dgm:animLvl val="lvl"/>
          <dgm:resizeHandles val="exact"/>
        </dgm:presLayoutVars>
      </dgm:prSet>
      <dgm:spPr/>
    </dgm:pt>
    <dgm:pt modelId="{A505A33B-B8BE-CE41-84D2-939A4BC6EBEA}" type="pres">
      <dgm:prSet presAssocID="{08F38FFA-8ADF-244C-B24E-9DC9EBBE1C4A}" presName="linNode" presStyleCnt="0"/>
      <dgm:spPr/>
    </dgm:pt>
    <dgm:pt modelId="{2CDB3922-7DE2-9442-911D-A27BD9574D07}" type="pres">
      <dgm:prSet presAssocID="{08F38FFA-8ADF-244C-B24E-9DC9EBBE1C4A}" presName="parentText" presStyleLbl="node1" presStyleIdx="0" presStyleCnt="2" custScaleY="68771" custLinFactNeighborY="-5695">
        <dgm:presLayoutVars>
          <dgm:chMax val="1"/>
          <dgm:bulletEnabled val="1"/>
        </dgm:presLayoutVars>
      </dgm:prSet>
      <dgm:spPr/>
    </dgm:pt>
    <dgm:pt modelId="{9EB773CD-5155-AE49-A39A-DB646F837512}" type="pres">
      <dgm:prSet presAssocID="{08F38FFA-8ADF-244C-B24E-9DC9EBBE1C4A}" presName="descendantText" presStyleLbl="alignAccFollowNode1" presStyleIdx="0" presStyleCnt="2">
        <dgm:presLayoutVars>
          <dgm:bulletEnabled val="1"/>
        </dgm:presLayoutVars>
      </dgm:prSet>
      <dgm:spPr/>
    </dgm:pt>
    <dgm:pt modelId="{56ED33A7-3B1B-1949-A021-EBC6A625EA93}" type="pres">
      <dgm:prSet presAssocID="{EF949317-1634-8C48-A6B0-543CEA09999F}" presName="sp" presStyleCnt="0"/>
      <dgm:spPr/>
    </dgm:pt>
    <dgm:pt modelId="{950DC070-145A-CE41-B596-BBE10477CBEA}" type="pres">
      <dgm:prSet presAssocID="{30ADB79F-CA4C-6F4A-A35A-DE0761546418}" presName="linNode" presStyleCnt="0"/>
      <dgm:spPr/>
    </dgm:pt>
    <dgm:pt modelId="{4060CB25-2046-3047-B345-AC66DC2A7D59}" type="pres">
      <dgm:prSet presAssocID="{30ADB79F-CA4C-6F4A-A35A-DE0761546418}" presName="parentText" presStyleLbl="node1" presStyleIdx="1" presStyleCnt="2" custScaleY="74366">
        <dgm:presLayoutVars>
          <dgm:chMax val="1"/>
          <dgm:bulletEnabled val="1"/>
        </dgm:presLayoutVars>
      </dgm:prSet>
      <dgm:spPr/>
    </dgm:pt>
    <dgm:pt modelId="{AF865629-E949-B24E-AF0F-CDFF322825BD}" type="pres">
      <dgm:prSet presAssocID="{30ADB79F-CA4C-6F4A-A35A-DE0761546418}" presName="descendantText" presStyleLbl="alignAccFollowNode1" presStyleIdx="1" presStyleCnt="2">
        <dgm:presLayoutVars>
          <dgm:bulletEnabled val="1"/>
        </dgm:presLayoutVars>
      </dgm:prSet>
      <dgm:spPr/>
    </dgm:pt>
  </dgm:ptLst>
  <dgm:cxnLst>
    <dgm:cxn modelId="{E4FAEE03-6A3F-4206-8558-564A17F1D941}" type="presOf" srcId="{8A23DCF8-72E3-144A-A633-71F28C732000}" destId="{E5A23CB2-A4A0-DF49-9E42-3BBF47D1B5A0}" srcOrd="0" destOrd="0" presId="urn:microsoft.com/office/officeart/2005/8/layout/vList5"/>
    <dgm:cxn modelId="{D11F5749-0EF5-454B-B549-A77BBA8FC2EE}" srcId="{30ADB79F-CA4C-6F4A-A35A-DE0761546418}" destId="{51CBC6AB-F765-0E48-BAB6-3306A69BFB80}" srcOrd="0" destOrd="0" parTransId="{4FB1C887-E474-F149-AF8A-C71581115502}" sibTransId="{630C2376-8BC4-604A-8CFA-8E02CE2826BE}"/>
    <dgm:cxn modelId="{16398D4C-26B7-794D-829E-D81E2A24715B}" srcId="{8A23DCF8-72E3-144A-A633-71F28C732000}" destId="{08F38FFA-8ADF-244C-B24E-9DC9EBBE1C4A}" srcOrd="0" destOrd="0" parTransId="{7E87CB23-FAAC-B546-B850-2DB1E9D89BA2}" sibTransId="{EF949317-1634-8C48-A6B0-543CEA09999F}"/>
    <dgm:cxn modelId="{E32FB86D-8CDD-E441-B7DF-D4CF624D4B95}" srcId="{08F38FFA-8ADF-244C-B24E-9DC9EBBE1C4A}" destId="{CC1C70FB-85AF-6244-B643-6B95499E6E93}" srcOrd="0" destOrd="0" parTransId="{DB776C5B-EF5D-6D4B-BB9A-C34BC253264F}" sibTransId="{5735F4B0-1362-2E41-9B9D-9009230C3363}"/>
    <dgm:cxn modelId="{7CF4FD84-92C8-CB47-915C-E5C062209235}" srcId="{8A23DCF8-72E3-144A-A633-71F28C732000}" destId="{30ADB79F-CA4C-6F4A-A35A-DE0761546418}" srcOrd="1" destOrd="0" parTransId="{19330D82-32F4-C344-B9C8-258F409B90D0}" sibTransId="{6D2724A0-2B2E-5D48-B49A-5179AE5B6F9F}"/>
    <dgm:cxn modelId="{1102B68B-AB12-43B2-84B0-9DE7BE672075}" type="presOf" srcId="{CC1C70FB-85AF-6244-B643-6B95499E6E93}" destId="{9EB773CD-5155-AE49-A39A-DB646F837512}" srcOrd="0" destOrd="0" presId="urn:microsoft.com/office/officeart/2005/8/layout/vList5"/>
    <dgm:cxn modelId="{ED2A06D4-2C31-423C-BA7D-86B0A898C881}" type="presOf" srcId="{30ADB79F-CA4C-6F4A-A35A-DE0761546418}" destId="{4060CB25-2046-3047-B345-AC66DC2A7D59}" srcOrd="0" destOrd="0" presId="urn:microsoft.com/office/officeart/2005/8/layout/vList5"/>
    <dgm:cxn modelId="{9F24C5E3-45F0-402B-8976-3A4674B6F297}" type="presOf" srcId="{08F38FFA-8ADF-244C-B24E-9DC9EBBE1C4A}" destId="{2CDB3922-7DE2-9442-911D-A27BD9574D07}" srcOrd="0" destOrd="0" presId="urn:microsoft.com/office/officeart/2005/8/layout/vList5"/>
    <dgm:cxn modelId="{4E1231F8-5933-46F2-8FA8-FA3B78DDFF91}" type="presOf" srcId="{51CBC6AB-F765-0E48-BAB6-3306A69BFB80}" destId="{AF865629-E949-B24E-AF0F-CDFF322825BD}" srcOrd="0" destOrd="0" presId="urn:microsoft.com/office/officeart/2005/8/layout/vList5"/>
    <dgm:cxn modelId="{FF4D54B4-2C63-471B-BC0D-0DB9AF14915C}" type="presParOf" srcId="{E5A23CB2-A4A0-DF49-9E42-3BBF47D1B5A0}" destId="{A505A33B-B8BE-CE41-84D2-939A4BC6EBEA}" srcOrd="0" destOrd="0" presId="urn:microsoft.com/office/officeart/2005/8/layout/vList5"/>
    <dgm:cxn modelId="{6ED6807A-BFFE-4685-9427-A003A5998682}" type="presParOf" srcId="{A505A33B-B8BE-CE41-84D2-939A4BC6EBEA}" destId="{2CDB3922-7DE2-9442-911D-A27BD9574D07}" srcOrd="0" destOrd="0" presId="urn:microsoft.com/office/officeart/2005/8/layout/vList5"/>
    <dgm:cxn modelId="{E7F9785B-5C47-4597-A037-89812F2D052B}" type="presParOf" srcId="{A505A33B-B8BE-CE41-84D2-939A4BC6EBEA}" destId="{9EB773CD-5155-AE49-A39A-DB646F837512}" srcOrd="1" destOrd="0" presId="urn:microsoft.com/office/officeart/2005/8/layout/vList5"/>
    <dgm:cxn modelId="{0BDFA17C-705A-49DE-A716-F919E67D699A}" type="presParOf" srcId="{E5A23CB2-A4A0-DF49-9E42-3BBF47D1B5A0}" destId="{56ED33A7-3B1B-1949-A021-EBC6A625EA93}" srcOrd="1" destOrd="0" presId="urn:microsoft.com/office/officeart/2005/8/layout/vList5"/>
    <dgm:cxn modelId="{3F1E834E-48F3-4493-9DEC-AB339D11C5A5}" type="presParOf" srcId="{E5A23CB2-A4A0-DF49-9E42-3BBF47D1B5A0}" destId="{950DC070-145A-CE41-B596-BBE10477CBEA}" srcOrd="2" destOrd="0" presId="urn:microsoft.com/office/officeart/2005/8/layout/vList5"/>
    <dgm:cxn modelId="{ED089A56-EEB9-4949-ACBC-BF2C65E1E6AA}" type="presParOf" srcId="{950DC070-145A-CE41-B596-BBE10477CBEA}" destId="{4060CB25-2046-3047-B345-AC66DC2A7D59}" srcOrd="0" destOrd="0" presId="urn:microsoft.com/office/officeart/2005/8/layout/vList5"/>
    <dgm:cxn modelId="{C2748748-82B7-46E4-9838-B86C1F20D513}" type="presParOf" srcId="{950DC070-145A-CE41-B596-BBE10477CBEA}" destId="{AF865629-E949-B24E-AF0F-CDFF322825BD}"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A23DCF8-72E3-144A-A633-71F28C732000}" type="doc">
      <dgm:prSet loTypeId="urn:microsoft.com/office/officeart/2005/8/layout/vList5" loCatId="list" qsTypeId="urn:microsoft.com/office/officeart/2005/8/quickstyle/simple4" qsCatId="simple" csTypeId="urn:microsoft.com/office/officeart/2005/8/colors/accent1_2" csCatId="accent1" phldr="1"/>
      <dgm:spPr/>
      <dgm:t>
        <a:bodyPr/>
        <a:lstStyle/>
        <a:p>
          <a:endParaRPr lang="en-US"/>
        </a:p>
      </dgm:t>
    </dgm:pt>
    <dgm:pt modelId="{6B08B88F-A009-1948-9A73-AB7494904C9E}">
      <dgm:prSet/>
      <dgm:spPr/>
      <dgm:t>
        <a:bodyPr/>
        <a:lstStyle/>
        <a:p>
          <a:pPr rtl="0"/>
          <a:r>
            <a:rPr lang="en-US" dirty="0">
              <a:solidFill>
                <a:srgbClr val="0000FF"/>
              </a:solidFill>
              <a:effectLst>
                <a:outerShdw blurRad="38100" dist="38100" dir="2700000" algn="tl">
                  <a:srgbClr val="000000">
                    <a:alpha val="43137"/>
                  </a:srgbClr>
                </a:outerShdw>
              </a:effectLst>
            </a:rPr>
            <a:t>Masquerade</a:t>
          </a:r>
        </a:p>
      </dgm:t>
    </dgm:pt>
    <dgm:pt modelId="{BABD4BF5-0E42-354D-A9E1-85E860D66F46}" type="parTrans" cxnId="{BCB84A2D-559B-C24F-AB0C-B91D6622BE68}">
      <dgm:prSet/>
      <dgm:spPr/>
      <dgm:t>
        <a:bodyPr/>
        <a:lstStyle/>
        <a:p>
          <a:endParaRPr lang="en-US"/>
        </a:p>
      </dgm:t>
    </dgm:pt>
    <dgm:pt modelId="{4F397F3A-444F-734E-BDEE-61A6DF37E628}" type="sibTrans" cxnId="{BCB84A2D-559B-C24F-AB0C-B91D6622BE68}">
      <dgm:prSet/>
      <dgm:spPr/>
      <dgm:t>
        <a:bodyPr/>
        <a:lstStyle/>
        <a:p>
          <a:endParaRPr lang="en-US"/>
        </a:p>
      </dgm:t>
    </dgm:pt>
    <dgm:pt modelId="{E9FDC65B-0D60-1F4F-B97F-0EA7C0235755}">
      <dgm:prSet/>
      <dgm:spPr/>
      <dgm:t>
        <a:bodyPr/>
        <a:lstStyle/>
        <a:p>
          <a:pPr rtl="0"/>
          <a:r>
            <a:rPr lang="en-US" dirty="0"/>
            <a:t>Takes place when one entity </a:t>
          </a:r>
          <a:r>
            <a:rPr lang="en-US" dirty="0">
              <a:solidFill>
                <a:srgbClr val="0070C0"/>
              </a:solidFill>
            </a:rPr>
            <a:t>pretends</a:t>
          </a:r>
          <a:r>
            <a:rPr lang="en-US" dirty="0"/>
            <a:t> to be a different entity</a:t>
          </a:r>
        </a:p>
      </dgm:t>
    </dgm:pt>
    <dgm:pt modelId="{C4EB62D4-2F13-3D4A-A46E-576FFAFFC107}" type="parTrans" cxnId="{77345D43-3A60-B146-A5D5-0D744B8317D4}">
      <dgm:prSet/>
      <dgm:spPr/>
      <dgm:t>
        <a:bodyPr/>
        <a:lstStyle/>
        <a:p>
          <a:endParaRPr lang="en-US"/>
        </a:p>
      </dgm:t>
    </dgm:pt>
    <dgm:pt modelId="{FB66449C-9275-984F-A3F3-55052371A716}" type="sibTrans" cxnId="{77345D43-3A60-B146-A5D5-0D744B8317D4}">
      <dgm:prSet/>
      <dgm:spPr/>
      <dgm:t>
        <a:bodyPr/>
        <a:lstStyle/>
        <a:p>
          <a:endParaRPr lang="en-US"/>
        </a:p>
      </dgm:t>
    </dgm:pt>
    <dgm:pt modelId="{85A25129-D75F-8547-9C34-AB3C73204E9D}">
      <dgm:prSet/>
      <dgm:spPr/>
      <dgm:t>
        <a:bodyPr/>
        <a:lstStyle/>
        <a:p>
          <a:pPr rtl="0"/>
          <a:r>
            <a:rPr lang="en-US" dirty="0"/>
            <a:t>Usually includes one of the other forms of active attack</a:t>
          </a:r>
        </a:p>
      </dgm:t>
    </dgm:pt>
    <dgm:pt modelId="{18809EE1-A86D-CF4F-B0CE-9891BBCC5EB7}" type="parTrans" cxnId="{83A57E6C-1020-7642-8FB5-FD7A8F73221C}">
      <dgm:prSet/>
      <dgm:spPr/>
      <dgm:t>
        <a:bodyPr/>
        <a:lstStyle/>
        <a:p>
          <a:endParaRPr lang="en-US"/>
        </a:p>
      </dgm:t>
    </dgm:pt>
    <dgm:pt modelId="{BB8F67A8-EB49-8E4C-855F-5A0354C6E9E1}" type="sibTrans" cxnId="{83A57E6C-1020-7642-8FB5-FD7A8F73221C}">
      <dgm:prSet/>
      <dgm:spPr/>
      <dgm:t>
        <a:bodyPr/>
        <a:lstStyle/>
        <a:p>
          <a:endParaRPr lang="en-US"/>
        </a:p>
      </dgm:t>
    </dgm:pt>
    <dgm:pt modelId="{684654ED-11BD-C940-9C72-F844DFF81F0E}">
      <dgm:prSet/>
      <dgm:spPr/>
      <dgm:t>
        <a:bodyPr/>
        <a:lstStyle/>
        <a:p>
          <a:pPr rtl="0"/>
          <a:r>
            <a:rPr lang="en-US" dirty="0">
              <a:solidFill>
                <a:srgbClr val="0000FF"/>
              </a:solidFill>
              <a:effectLst>
                <a:outerShdw blurRad="38100" dist="38100" dir="2700000" algn="tl">
                  <a:srgbClr val="000000">
                    <a:alpha val="43137"/>
                  </a:srgbClr>
                </a:outerShdw>
              </a:effectLst>
            </a:rPr>
            <a:t>Replay</a:t>
          </a:r>
        </a:p>
      </dgm:t>
    </dgm:pt>
    <dgm:pt modelId="{3EB481BD-EEE5-894D-986B-49F64ADBCD4B}" type="parTrans" cxnId="{21C33BDF-CACE-0F4D-BB0A-0771A61AF058}">
      <dgm:prSet/>
      <dgm:spPr/>
      <dgm:t>
        <a:bodyPr/>
        <a:lstStyle/>
        <a:p>
          <a:endParaRPr lang="en-US"/>
        </a:p>
      </dgm:t>
    </dgm:pt>
    <dgm:pt modelId="{CE6651BB-25BA-274D-9E08-EC94B1877C65}" type="sibTrans" cxnId="{21C33BDF-CACE-0F4D-BB0A-0771A61AF058}">
      <dgm:prSet/>
      <dgm:spPr/>
      <dgm:t>
        <a:bodyPr/>
        <a:lstStyle/>
        <a:p>
          <a:endParaRPr lang="en-US"/>
        </a:p>
      </dgm:t>
    </dgm:pt>
    <dgm:pt modelId="{F29AC745-5B80-1540-A77A-8EFC6343F5CF}">
      <dgm:prSet/>
      <dgm:spPr/>
      <dgm:t>
        <a:bodyPr/>
        <a:lstStyle/>
        <a:p>
          <a:pPr rtl="0"/>
          <a:r>
            <a:rPr lang="en-US" dirty="0"/>
            <a:t>Involves the passive </a:t>
          </a:r>
          <a:r>
            <a:rPr lang="en-US" dirty="0">
              <a:solidFill>
                <a:srgbClr val="0070C0"/>
              </a:solidFill>
            </a:rPr>
            <a:t>capture</a:t>
          </a:r>
          <a:r>
            <a:rPr lang="en-US" dirty="0"/>
            <a:t> of a data unit and its </a:t>
          </a:r>
          <a:r>
            <a:rPr lang="en-US" dirty="0">
              <a:solidFill>
                <a:srgbClr val="0070C0"/>
              </a:solidFill>
            </a:rPr>
            <a:t>subsequent retransmission </a:t>
          </a:r>
          <a:r>
            <a:rPr lang="en-US" dirty="0"/>
            <a:t>to produce an </a:t>
          </a:r>
          <a:r>
            <a:rPr lang="en-US" dirty="0">
              <a:solidFill>
                <a:srgbClr val="0070C0"/>
              </a:solidFill>
            </a:rPr>
            <a:t>unauthorized effect</a:t>
          </a:r>
        </a:p>
      </dgm:t>
    </dgm:pt>
    <dgm:pt modelId="{E0733D8E-7962-234C-810C-90C4C4DF3E31}" type="parTrans" cxnId="{34439DAA-AACE-1F48-BCD5-A061B0AFD3F8}">
      <dgm:prSet/>
      <dgm:spPr/>
      <dgm:t>
        <a:bodyPr/>
        <a:lstStyle/>
        <a:p>
          <a:endParaRPr lang="en-US"/>
        </a:p>
      </dgm:t>
    </dgm:pt>
    <dgm:pt modelId="{CB541CEA-6765-054F-94D6-EA9035F2DB48}" type="sibTrans" cxnId="{34439DAA-AACE-1F48-BCD5-A061B0AFD3F8}">
      <dgm:prSet/>
      <dgm:spPr/>
      <dgm:t>
        <a:bodyPr/>
        <a:lstStyle/>
        <a:p>
          <a:endParaRPr lang="en-US"/>
        </a:p>
      </dgm:t>
    </dgm:pt>
    <dgm:pt modelId="{E5A23CB2-A4A0-DF49-9E42-3BBF47D1B5A0}" type="pres">
      <dgm:prSet presAssocID="{8A23DCF8-72E3-144A-A633-71F28C732000}" presName="Name0" presStyleCnt="0">
        <dgm:presLayoutVars>
          <dgm:dir/>
          <dgm:animLvl val="lvl"/>
          <dgm:resizeHandles val="exact"/>
        </dgm:presLayoutVars>
      </dgm:prSet>
      <dgm:spPr/>
    </dgm:pt>
    <dgm:pt modelId="{71B9D93E-FAA9-414C-B8E8-FBBB7988FD16}" type="pres">
      <dgm:prSet presAssocID="{6B08B88F-A009-1948-9A73-AB7494904C9E}" presName="linNode" presStyleCnt="0"/>
      <dgm:spPr/>
    </dgm:pt>
    <dgm:pt modelId="{44488AAB-A78F-8047-B4DF-837F0C5AD89D}" type="pres">
      <dgm:prSet presAssocID="{6B08B88F-A009-1948-9A73-AB7494904C9E}" presName="parentText" presStyleLbl="node1" presStyleIdx="0" presStyleCnt="2" custScaleY="67584" custLinFactNeighborY="-6289">
        <dgm:presLayoutVars>
          <dgm:chMax val="1"/>
          <dgm:bulletEnabled val="1"/>
        </dgm:presLayoutVars>
      </dgm:prSet>
      <dgm:spPr/>
    </dgm:pt>
    <dgm:pt modelId="{AA6F287F-54BE-A94E-BE50-7A86606A3A77}" type="pres">
      <dgm:prSet presAssocID="{6B08B88F-A009-1948-9A73-AB7494904C9E}" presName="descendantText" presStyleLbl="alignAccFollowNode1" presStyleIdx="0" presStyleCnt="2">
        <dgm:presLayoutVars>
          <dgm:bulletEnabled val="1"/>
        </dgm:presLayoutVars>
      </dgm:prSet>
      <dgm:spPr/>
    </dgm:pt>
    <dgm:pt modelId="{4F7C0ABC-23B8-3049-98D3-D0761945FFB7}" type="pres">
      <dgm:prSet presAssocID="{4F397F3A-444F-734E-BDEE-61A6DF37E628}" presName="sp" presStyleCnt="0"/>
      <dgm:spPr/>
    </dgm:pt>
    <dgm:pt modelId="{6345C142-429E-F84C-A676-C061FB483709}" type="pres">
      <dgm:prSet presAssocID="{684654ED-11BD-C940-9C72-F844DFF81F0E}" presName="linNode" presStyleCnt="0"/>
      <dgm:spPr/>
    </dgm:pt>
    <dgm:pt modelId="{0E6340F7-C0A4-1F48-82F3-FF986F32634E}" type="pres">
      <dgm:prSet presAssocID="{684654ED-11BD-C940-9C72-F844DFF81F0E}" presName="parentText" presStyleLbl="node1" presStyleIdx="1" presStyleCnt="2" custScaleY="71205" custLinFactNeighborY="-923">
        <dgm:presLayoutVars>
          <dgm:chMax val="1"/>
          <dgm:bulletEnabled val="1"/>
        </dgm:presLayoutVars>
      </dgm:prSet>
      <dgm:spPr/>
    </dgm:pt>
    <dgm:pt modelId="{E9892E3E-9DF2-BD4B-A6CD-F416208DABBC}" type="pres">
      <dgm:prSet presAssocID="{684654ED-11BD-C940-9C72-F844DFF81F0E}" presName="descendantText" presStyleLbl="alignAccFollowNode1" presStyleIdx="1" presStyleCnt="2">
        <dgm:presLayoutVars>
          <dgm:bulletEnabled val="1"/>
        </dgm:presLayoutVars>
      </dgm:prSet>
      <dgm:spPr/>
    </dgm:pt>
  </dgm:ptLst>
  <dgm:cxnLst>
    <dgm:cxn modelId="{BCB84A2D-559B-C24F-AB0C-B91D6622BE68}" srcId="{8A23DCF8-72E3-144A-A633-71F28C732000}" destId="{6B08B88F-A009-1948-9A73-AB7494904C9E}" srcOrd="0" destOrd="0" parTransId="{BABD4BF5-0E42-354D-A9E1-85E860D66F46}" sibTransId="{4F397F3A-444F-734E-BDEE-61A6DF37E628}"/>
    <dgm:cxn modelId="{77345D43-3A60-B146-A5D5-0D744B8317D4}" srcId="{6B08B88F-A009-1948-9A73-AB7494904C9E}" destId="{E9FDC65B-0D60-1F4F-B97F-0EA7C0235755}" srcOrd="0" destOrd="0" parTransId="{C4EB62D4-2F13-3D4A-A46E-576FFAFFC107}" sibTransId="{FB66449C-9275-984F-A3F3-55052371A716}"/>
    <dgm:cxn modelId="{83A57E6C-1020-7642-8FB5-FD7A8F73221C}" srcId="{6B08B88F-A009-1948-9A73-AB7494904C9E}" destId="{85A25129-D75F-8547-9C34-AB3C73204E9D}" srcOrd="1" destOrd="0" parTransId="{18809EE1-A86D-CF4F-B0CE-9891BBCC5EB7}" sibTransId="{BB8F67A8-EB49-8E4C-855F-5A0354C6E9E1}"/>
    <dgm:cxn modelId="{52B0874D-90DC-4E8E-A37C-B952A866EB9E}" type="presOf" srcId="{684654ED-11BD-C940-9C72-F844DFF81F0E}" destId="{0E6340F7-C0A4-1F48-82F3-FF986F32634E}" srcOrd="0" destOrd="0" presId="urn:microsoft.com/office/officeart/2005/8/layout/vList5"/>
    <dgm:cxn modelId="{9AF70A52-B10E-4A48-A9D7-378B0C1591CA}" type="presOf" srcId="{6B08B88F-A009-1948-9A73-AB7494904C9E}" destId="{44488AAB-A78F-8047-B4DF-837F0C5AD89D}" srcOrd="0" destOrd="0" presId="urn:microsoft.com/office/officeart/2005/8/layout/vList5"/>
    <dgm:cxn modelId="{A354289E-44C2-41B6-BB48-2883BD8209AF}" type="presOf" srcId="{8A23DCF8-72E3-144A-A633-71F28C732000}" destId="{E5A23CB2-A4A0-DF49-9E42-3BBF47D1B5A0}" srcOrd="0" destOrd="0" presId="urn:microsoft.com/office/officeart/2005/8/layout/vList5"/>
    <dgm:cxn modelId="{34439DAA-AACE-1F48-BCD5-A061B0AFD3F8}" srcId="{684654ED-11BD-C940-9C72-F844DFF81F0E}" destId="{F29AC745-5B80-1540-A77A-8EFC6343F5CF}" srcOrd="0" destOrd="0" parTransId="{E0733D8E-7962-234C-810C-90C4C4DF3E31}" sibTransId="{CB541CEA-6765-054F-94D6-EA9035F2DB48}"/>
    <dgm:cxn modelId="{3CA94CAB-71E4-4C70-9C47-7F03871E85EC}" type="presOf" srcId="{E9FDC65B-0D60-1F4F-B97F-0EA7C0235755}" destId="{AA6F287F-54BE-A94E-BE50-7A86606A3A77}" srcOrd="0" destOrd="0" presId="urn:microsoft.com/office/officeart/2005/8/layout/vList5"/>
    <dgm:cxn modelId="{21C33BDF-CACE-0F4D-BB0A-0771A61AF058}" srcId="{8A23DCF8-72E3-144A-A633-71F28C732000}" destId="{684654ED-11BD-C940-9C72-F844DFF81F0E}" srcOrd="1" destOrd="0" parTransId="{3EB481BD-EEE5-894D-986B-49F64ADBCD4B}" sibTransId="{CE6651BB-25BA-274D-9E08-EC94B1877C65}"/>
    <dgm:cxn modelId="{2A533AEB-A95E-4B25-930A-615F4E57E66E}" type="presOf" srcId="{F29AC745-5B80-1540-A77A-8EFC6343F5CF}" destId="{E9892E3E-9DF2-BD4B-A6CD-F416208DABBC}" srcOrd="0" destOrd="0" presId="urn:microsoft.com/office/officeart/2005/8/layout/vList5"/>
    <dgm:cxn modelId="{493A01FE-40FE-4385-9553-F34CA805E669}" type="presOf" srcId="{85A25129-D75F-8547-9C34-AB3C73204E9D}" destId="{AA6F287F-54BE-A94E-BE50-7A86606A3A77}" srcOrd="0" destOrd="1" presId="urn:microsoft.com/office/officeart/2005/8/layout/vList5"/>
    <dgm:cxn modelId="{21F7726E-DAD5-4E7D-B0C0-A82FE1392909}" type="presParOf" srcId="{E5A23CB2-A4A0-DF49-9E42-3BBF47D1B5A0}" destId="{71B9D93E-FAA9-414C-B8E8-FBBB7988FD16}" srcOrd="0" destOrd="0" presId="urn:microsoft.com/office/officeart/2005/8/layout/vList5"/>
    <dgm:cxn modelId="{D6629FD3-0265-413B-B507-B97F5ADED230}" type="presParOf" srcId="{71B9D93E-FAA9-414C-B8E8-FBBB7988FD16}" destId="{44488AAB-A78F-8047-B4DF-837F0C5AD89D}" srcOrd="0" destOrd="0" presId="urn:microsoft.com/office/officeart/2005/8/layout/vList5"/>
    <dgm:cxn modelId="{4F4EC055-DD2E-4190-B152-68B0D35EEA2A}" type="presParOf" srcId="{71B9D93E-FAA9-414C-B8E8-FBBB7988FD16}" destId="{AA6F287F-54BE-A94E-BE50-7A86606A3A77}" srcOrd="1" destOrd="0" presId="urn:microsoft.com/office/officeart/2005/8/layout/vList5"/>
    <dgm:cxn modelId="{9D2BE002-7A41-4AF3-96AC-D10EE2EDCA50}" type="presParOf" srcId="{E5A23CB2-A4A0-DF49-9E42-3BBF47D1B5A0}" destId="{4F7C0ABC-23B8-3049-98D3-D0761945FFB7}" srcOrd="1" destOrd="0" presId="urn:microsoft.com/office/officeart/2005/8/layout/vList5"/>
    <dgm:cxn modelId="{BA049872-B836-4A73-8A9B-AB5A49B52BEE}" type="presParOf" srcId="{E5A23CB2-A4A0-DF49-9E42-3BBF47D1B5A0}" destId="{6345C142-429E-F84C-A676-C061FB483709}" srcOrd="2" destOrd="0" presId="urn:microsoft.com/office/officeart/2005/8/layout/vList5"/>
    <dgm:cxn modelId="{1D1A5A5F-CBA0-4F27-8C53-34C5CDCCA141}" type="presParOf" srcId="{6345C142-429E-F84C-A676-C061FB483709}" destId="{0E6340F7-C0A4-1F48-82F3-FF986F32634E}" srcOrd="0" destOrd="0" presId="urn:microsoft.com/office/officeart/2005/8/layout/vList5"/>
    <dgm:cxn modelId="{4DDAADDB-C133-42D8-9886-4FA169F342A1}" type="presParOf" srcId="{6345C142-429E-F84C-A676-C061FB483709}" destId="{E9892E3E-9DF2-BD4B-A6CD-F416208DABBC}" srcOrd="1" destOrd="0" presId="urn:microsoft.com/office/officeart/2005/8/layout/vList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E01539A-5051-EC48-8A82-834F18ADEDDB}"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6AF6D1B2-990C-DE42-8049-D062E5F41D23}">
      <dgm:prSet phldrT="[Text]" custT="1"/>
      <dgm:spPr>
        <a:solidFill>
          <a:schemeClr val="tx2">
            <a:lumMod val="50000"/>
          </a:schemeClr>
        </a:solidFill>
        <a:ln>
          <a:noFill/>
        </a:ln>
      </dgm:spPr>
      <dgm:t>
        <a:bodyPr/>
        <a:lstStyle/>
        <a:p>
          <a:r>
            <a:rPr lang="en-US" sz="1600" b="1" dirty="0">
              <a:effectLst>
                <a:outerShdw blurRad="38100" dist="38100" dir="2700000" algn="tl">
                  <a:srgbClr val="000000">
                    <a:alpha val="43137"/>
                  </a:srgbClr>
                </a:outerShdw>
              </a:effectLst>
            </a:rPr>
            <a:t>Two specific authentication services are defined in X.800:</a:t>
          </a:r>
        </a:p>
      </dgm:t>
    </dgm:pt>
    <dgm:pt modelId="{05049BDB-EC85-DF4A-9B1D-4A9164DE2742}" type="parTrans" cxnId="{179A0A0E-245F-5C42-9FEE-FB0CC790B3D4}">
      <dgm:prSet/>
      <dgm:spPr/>
      <dgm:t>
        <a:bodyPr/>
        <a:lstStyle/>
        <a:p>
          <a:endParaRPr lang="en-US"/>
        </a:p>
      </dgm:t>
    </dgm:pt>
    <dgm:pt modelId="{5CDDC435-BA27-0F4A-9BED-95F4A32C7E4A}" type="sibTrans" cxnId="{179A0A0E-245F-5C42-9FEE-FB0CC790B3D4}">
      <dgm:prSet/>
      <dgm:spPr/>
      <dgm:t>
        <a:bodyPr/>
        <a:lstStyle/>
        <a:p>
          <a:endParaRPr lang="en-US"/>
        </a:p>
      </dgm:t>
    </dgm:pt>
    <dgm:pt modelId="{A69C24B3-FE79-5F4F-B491-8B287CD690F0}">
      <dgm:prSet/>
      <dgm:spPr>
        <a:solidFill>
          <a:schemeClr val="tx2">
            <a:lumMod val="75000"/>
          </a:schemeClr>
        </a:solidFill>
        <a:effectLst/>
      </dgm:spPr>
      <dgm:t>
        <a:bodyPr/>
        <a:lstStyle/>
        <a:p>
          <a:r>
            <a:rPr lang="en-US" b="1" dirty="0">
              <a:solidFill>
                <a:srgbClr val="FFFF00"/>
              </a:solidFill>
            </a:rPr>
            <a:t>Peer entity authentication</a:t>
          </a:r>
        </a:p>
      </dgm:t>
    </dgm:pt>
    <dgm:pt modelId="{5FB57DA3-06CE-F645-8D08-1F754FAD6785}" type="parTrans" cxnId="{39499BB2-4AC9-7D4F-B79C-88588D17A0BA}">
      <dgm:prSet/>
      <dgm:spPr/>
      <dgm:t>
        <a:bodyPr/>
        <a:lstStyle/>
        <a:p>
          <a:endParaRPr lang="en-US"/>
        </a:p>
      </dgm:t>
    </dgm:pt>
    <dgm:pt modelId="{20C83FF1-7EAA-D44E-9582-1F2A9FFBA55F}" type="sibTrans" cxnId="{39499BB2-4AC9-7D4F-B79C-88588D17A0BA}">
      <dgm:prSet/>
      <dgm:spPr/>
      <dgm:t>
        <a:bodyPr/>
        <a:lstStyle/>
        <a:p>
          <a:endParaRPr lang="en-US"/>
        </a:p>
      </dgm:t>
    </dgm:pt>
    <dgm:pt modelId="{5F3454E3-C413-724A-AD0A-DA53D7DE7FFA}">
      <dgm:prSet/>
      <dgm:spPr>
        <a:solidFill>
          <a:schemeClr val="tx2">
            <a:lumMod val="75000"/>
          </a:schemeClr>
        </a:solidFill>
        <a:effectLst/>
      </dgm:spPr>
      <dgm:t>
        <a:bodyPr/>
        <a:lstStyle/>
        <a:p>
          <a:r>
            <a:rPr lang="en-US" b="1" dirty="0">
              <a:solidFill>
                <a:srgbClr val="FFFF00"/>
              </a:solidFill>
            </a:rPr>
            <a:t>Data origin authentication</a:t>
          </a:r>
        </a:p>
      </dgm:t>
    </dgm:pt>
    <dgm:pt modelId="{92C32A11-DCC9-9543-B2B4-98D06438A3CE}" type="parTrans" cxnId="{5076565F-986E-AE42-A4C6-A6887D34D477}">
      <dgm:prSet/>
      <dgm:spPr/>
      <dgm:t>
        <a:bodyPr/>
        <a:lstStyle/>
        <a:p>
          <a:endParaRPr lang="en-US"/>
        </a:p>
      </dgm:t>
    </dgm:pt>
    <dgm:pt modelId="{077164CC-5AC7-6544-BF6C-61F302B85BC5}" type="sibTrans" cxnId="{5076565F-986E-AE42-A4C6-A6887D34D477}">
      <dgm:prSet/>
      <dgm:spPr/>
      <dgm:t>
        <a:bodyPr/>
        <a:lstStyle/>
        <a:p>
          <a:endParaRPr lang="en-US"/>
        </a:p>
      </dgm:t>
    </dgm:pt>
    <dgm:pt modelId="{51CFFA34-E468-444D-8882-D5194AFA75F6}" type="pres">
      <dgm:prSet presAssocID="{5E01539A-5051-EC48-8A82-834F18ADEDDB}" presName="Name0" presStyleCnt="0">
        <dgm:presLayoutVars>
          <dgm:dir/>
          <dgm:animLvl val="lvl"/>
          <dgm:resizeHandles val="exact"/>
        </dgm:presLayoutVars>
      </dgm:prSet>
      <dgm:spPr/>
    </dgm:pt>
    <dgm:pt modelId="{227B33C8-49AD-2949-81AD-91D832F97EF7}" type="pres">
      <dgm:prSet presAssocID="{6AF6D1B2-990C-DE42-8049-D062E5F41D23}" presName="composite" presStyleCnt="0"/>
      <dgm:spPr/>
    </dgm:pt>
    <dgm:pt modelId="{1A63D57E-BD21-BD4F-AD59-FF51C76AFE55}" type="pres">
      <dgm:prSet presAssocID="{6AF6D1B2-990C-DE42-8049-D062E5F41D23}" presName="parTx" presStyleLbl="alignNode1" presStyleIdx="0" presStyleCnt="1" custScaleY="123108">
        <dgm:presLayoutVars>
          <dgm:chMax val="0"/>
          <dgm:chPref val="0"/>
          <dgm:bulletEnabled val="1"/>
        </dgm:presLayoutVars>
      </dgm:prSet>
      <dgm:spPr/>
    </dgm:pt>
    <dgm:pt modelId="{0327DD84-63DC-3D4B-88CB-97969678C59D}" type="pres">
      <dgm:prSet presAssocID="{6AF6D1B2-990C-DE42-8049-D062E5F41D23}" presName="desTx" presStyleLbl="alignAccFollowNode1" presStyleIdx="0" presStyleCnt="1">
        <dgm:presLayoutVars>
          <dgm:bulletEnabled val="1"/>
        </dgm:presLayoutVars>
      </dgm:prSet>
      <dgm:spPr/>
    </dgm:pt>
  </dgm:ptLst>
  <dgm:cxnLst>
    <dgm:cxn modelId="{179A0A0E-245F-5C42-9FEE-FB0CC790B3D4}" srcId="{5E01539A-5051-EC48-8A82-834F18ADEDDB}" destId="{6AF6D1B2-990C-DE42-8049-D062E5F41D23}" srcOrd="0" destOrd="0" parTransId="{05049BDB-EC85-DF4A-9B1D-4A9164DE2742}" sibTransId="{5CDDC435-BA27-0F4A-9BED-95F4A32C7E4A}"/>
    <dgm:cxn modelId="{531D7023-08AC-4915-BEEF-12D8A94D0D1A}" type="presOf" srcId="{A69C24B3-FE79-5F4F-B491-8B287CD690F0}" destId="{0327DD84-63DC-3D4B-88CB-97969678C59D}" srcOrd="0" destOrd="0" presId="urn:microsoft.com/office/officeart/2005/8/layout/hList1"/>
    <dgm:cxn modelId="{DDC4FD29-02EB-413F-9984-9F92B118C1D4}" type="presOf" srcId="{6AF6D1B2-990C-DE42-8049-D062E5F41D23}" destId="{1A63D57E-BD21-BD4F-AD59-FF51C76AFE55}" srcOrd="0" destOrd="0" presId="urn:microsoft.com/office/officeart/2005/8/layout/hList1"/>
    <dgm:cxn modelId="{5076565F-986E-AE42-A4C6-A6887D34D477}" srcId="{6AF6D1B2-990C-DE42-8049-D062E5F41D23}" destId="{5F3454E3-C413-724A-AD0A-DA53D7DE7FFA}" srcOrd="1" destOrd="0" parTransId="{92C32A11-DCC9-9543-B2B4-98D06438A3CE}" sibTransId="{077164CC-5AC7-6544-BF6C-61F302B85BC5}"/>
    <dgm:cxn modelId="{F442446D-7DD9-4BD2-9958-0F582B1D8C8B}" type="presOf" srcId="{5F3454E3-C413-724A-AD0A-DA53D7DE7FFA}" destId="{0327DD84-63DC-3D4B-88CB-97969678C59D}" srcOrd="0" destOrd="1" presId="urn:microsoft.com/office/officeart/2005/8/layout/hList1"/>
    <dgm:cxn modelId="{7EF18393-4D24-4743-99F6-A56805ECF0EE}" type="presOf" srcId="{5E01539A-5051-EC48-8A82-834F18ADEDDB}" destId="{51CFFA34-E468-444D-8882-D5194AFA75F6}" srcOrd="0" destOrd="0" presId="urn:microsoft.com/office/officeart/2005/8/layout/hList1"/>
    <dgm:cxn modelId="{39499BB2-4AC9-7D4F-B79C-88588D17A0BA}" srcId="{6AF6D1B2-990C-DE42-8049-D062E5F41D23}" destId="{A69C24B3-FE79-5F4F-B491-8B287CD690F0}" srcOrd="0" destOrd="0" parTransId="{5FB57DA3-06CE-F645-8D08-1F754FAD6785}" sibTransId="{20C83FF1-7EAA-D44E-9582-1F2A9FFBA55F}"/>
    <dgm:cxn modelId="{27BA761C-EA31-40E8-8307-99095A97909E}" type="presParOf" srcId="{51CFFA34-E468-444D-8882-D5194AFA75F6}" destId="{227B33C8-49AD-2949-81AD-91D832F97EF7}" srcOrd="0" destOrd="0" presId="urn:microsoft.com/office/officeart/2005/8/layout/hList1"/>
    <dgm:cxn modelId="{058BFC85-362A-4A8D-9326-6C9FA6365DAF}" type="presParOf" srcId="{227B33C8-49AD-2949-81AD-91D832F97EF7}" destId="{1A63D57E-BD21-BD4F-AD59-FF51C76AFE55}" srcOrd="0" destOrd="0" presId="urn:microsoft.com/office/officeart/2005/8/layout/hList1"/>
    <dgm:cxn modelId="{8B9EB7CC-DAC6-4E45-A0CD-835F843AFBC2}" type="presParOf" srcId="{227B33C8-49AD-2949-81AD-91D832F97EF7}" destId="{0327DD84-63DC-3D4B-88CB-97969678C59D}" srcOrd="1" destOrd="0" presId="urn:microsoft.com/office/officeart/2005/8/layout/hList1"/>
  </dgm:cxnLst>
  <dgm:bg/>
  <dgm:whole>
    <a:ln w="22225">
      <a:noFill/>
    </a:ln>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840BB69-795F-DC44-9039-EFE386C8DA42}" type="doc">
      <dgm:prSet loTypeId="urn:microsoft.com/office/officeart/2005/8/layout/target3" loCatId="relationship" qsTypeId="urn:microsoft.com/office/officeart/2005/8/quickstyle/simple4" qsCatId="simple" csTypeId="urn:microsoft.com/office/officeart/2005/8/colors/accent1_2" csCatId="accent1" phldr="1"/>
      <dgm:spPr/>
      <dgm:t>
        <a:bodyPr/>
        <a:lstStyle/>
        <a:p>
          <a:endParaRPr lang="en-US"/>
        </a:p>
      </dgm:t>
    </dgm:pt>
    <dgm:pt modelId="{78604162-7F55-C047-BE94-13ED11E97062}">
      <dgm:prSet/>
      <dgm:spPr/>
      <dgm:t>
        <a:bodyPr/>
        <a:lstStyle/>
        <a:p>
          <a:pPr rtl="0"/>
          <a:r>
            <a:rPr lang="en-US" dirty="0">
              <a:solidFill>
                <a:srgbClr val="000000"/>
              </a:solidFill>
            </a:rPr>
            <a:t>Can apply to a </a:t>
          </a:r>
          <a:r>
            <a:rPr lang="en-US" b="1" dirty="0">
              <a:solidFill>
                <a:srgbClr val="C00000"/>
              </a:solidFill>
            </a:rPr>
            <a:t>stream of messages</a:t>
          </a:r>
          <a:r>
            <a:rPr lang="en-US" b="1" dirty="0">
              <a:solidFill>
                <a:srgbClr val="000000"/>
              </a:solidFill>
            </a:rPr>
            <a:t>,</a:t>
          </a:r>
          <a:r>
            <a:rPr lang="en-US" b="0" dirty="0">
              <a:solidFill>
                <a:srgbClr val="000000"/>
              </a:solidFill>
            </a:rPr>
            <a:t> </a:t>
          </a:r>
          <a:r>
            <a:rPr lang="en-US" b="1" dirty="0">
              <a:solidFill>
                <a:srgbClr val="C00000"/>
              </a:solidFill>
            </a:rPr>
            <a:t>a single message,</a:t>
          </a:r>
          <a:r>
            <a:rPr lang="en-US" dirty="0">
              <a:solidFill>
                <a:srgbClr val="000000"/>
              </a:solidFill>
            </a:rPr>
            <a:t> or </a:t>
          </a:r>
          <a:r>
            <a:rPr lang="en-US" b="1" dirty="0">
              <a:solidFill>
                <a:srgbClr val="C00000"/>
              </a:solidFill>
            </a:rPr>
            <a:t>selected fields </a:t>
          </a:r>
          <a:r>
            <a:rPr lang="en-US" b="1" dirty="0">
              <a:solidFill>
                <a:srgbClr val="000000"/>
              </a:solidFill>
            </a:rPr>
            <a:t>within a message</a:t>
          </a:r>
        </a:p>
      </dgm:t>
    </dgm:pt>
    <dgm:pt modelId="{633A7DFD-9686-A442-916C-11E66333C626}" type="parTrans" cxnId="{F269C7C7-02E8-7144-85BC-5A10F1C0EBED}">
      <dgm:prSet/>
      <dgm:spPr/>
      <dgm:t>
        <a:bodyPr/>
        <a:lstStyle/>
        <a:p>
          <a:endParaRPr lang="en-US"/>
        </a:p>
      </dgm:t>
    </dgm:pt>
    <dgm:pt modelId="{DA04DC4C-5D65-2448-AC1C-B6B53BDD2F97}" type="sibTrans" cxnId="{F269C7C7-02E8-7144-85BC-5A10F1C0EBED}">
      <dgm:prSet/>
      <dgm:spPr/>
      <dgm:t>
        <a:bodyPr/>
        <a:lstStyle/>
        <a:p>
          <a:endParaRPr lang="en-US"/>
        </a:p>
      </dgm:t>
    </dgm:pt>
    <dgm:pt modelId="{EACD3E88-C1DE-AD4D-ABD5-C72E5F9F6EF2}">
      <dgm:prSet/>
      <dgm:spPr/>
      <dgm:t>
        <a:bodyPr/>
        <a:lstStyle/>
        <a:p>
          <a:pPr rtl="0"/>
          <a:r>
            <a:rPr lang="en-US" b="1" dirty="0">
              <a:solidFill>
                <a:srgbClr val="C00000"/>
              </a:solidFill>
            </a:rPr>
            <a:t>Connection-oriented integrity service </a:t>
          </a:r>
          <a:r>
            <a:rPr lang="en-US" dirty="0">
              <a:solidFill>
                <a:schemeClr val="bg2"/>
              </a:solidFill>
            </a:rPr>
            <a:t>deals with a </a:t>
          </a:r>
          <a:r>
            <a:rPr lang="en-US" b="1" dirty="0">
              <a:solidFill>
                <a:srgbClr val="C00000"/>
              </a:solidFill>
            </a:rPr>
            <a:t>stream of messages </a:t>
          </a:r>
          <a:r>
            <a:rPr lang="en-US" dirty="0">
              <a:solidFill>
                <a:schemeClr val="bg2"/>
              </a:solidFill>
            </a:rPr>
            <a:t>and assures that messages are received as sent with </a:t>
          </a:r>
          <a:r>
            <a:rPr lang="en-US" b="1" dirty="0">
              <a:solidFill>
                <a:srgbClr val="C00000"/>
              </a:solidFill>
            </a:rPr>
            <a:t>no duplication</a:t>
          </a:r>
          <a:r>
            <a:rPr lang="en-US" dirty="0">
              <a:solidFill>
                <a:schemeClr val="bg2"/>
              </a:solidFill>
            </a:rPr>
            <a:t>, </a:t>
          </a:r>
          <a:r>
            <a:rPr lang="en-US" b="1" dirty="0">
              <a:solidFill>
                <a:srgbClr val="C00000"/>
              </a:solidFill>
            </a:rPr>
            <a:t>insertion,</a:t>
          </a:r>
          <a:r>
            <a:rPr lang="en-US" dirty="0">
              <a:solidFill>
                <a:schemeClr val="bg2"/>
              </a:solidFill>
            </a:rPr>
            <a:t> </a:t>
          </a:r>
          <a:r>
            <a:rPr lang="en-US" b="1" dirty="0">
              <a:solidFill>
                <a:srgbClr val="C00000"/>
              </a:solidFill>
            </a:rPr>
            <a:t>modification,</a:t>
          </a:r>
          <a:r>
            <a:rPr lang="en-US" dirty="0">
              <a:solidFill>
                <a:schemeClr val="bg2"/>
              </a:solidFill>
            </a:rPr>
            <a:t> </a:t>
          </a:r>
          <a:r>
            <a:rPr lang="en-US" b="1" dirty="0">
              <a:solidFill>
                <a:srgbClr val="C00000"/>
              </a:solidFill>
            </a:rPr>
            <a:t>reordering,</a:t>
          </a:r>
          <a:r>
            <a:rPr lang="en-US" dirty="0">
              <a:solidFill>
                <a:schemeClr val="bg2"/>
              </a:solidFill>
            </a:rPr>
            <a:t> or </a:t>
          </a:r>
          <a:r>
            <a:rPr lang="en-US" b="1" dirty="0">
              <a:solidFill>
                <a:schemeClr val="bg2"/>
              </a:solidFill>
            </a:rPr>
            <a:t>replays</a:t>
          </a:r>
        </a:p>
      </dgm:t>
    </dgm:pt>
    <dgm:pt modelId="{B2ACB307-BE4D-F74B-BB65-CD2BA8FAAC9B}" type="parTrans" cxnId="{9DE49B1B-A120-5942-975D-B7C77A415DC3}">
      <dgm:prSet/>
      <dgm:spPr/>
      <dgm:t>
        <a:bodyPr/>
        <a:lstStyle/>
        <a:p>
          <a:endParaRPr lang="en-US"/>
        </a:p>
      </dgm:t>
    </dgm:pt>
    <dgm:pt modelId="{9BD7C4EC-B487-9B40-959A-D29C0522FA75}" type="sibTrans" cxnId="{9DE49B1B-A120-5942-975D-B7C77A415DC3}">
      <dgm:prSet/>
      <dgm:spPr/>
      <dgm:t>
        <a:bodyPr/>
        <a:lstStyle/>
        <a:p>
          <a:endParaRPr lang="en-US"/>
        </a:p>
      </dgm:t>
    </dgm:pt>
    <dgm:pt modelId="{88515058-E016-784D-86C9-F8BFA4539E65}">
      <dgm:prSet/>
      <dgm:spPr/>
      <dgm:t>
        <a:bodyPr/>
        <a:lstStyle/>
        <a:p>
          <a:pPr rtl="0"/>
          <a:r>
            <a:rPr lang="en-US" b="1" dirty="0">
              <a:solidFill>
                <a:srgbClr val="C00000"/>
              </a:solidFill>
            </a:rPr>
            <a:t>A connectionless integrity </a:t>
          </a:r>
          <a:r>
            <a:rPr lang="en-US" dirty="0">
              <a:solidFill>
                <a:schemeClr val="bg2"/>
              </a:solidFill>
            </a:rPr>
            <a:t>service deals with </a:t>
          </a:r>
          <a:r>
            <a:rPr lang="en-US" b="1" dirty="0">
              <a:solidFill>
                <a:srgbClr val="C00000"/>
              </a:solidFill>
            </a:rPr>
            <a:t>individual messages </a:t>
          </a:r>
          <a:r>
            <a:rPr lang="en-US" dirty="0">
              <a:solidFill>
                <a:schemeClr val="bg2"/>
              </a:solidFill>
            </a:rPr>
            <a:t>without regard to any larger context and generally provides protection against </a:t>
          </a:r>
          <a:r>
            <a:rPr lang="en-US" b="1" dirty="0">
              <a:solidFill>
                <a:srgbClr val="C00000"/>
              </a:solidFill>
            </a:rPr>
            <a:t>message modification only</a:t>
          </a:r>
        </a:p>
      </dgm:t>
    </dgm:pt>
    <dgm:pt modelId="{0F303553-D7CD-8346-83F5-CE5CF40836AA}" type="parTrans" cxnId="{5AC8B4FA-211D-824C-AFE4-280EDC6B5987}">
      <dgm:prSet/>
      <dgm:spPr/>
      <dgm:t>
        <a:bodyPr/>
        <a:lstStyle/>
        <a:p>
          <a:endParaRPr lang="en-US"/>
        </a:p>
      </dgm:t>
    </dgm:pt>
    <dgm:pt modelId="{1CC71872-B62A-1840-9C56-D71664F86403}" type="sibTrans" cxnId="{5AC8B4FA-211D-824C-AFE4-280EDC6B5987}">
      <dgm:prSet/>
      <dgm:spPr/>
      <dgm:t>
        <a:bodyPr/>
        <a:lstStyle/>
        <a:p>
          <a:endParaRPr lang="en-US"/>
        </a:p>
      </dgm:t>
    </dgm:pt>
    <dgm:pt modelId="{C45F6EED-CF4E-0E44-92A7-E9EAFC55CADD}" type="pres">
      <dgm:prSet presAssocID="{7840BB69-795F-DC44-9039-EFE386C8DA42}" presName="Name0" presStyleCnt="0">
        <dgm:presLayoutVars>
          <dgm:chMax val="7"/>
          <dgm:dir/>
          <dgm:animLvl val="lvl"/>
          <dgm:resizeHandles val="exact"/>
        </dgm:presLayoutVars>
      </dgm:prSet>
      <dgm:spPr/>
    </dgm:pt>
    <dgm:pt modelId="{BF5CE519-0303-A744-892D-6CF27E5E4D64}" type="pres">
      <dgm:prSet presAssocID="{78604162-7F55-C047-BE94-13ED11E97062}" presName="circle1" presStyleLbl="node1" presStyleIdx="0" presStyleCnt="3"/>
      <dgm:spPr>
        <a:solidFill>
          <a:schemeClr val="accent2"/>
        </a:solidFill>
      </dgm:spPr>
    </dgm:pt>
    <dgm:pt modelId="{24D852AE-2FB4-F642-9D5B-4098CEC249D8}" type="pres">
      <dgm:prSet presAssocID="{78604162-7F55-C047-BE94-13ED11E97062}" presName="space" presStyleCnt="0"/>
      <dgm:spPr/>
    </dgm:pt>
    <dgm:pt modelId="{EB9D8600-0FC6-CF44-8D37-7ABEE0F4BC87}" type="pres">
      <dgm:prSet presAssocID="{78604162-7F55-C047-BE94-13ED11E97062}" presName="rect1" presStyleLbl="alignAcc1" presStyleIdx="0" presStyleCnt="3" custLinFactNeighborX="744"/>
      <dgm:spPr/>
    </dgm:pt>
    <dgm:pt modelId="{D3995856-484C-EC4F-92D4-0F7F517BC87B}" type="pres">
      <dgm:prSet presAssocID="{EACD3E88-C1DE-AD4D-ABD5-C72E5F9F6EF2}" presName="vertSpace2" presStyleLbl="node1" presStyleIdx="0" presStyleCnt="3"/>
      <dgm:spPr/>
    </dgm:pt>
    <dgm:pt modelId="{460B7F3E-CECD-1E45-A060-CEEBADF883A5}" type="pres">
      <dgm:prSet presAssocID="{EACD3E88-C1DE-AD4D-ABD5-C72E5F9F6EF2}" presName="circle2" presStyleLbl="node1" presStyleIdx="1" presStyleCnt="3"/>
      <dgm:spPr/>
    </dgm:pt>
    <dgm:pt modelId="{1FEB0DB6-FA4E-CF4E-8B72-2D86613E2D39}" type="pres">
      <dgm:prSet presAssocID="{EACD3E88-C1DE-AD4D-ABD5-C72E5F9F6EF2}" presName="rect2" presStyleLbl="alignAcc1" presStyleIdx="1" presStyleCnt="3" custLinFactNeighborX="744" custLinFactNeighborY="-2110"/>
      <dgm:spPr/>
    </dgm:pt>
    <dgm:pt modelId="{96EB837B-31E5-BF4F-AA22-C7D317AE6937}" type="pres">
      <dgm:prSet presAssocID="{88515058-E016-784D-86C9-F8BFA4539E65}" presName="vertSpace3" presStyleLbl="node1" presStyleIdx="1" presStyleCnt="3"/>
      <dgm:spPr/>
    </dgm:pt>
    <dgm:pt modelId="{D880669A-8623-EE4C-BDCE-31DE7DE25528}" type="pres">
      <dgm:prSet presAssocID="{88515058-E016-784D-86C9-F8BFA4539E65}" presName="circle3" presStyleLbl="node1" presStyleIdx="2" presStyleCnt="3"/>
      <dgm:spPr>
        <a:solidFill>
          <a:schemeClr val="accent4">
            <a:lumMod val="50000"/>
          </a:schemeClr>
        </a:solidFill>
      </dgm:spPr>
    </dgm:pt>
    <dgm:pt modelId="{6773C79A-A7DA-5D43-9C7B-903C427EC509}" type="pres">
      <dgm:prSet presAssocID="{88515058-E016-784D-86C9-F8BFA4539E65}" presName="rect3" presStyleLbl="alignAcc1" presStyleIdx="2" presStyleCnt="3" custScaleX="100000" custLinFactNeighborX="744" custLinFactNeighborY="1458"/>
      <dgm:spPr/>
    </dgm:pt>
    <dgm:pt modelId="{2E67184D-F9BA-A749-88A9-C737856676D7}" type="pres">
      <dgm:prSet presAssocID="{78604162-7F55-C047-BE94-13ED11E97062}" presName="rect1ParTxNoCh" presStyleLbl="alignAcc1" presStyleIdx="2" presStyleCnt="3">
        <dgm:presLayoutVars>
          <dgm:chMax val="1"/>
          <dgm:bulletEnabled val="1"/>
        </dgm:presLayoutVars>
      </dgm:prSet>
      <dgm:spPr/>
    </dgm:pt>
    <dgm:pt modelId="{46B2491C-959D-9341-B5E5-3708E7ECB676}" type="pres">
      <dgm:prSet presAssocID="{EACD3E88-C1DE-AD4D-ABD5-C72E5F9F6EF2}" presName="rect2ParTxNoCh" presStyleLbl="alignAcc1" presStyleIdx="2" presStyleCnt="3">
        <dgm:presLayoutVars>
          <dgm:chMax val="1"/>
          <dgm:bulletEnabled val="1"/>
        </dgm:presLayoutVars>
      </dgm:prSet>
      <dgm:spPr/>
    </dgm:pt>
    <dgm:pt modelId="{217B241A-14AD-BA4F-86DD-0171E3154DEB}" type="pres">
      <dgm:prSet presAssocID="{88515058-E016-784D-86C9-F8BFA4539E65}" presName="rect3ParTxNoCh" presStyleLbl="alignAcc1" presStyleIdx="2" presStyleCnt="3">
        <dgm:presLayoutVars>
          <dgm:chMax val="1"/>
          <dgm:bulletEnabled val="1"/>
        </dgm:presLayoutVars>
      </dgm:prSet>
      <dgm:spPr/>
    </dgm:pt>
  </dgm:ptLst>
  <dgm:cxnLst>
    <dgm:cxn modelId="{9DE49B1B-A120-5942-975D-B7C77A415DC3}" srcId="{7840BB69-795F-DC44-9039-EFE386C8DA42}" destId="{EACD3E88-C1DE-AD4D-ABD5-C72E5F9F6EF2}" srcOrd="1" destOrd="0" parTransId="{B2ACB307-BE4D-F74B-BB65-CD2BA8FAAC9B}" sibTransId="{9BD7C4EC-B487-9B40-959A-D29C0522FA75}"/>
    <dgm:cxn modelId="{90250820-864D-4AD5-A406-3BB2FA3D10E6}" type="presOf" srcId="{88515058-E016-784D-86C9-F8BFA4539E65}" destId="{217B241A-14AD-BA4F-86DD-0171E3154DEB}" srcOrd="1" destOrd="0" presId="urn:microsoft.com/office/officeart/2005/8/layout/target3"/>
    <dgm:cxn modelId="{20DF3F26-527A-4A99-904D-A5DDC06C8FF6}" type="presOf" srcId="{7840BB69-795F-DC44-9039-EFE386C8DA42}" destId="{C45F6EED-CF4E-0E44-92A7-E9EAFC55CADD}" srcOrd="0" destOrd="0" presId="urn:microsoft.com/office/officeart/2005/8/layout/target3"/>
    <dgm:cxn modelId="{1A73B94C-AECB-4F77-B635-A37BC31DC153}" type="presOf" srcId="{88515058-E016-784D-86C9-F8BFA4539E65}" destId="{6773C79A-A7DA-5D43-9C7B-903C427EC509}" srcOrd="0" destOrd="0" presId="urn:microsoft.com/office/officeart/2005/8/layout/target3"/>
    <dgm:cxn modelId="{1DCEE6A2-0835-4DA4-AC18-4ED303E3EB63}" type="presOf" srcId="{78604162-7F55-C047-BE94-13ED11E97062}" destId="{EB9D8600-0FC6-CF44-8D37-7ABEE0F4BC87}" srcOrd="0" destOrd="0" presId="urn:microsoft.com/office/officeart/2005/8/layout/target3"/>
    <dgm:cxn modelId="{0A93D2C4-7FCD-4939-B755-8240BB36E6C0}" type="presOf" srcId="{EACD3E88-C1DE-AD4D-ABD5-C72E5F9F6EF2}" destId="{1FEB0DB6-FA4E-CF4E-8B72-2D86613E2D39}" srcOrd="0" destOrd="0" presId="urn:microsoft.com/office/officeart/2005/8/layout/target3"/>
    <dgm:cxn modelId="{A159FBC6-82BD-4820-B06A-3D3C0C332033}" type="presOf" srcId="{EACD3E88-C1DE-AD4D-ABD5-C72E5F9F6EF2}" destId="{46B2491C-959D-9341-B5E5-3708E7ECB676}" srcOrd="1" destOrd="0" presId="urn:microsoft.com/office/officeart/2005/8/layout/target3"/>
    <dgm:cxn modelId="{F269C7C7-02E8-7144-85BC-5A10F1C0EBED}" srcId="{7840BB69-795F-DC44-9039-EFE386C8DA42}" destId="{78604162-7F55-C047-BE94-13ED11E97062}" srcOrd="0" destOrd="0" parTransId="{633A7DFD-9686-A442-916C-11E66333C626}" sibTransId="{DA04DC4C-5D65-2448-AC1C-B6B53BDD2F97}"/>
    <dgm:cxn modelId="{98C3FCD3-7066-4056-B85F-AEA251E306F3}" type="presOf" srcId="{78604162-7F55-C047-BE94-13ED11E97062}" destId="{2E67184D-F9BA-A749-88A9-C737856676D7}" srcOrd="1" destOrd="0" presId="urn:microsoft.com/office/officeart/2005/8/layout/target3"/>
    <dgm:cxn modelId="{5AC8B4FA-211D-824C-AFE4-280EDC6B5987}" srcId="{7840BB69-795F-DC44-9039-EFE386C8DA42}" destId="{88515058-E016-784D-86C9-F8BFA4539E65}" srcOrd="2" destOrd="0" parTransId="{0F303553-D7CD-8346-83F5-CE5CF40836AA}" sibTransId="{1CC71872-B62A-1840-9C56-D71664F86403}"/>
    <dgm:cxn modelId="{9BE5EA6C-5040-4EF4-AC7A-93E883315590}" type="presParOf" srcId="{C45F6EED-CF4E-0E44-92A7-E9EAFC55CADD}" destId="{BF5CE519-0303-A744-892D-6CF27E5E4D64}" srcOrd="0" destOrd="0" presId="urn:microsoft.com/office/officeart/2005/8/layout/target3"/>
    <dgm:cxn modelId="{8C2784E9-E273-4B23-861E-4F4461422885}" type="presParOf" srcId="{C45F6EED-CF4E-0E44-92A7-E9EAFC55CADD}" destId="{24D852AE-2FB4-F642-9D5B-4098CEC249D8}" srcOrd="1" destOrd="0" presId="urn:microsoft.com/office/officeart/2005/8/layout/target3"/>
    <dgm:cxn modelId="{A9D3F2FB-0005-40CF-AFFC-A996BFFCB172}" type="presParOf" srcId="{C45F6EED-CF4E-0E44-92A7-E9EAFC55CADD}" destId="{EB9D8600-0FC6-CF44-8D37-7ABEE0F4BC87}" srcOrd="2" destOrd="0" presId="urn:microsoft.com/office/officeart/2005/8/layout/target3"/>
    <dgm:cxn modelId="{57BD2A96-AB65-4B9C-839D-E836EC58E93E}" type="presParOf" srcId="{C45F6EED-CF4E-0E44-92A7-E9EAFC55CADD}" destId="{D3995856-484C-EC4F-92D4-0F7F517BC87B}" srcOrd="3" destOrd="0" presId="urn:microsoft.com/office/officeart/2005/8/layout/target3"/>
    <dgm:cxn modelId="{01C1155E-F4F3-4EBA-91B6-FF85B347917C}" type="presParOf" srcId="{C45F6EED-CF4E-0E44-92A7-E9EAFC55CADD}" destId="{460B7F3E-CECD-1E45-A060-CEEBADF883A5}" srcOrd="4" destOrd="0" presId="urn:microsoft.com/office/officeart/2005/8/layout/target3"/>
    <dgm:cxn modelId="{AE36FF4E-CC18-43DE-BA86-7AA1C3E5B0F4}" type="presParOf" srcId="{C45F6EED-CF4E-0E44-92A7-E9EAFC55CADD}" destId="{1FEB0DB6-FA4E-CF4E-8B72-2D86613E2D39}" srcOrd="5" destOrd="0" presId="urn:microsoft.com/office/officeart/2005/8/layout/target3"/>
    <dgm:cxn modelId="{096E6DC1-B8D1-4C4B-9488-B41C2E75B72E}" type="presParOf" srcId="{C45F6EED-CF4E-0E44-92A7-E9EAFC55CADD}" destId="{96EB837B-31E5-BF4F-AA22-C7D317AE6937}" srcOrd="6" destOrd="0" presId="urn:microsoft.com/office/officeart/2005/8/layout/target3"/>
    <dgm:cxn modelId="{517BB7D8-E924-4175-8A5C-4F9BFD6459EC}" type="presParOf" srcId="{C45F6EED-CF4E-0E44-92A7-E9EAFC55CADD}" destId="{D880669A-8623-EE4C-BDCE-31DE7DE25528}" srcOrd="7" destOrd="0" presId="urn:microsoft.com/office/officeart/2005/8/layout/target3"/>
    <dgm:cxn modelId="{3928B011-0E7D-40EA-BEE9-FC40F5EC7860}" type="presParOf" srcId="{C45F6EED-CF4E-0E44-92A7-E9EAFC55CADD}" destId="{6773C79A-A7DA-5D43-9C7B-903C427EC509}" srcOrd="8" destOrd="0" presId="urn:microsoft.com/office/officeart/2005/8/layout/target3"/>
    <dgm:cxn modelId="{B7A13947-D3BF-4C3A-B443-33AABF976E82}" type="presParOf" srcId="{C45F6EED-CF4E-0E44-92A7-E9EAFC55CADD}" destId="{2E67184D-F9BA-A749-88A9-C737856676D7}" srcOrd="9" destOrd="0" presId="urn:microsoft.com/office/officeart/2005/8/layout/target3"/>
    <dgm:cxn modelId="{BC78228C-CD71-43BF-A597-F31BCB028C90}" type="presParOf" srcId="{C45F6EED-CF4E-0E44-92A7-E9EAFC55CADD}" destId="{46B2491C-959D-9341-B5E5-3708E7ECB676}" srcOrd="10" destOrd="0" presId="urn:microsoft.com/office/officeart/2005/8/layout/target3"/>
    <dgm:cxn modelId="{50739B5D-F77F-4A30-AB88-3604FCBEA97E}" type="presParOf" srcId="{C45F6EED-CF4E-0E44-92A7-E9EAFC55CADD}" destId="{217B241A-14AD-BA4F-86DD-0171E3154DEB}" srcOrd="11"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8AE4072-F77B-E644-8EC3-A44242BAF959}" type="doc">
      <dgm:prSet loTypeId="urn:microsoft.com/office/officeart/2005/8/layout/hierarchy1" loCatId="hierarchy" qsTypeId="urn:microsoft.com/office/officeart/2005/8/quickstyle/simple4" qsCatId="simple" csTypeId="urn:microsoft.com/office/officeart/2005/8/colors/accent1_2" csCatId="accent1" phldr="1"/>
      <dgm:spPr/>
      <dgm:t>
        <a:bodyPr/>
        <a:lstStyle/>
        <a:p>
          <a:endParaRPr lang="en-US"/>
        </a:p>
      </dgm:t>
    </dgm:pt>
    <dgm:pt modelId="{87930E8F-66FB-F24D-9A43-D34E6297C7FD}">
      <dgm:prSet phldrT="[Text]"/>
      <dgm:spPr/>
      <dgm:t>
        <a:bodyPr/>
        <a:lstStyle/>
        <a:p>
          <a:r>
            <a:rPr lang="en-US" dirty="0">
              <a:solidFill>
                <a:schemeClr val="tx2">
                  <a:lumMod val="10000"/>
                </a:schemeClr>
              </a:solidFill>
            </a:rPr>
            <a:t>Programs can present two kinds of threats:</a:t>
          </a:r>
          <a:endParaRPr lang="en-US" dirty="0"/>
        </a:p>
      </dgm:t>
    </dgm:pt>
    <dgm:pt modelId="{50BC9B20-80D7-2F4D-A09E-7ED0A09B1CB2}" type="parTrans" cxnId="{C463C32F-4912-804B-BA12-C10ABD7FFB8D}">
      <dgm:prSet/>
      <dgm:spPr/>
      <dgm:t>
        <a:bodyPr/>
        <a:lstStyle/>
        <a:p>
          <a:endParaRPr lang="en-US"/>
        </a:p>
      </dgm:t>
    </dgm:pt>
    <dgm:pt modelId="{625227ED-4B6C-314C-B8FA-25ED872C1F69}" type="sibTrans" cxnId="{C463C32F-4912-804B-BA12-C10ABD7FFB8D}">
      <dgm:prSet/>
      <dgm:spPr/>
      <dgm:t>
        <a:bodyPr/>
        <a:lstStyle/>
        <a:p>
          <a:endParaRPr lang="en-US"/>
        </a:p>
      </dgm:t>
    </dgm:pt>
    <dgm:pt modelId="{4695AAD8-AD91-7D40-B4FC-00499CEDC716}">
      <dgm:prSet/>
      <dgm:spPr/>
      <dgm:t>
        <a:bodyPr/>
        <a:lstStyle/>
        <a:p>
          <a:r>
            <a:rPr lang="en-US" dirty="0">
              <a:solidFill>
                <a:schemeClr val="tx2">
                  <a:lumMod val="10000"/>
                </a:schemeClr>
              </a:solidFill>
            </a:rPr>
            <a:t>Information access threats</a:t>
          </a:r>
        </a:p>
      </dgm:t>
    </dgm:pt>
    <dgm:pt modelId="{04DA2B8C-ACEE-C941-9481-D8F43D789016}" type="parTrans" cxnId="{788E3750-A6E4-D64C-8359-FE7546404BBE}">
      <dgm:prSet/>
      <dgm:spPr/>
      <dgm:t>
        <a:bodyPr/>
        <a:lstStyle/>
        <a:p>
          <a:endParaRPr lang="en-US"/>
        </a:p>
      </dgm:t>
    </dgm:pt>
    <dgm:pt modelId="{36365871-9C5D-3840-A1EE-9A75B4AF5B1D}" type="sibTrans" cxnId="{788E3750-A6E4-D64C-8359-FE7546404BBE}">
      <dgm:prSet/>
      <dgm:spPr/>
      <dgm:t>
        <a:bodyPr/>
        <a:lstStyle/>
        <a:p>
          <a:endParaRPr lang="en-US"/>
        </a:p>
      </dgm:t>
    </dgm:pt>
    <dgm:pt modelId="{219A4243-91B0-0D4D-8D93-E6C1610370BF}">
      <dgm:prSet/>
      <dgm:spPr/>
      <dgm:t>
        <a:bodyPr/>
        <a:lstStyle/>
        <a:p>
          <a:r>
            <a:rPr lang="en-US" dirty="0">
              <a:solidFill>
                <a:schemeClr val="tx2">
                  <a:lumMod val="10000"/>
                </a:schemeClr>
              </a:solidFill>
            </a:rPr>
            <a:t>Intercept or modify data on behalf of users who should not have access to that data</a:t>
          </a:r>
        </a:p>
      </dgm:t>
    </dgm:pt>
    <dgm:pt modelId="{F99755C1-F316-E14E-8541-48303104939E}" type="parTrans" cxnId="{886F5A8D-FB22-0F48-BBB3-20605259D29E}">
      <dgm:prSet/>
      <dgm:spPr/>
      <dgm:t>
        <a:bodyPr/>
        <a:lstStyle/>
        <a:p>
          <a:endParaRPr lang="en-US"/>
        </a:p>
      </dgm:t>
    </dgm:pt>
    <dgm:pt modelId="{25CA98A9-EE92-894B-829E-BA706E818CEB}" type="sibTrans" cxnId="{886F5A8D-FB22-0F48-BBB3-20605259D29E}">
      <dgm:prSet/>
      <dgm:spPr/>
      <dgm:t>
        <a:bodyPr/>
        <a:lstStyle/>
        <a:p>
          <a:endParaRPr lang="en-US"/>
        </a:p>
      </dgm:t>
    </dgm:pt>
    <dgm:pt modelId="{1035DEF2-1D2F-4242-950C-A99A67C59A8F}">
      <dgm:prSet/>
      <dgm:spPr/>
      <dgm:t>
        <a:bodyPr/>
        <a:lstStyle/>
        <a:p>
          <a:r>
            <a:rPr lang="en-US" dirty="0">
              <a:solidFill>
                <a:schemeClr val="tx2">
                  <a:lumMod val="10000"/>
                </a:schemeClr>
              </a:solidFill>
            </a:rPr>
            <a:t>Service threats</a:t>
          </a:r>
        </a:p>
      </dgm:t>
    </dgm:pt>
    <dgm:pt modelId="{78B7C298-D99C-BC4A-B9C3-716FA65115AB}" type="parTrans" cxnId="{FE3ADCC6-B4FD-AE44-A17B-E00D5DC96E6E}">
      <dgm:prSet/>
      <dgm:spPr/>
      <dgm:t>
        <a:bodyPr/>
        <a:lstStyle/>
        <a:p>
          <a:endParaRPr lang="en-US"/>
        </a:p>
      </dgm:t>
    </dgm:pt>
    <dgm:pt modelId="{B45DD3AC-343D-A442-BC03-973B21307668}" type="sibTrans" cxnId="{FE3ADCC6-B4FD-AE44-A17B-E00D5DC96E6E}">
      <dgm:prSet/>
      <dgm:spPr/>
      <dgm:t>
        <a:bodyPr/>
        <a:lstStyle/>
        <a:p>
          <a:endParaRPr lang="en-US"/>
        </a:p>
      </dgm:t>
    </dgm:pt>
    <dgm:pt modelId="{0E0BEB94-5946-2F4C-8BCF-8DB86F5D2512}">
      <dgm:prSet/>
      <dgm:spPr/>
      <dgm:t>
        <a:bodyPr/>
        <a:lstStyle/>
        <a:p>
          <a:r>
            <a:rPr lang="en-US" dirty="0">
              <a:solidFill>
                <a:schemeClr val="tx2">
                  <a:lumMod val="10000"/>
                </a:schemeClr>
              </a:solidFill>
            </a:rPr>
            <a:t>Exploit service flaws in computers to inhibit use by legitimate users</a:t>
          </a:r>
        </a:p>
      </dgm:t>
    </dgm:pt>
    <dgm:pt modelId="{B7004A80-F4CF-444C-86EA-EE626C2BE442}" type="parTrans" cxnId="{787E406F-FE8A-F347-A3A7-D4E65B9BBD13}">
      <dgm:prSet/>
      <dgm:spPr/>
      <dgm:t>
        <a:bodyPr/>
        <a:lstStyle/>
        <a:p>
          <a:endParaRPr lang="en-US"/>
        </a:p>
      </dgm:t>
    </dgm:pt>
    <dgm:pt modelId="{A22F6465-5966-D84B-AF87-2BF6BCDC94AD}" type="sibTrans" cxnId="{787E406F-FE8A-F347-A3A7-D4E65B9BBD13}">
      <dgm:prSet/>
      <dgm:spPr/>
      <dgm:t>
        <a:bodyPr/>
        <a:lstStyle/>
        <a:p>
          <a:endParaRPr lang="en-US"/>
        </a:p>
      </dgm:t>
    </dgm:pt>
    <dgm:pt modelId="{48DE3BBB-5FB0-5549-9D06-E2A683113E94}" type="pres">
      <dgm:prSet presAssocID="{98AE4072-F77B-E644-8EC3-A44242BAF959}" presName="hierChild1" presStyleCnt="0">
        <dgm:presLayoutVars>
          <dgm:chPref val="1"/>
          <dgm:dir/>
          <dgm:animOne val="branch"/>
          <dgm:animLvl val="lvl"/>
          <dgm:resizeHandles/>
        </dgm:presLayoutVars>
      </dgm:prSet>
      <dgm:spPr/>
    </dgm:pt>
    <dgm:pt modelId="{9E3052B4-0FD9-BB43-8731-6745FD5E7582}" type="pres">
      <dgm:prSet presAssocID="{87930E8F-66FB-F24D-9A43-D34E6297C7FD}" presName="hierRoot1" presStyleCnt="0"/>
      <dgm:spPr/>
    </dgm:pt>
    <dgm:pt modelId="{EE0D0BBB-C5FA-C44A-BCF0-A3A43F4910C9}" type="pres">
      <dgm:prSet presAssocID="{87930E8F-66FB-F24D-9A43-D34E6297C7FD}" presName="composite" presStyleCnt="0"/>
      <dgm:spPr/>
    </dgm:pt>
    <dgm:pt modelId="{1839A7A8-B27F-2946-BE3C-398441DF248B}" type="pres">
      <dgm:prSet presAssocID="{87930E8F-66FB-F24D-9A43-D34E6297C7FD}" presName="background" presStyleLbl="node0" presStyleIdx="0" presStyleCnt="1"/>
      <dgm:spPr/>
    </dgm:pt>
    <dgm:pt modelId="{22F77FF9-9B32-D442-BE62-24401B675670}" type="pres">
      <dgm:prSet presAssocID="{87930E8F-66FB-F24D-9A43-D34E6297C7FD}" presName="text" presStyleLbl="fgAcc0" presStyleIdx="0" presStyleCnt="1">
        <dgm:presLayoutVars>
          <dgm:chPref val="3"/>
        </dgm:presLayoutVars>
      </dgm:prSet>
      <dgm:spPr/>
    </dgm:pt>
    <dgm:pt modelId="{F152B7D9-8CA5-2944-B011-8120A955F98D}" type="pres">
      <dgm:prSet presAssocID="{87930E8F-66FB-F24D-9A43-D34E6297C7FD}" presName="hierChild2" presStyleCnt="0"/>
      <dgm:spPr/>
    </dgm:pt>
    <dgm:pt modelId="{76338268-0505-AF49-8C0C-9B19AB44EA57}" type="pres">
      <dgm:prSet presAssocID="{04DA2B8C-ACEE-C941-9481-D8F43D789016}" presName="Name10" presStyleLbl="parChTrans1D2" presStyleIdx="0" presStyleCnt="2"/>
      <dgm:spPr/>
    </dgm:pt>
    <dgm:pt modelId="{0ED46785-C589-E942-98DE-014255B306FE}" type="pres">
      <dgm:prSet presAssocID="{4695AAD8-AD91-7D40-B4FC-00499CEDC716}" presName="hierRoot2" presStyleCnt="0"/>
      <dgm:spPr/>
    </dgm:pt>
    <dgm:pt modelId="{9CA114A5-1BCC-B149-9A73-5D9F181698D8}" type="pres">
      <dgm:prSet presAssocID="{4695AAD8-AD91-7D40-B4FC-00499CEDC716}" presName="composite2" presStyleCnt="0"/>
      <dgm:spPr/>
    </dgm:pt>
    <dgm:pt modelId="{D7579396-6052-5946-ABDC-400A65111B84}" type="pres">
      <dgm:prSet presAssocID="{4695AAD8-AD91-7D40-B4FC-00499CEDC716}" presName="background2" presStyleLbl="node2" presStyleIdx="0" presStyleCnt="2"/>
      <dgm:spPr/>
    </dgm:pt>
    <dgm:pt modelId="{8581194E-B1F8-854E-9E64-152BD71530DA}" type="pres">
      <dgm:prSet presAssocID="{4695AAD8-AD91-7D40-B4FC-00499CEDC716}" presName="text2" presStyleLbl="fgAcc2" presStyleIdx="0" presStyleCnt="2">
        <dgm:presLayoutVars>
          <dgm:chPref val="3"/>
        </dgm:presLayoutVars>
      </dgm:prSet>
      <dgm:spPr/>
    </dgm:pt>
    <dgm:pt modelId="{FAE0BF81-C44E-7F40-81AE-93881D3CCC0E}" type="pres">
      <dgm:prSet presAssocID="{4695AAD8-AD91-7D40-B4FC-00499CEDC716}" presName="hierChild3" presStyleCnt="0"/>
      <dgm:spPr/>
    </dgm:pt>
    <dgm:pt modelId="{A3BF2B39-99C1-5341-A628-0809CD7118B1}" type="pres">
      <dgm:prSet presAssocID="{F99755C1-F316-E14E-8541-48303104939E}" presName="Name17" presStyleLbl="parChTrans1D3" presStyleIdx="0" presStyleCnt="2"/>
      <dgm:spPr/>
    </dgm:pt>
    <dgm:pt modelId="{31309DD4-1289-8C4B-B7C2-39E0083DB801}" type="pres">
      <dgm:prSet presAssocID="{219A4243-91B0-0D4D-8D93-E6C1610370BF}" presName="hierRoot3" presStyleCnt="0"/>
      <dgm:spPr/>
    </dgm:pt>
    <dgm:pt modelId="{30ED9948-7B89-F44F-828A-B61739911AE6}" type="pres">
      <dgm:prSet presAssocID="{219A4243-91B0-0D4D-8D93-E6C1610370BF}" presName="composite3" presStyleCnt="0"/>
      <dgm:spPr/>
    </dgm:pt>
    <dgm:pt modelId="{F9BC914F-03DF-FE43-BAF2-248CC08D8422}" type="pres">
      <dgm:prSet presAssocID="{219A4243-91B0-0D4D-8D93-E6C1610370BF}" presName="background3" presStyleLbl="node3" presStyleIdx="0" presStyleCnt="2"/>
      <dgm:spPr/>
    </dgm:pt>
    <dgm:pt modelId="{319888DA-16AF-3940-9656-76E1E8BCC9D7}" type="pres">
      <dgm:prSet presAssocID="{219A4243-91B0-0D4D-8D93-E6C1610370BF}" presName="text3" presStyleLbl="fgAcc3" presStyleIdx="0" presStyleCnt="2">
        <dgm:presLayoutVars>
          <dgm:chPref val="3"/>
        </dgm:presLayoutVars>
      </dgm:prSet>
      <dgm:spPr/>
    </dgm:pt>
    <dgm:pt modelId="{96F7F785-D4E5-514F-96D4-A54FCA3C78D1}" type="pres">
      <dgm:prSet presAssocID="{219A4243-91B0-0D4D-8D93-E6C1610370BF}" presName="hierChild4" presStyleCnt="0"/>
      <dgm:spPr/>
    </dgm:pt>
    <dgm:pt modelId="{08F647C8-2429-9C46-BFB6-CCC81EF660EE}" type="pres">
      <dgm:prSet presAssocID="{78B7C298-D99C-BC4A-B9C3-716FA65115AB}" presName="Name10" presStyleLbl="parChTrans1D2" presStyleIdx="1" presStyleCnt="2"/>
      <dgm:spPr/>
    </dgm:pt>
    <dgm:pt modelId="{842075A8-B6C1-1A48-9BE7-9D14B3EDF98D}" type="pres">
      <dgm:prSet presAssocID="{1035DEF2-1D2F-4242-950C-A99A67C59A8F}" presName="hierRoot2" presStyleCnt="0"/>
      <dgm:spPr/>
    </dgm:pt>
    <dgm:pt modelId="{EE9FBB0A-517E-B34F-9ABF-D2C4501E14FE}" type="pres">
      <dgm:prSet presAssocID="{1035DEF2-1D2F-4242-950C-A99A67C59A8F}" presName="composite2" presStyleCnt="0"/>
      <dgm:spPr/>
    </dgm:pt>
    <dgm:pt modelId="{3C0EDC99-CB20-8640-A010-DB0A1A7E75AF}" type="pres">
      <dgm:prSet presAssocID="{1035DEF2-1D2F-4242-950C-A99A67C59A8F}" presName="background2" presStyleLbl="node2" presStyleIdx="1" presStyleCnt="2"/>
      <dgm:spPr/>
    </dgm:pt>
    <dgm:pt modelId="{B5792EAB-C8CC-5E4A-AD28-67EC352D8E77}" type="pres">
      <dgm:prSet presAssocID="{1035DEF2-1D2F-4242-950C-A99A67C59A8F}" presName="text2" presStyleLbl="fgAcc2" presStyleIdx="1" presStyleCnt="2">
        <dgm:presLayoutVars>
          <dgm:chPref val="3"/>
        </dgm:presLayoutVars>
      </dgm:prSet>
      <dgm:spPr/>
    </dgm:pt>
    <dgm:pt modelId="{89E0AFF5-694C-534A-9AFE-FFBB7092FE89}" type="pres">
      <dgm:prSet presAssocID="{1035DEF2-1D2F-4242-950C-A99A67C59A8F}" presName="hierChild3" presStyleCnt="0"/>
      <dgm:spPr/>
    </dgm:pt>
    <dgm:pt modelId="{03AABF04-8C9F-1346-AB4B-299758F2A5AC}" type="pres">
      <dgm:prSet presAssocID="{B7004A80-F4CF-444C-86EA-EE626C2BE442}" presName="Name17" presStyleLbl="parChTrans1D3" presStyleIdx="1" presStyleCnt="2"/>
      <dgm:spPr/>
    </dgm:pt>
    <dgm:pt modelId="{7B48EBC2-F5C7-7F4A-94DE-4DD49DACAF21}" type="pres">
      <dgm:prSet presAssocID="{0E0BEB94-5946-2F4C-8BCF-8DB86F5D2512}" presName="hierRoot3" presStyleCnt="0"/>
      <dgm:spPr/>
    </dgm:pt>
    <dgm:pt modelId="{8B33ED78-865F-1A49-8601-5778B931A926}" type="pres">
      <dgm:prSet presAssocID="{0E0BEB94-5946-2F4C-8BCF-8DB86F5D2512}" presName="composite3" presStyleCnt="0"/>
      <dgm:spPr/>
    </dgm:pt>
    <dgm:pt modelId="{9B9379ED-0AC4-B540-99BA-6048F8DA5435}" type="pres">
      <dgm:prSet presAssocID="{0E0BEB94-5946-2F4C-8BCF-8DB86F5D2512}" presName="background3" presStyleLbl="node3" presStyleIdx="1" presStyleCnt="2"/>
      <dgm:spPr/>
    </dgm:pt>
    <dgm:pt modelId="{560C05AD-5FB1-D94B-B0EE-3AEC0E6178C9}" type="pres">
      <dgm:prSet presAssocID="{0E0BEB94-5946-2F4C-8BCF-8DB86F5D2512}" presName="text3" presStyleLbl="fgAcc3" presStyleIdx="1" presStyleCnt="2">
        <dgm:presLayoutVars>
          <dgm:chPref val="3"/>
        </dgm:presLayoutVars>
      </dgm:prSet>
      <dgm:spPr/>
    </dgm:pt>
    <dgm:pt modelId="{42796745-ED71-6246-B19F-A4B00961BE0C}" type="pres">
      <dgm:prSet presAssocID="{0E0BEB94-5946-2F4C-8BCF-8DB86F5D2512}" presName="hierChild4" presStyleCnt="0"/>
      <dgm:spPr/>
    </dgm:pt>
  </dgm:ptLst>
  <dgm:cxnLst>
    <dgm:cxn modelId="{CA9A4D09-2373-4D4B-91C6-D5C60616AA20}" type="presOf" srcId="{F99755C1-F316-E14E-8541-48303104939E}" destId="{A3BF2B39-99C1-5341-A628-0809CD7118B1}" srcOrd="0" destOrd="0" presId="urn:microsoft.com/office/officeart/2005/8/layout/hierarchy1"/>
    <dgm:cxn modelId="{9946100A-B345-41FB-9437-B49997273753}" type="presOf" srcId="{04DA2B8C-ACEE-C941-9481-D8F43D789016}" destId="{76338268-0505-AF49-8C0C-9B19AB44EA57}" srcOrd="0" destOrd="0" presId="urn:microsoft.com/office/officeart/2005/8/layout/hierarchy1"/>
    <dgm:cxn modelId="{95024425-98CD-4C66-9326-FD8389C674B4}" type="presOf" srcId="{78B7C298-D99C-BC4A-B9C3-716FA65115AB}" destId="{08F647C8-2429-9C46-BFB6-CCC81EF660EE}" srcOrd="0" destOrd="0" presId="urn:microsoft.com/office/officeart/2005/8/layout/hierarchy1"/>
    <dgm:cxn modelId="{4FBEE325-6A1D-4C76-888C-4D550C2C68C1}" type="presOf" srcId="{B7004A80-F4CF-444C-86EA-EE626C2BE442}" destId="{03AABF04-8C9F-1346-AB4B-299758F2A5AC}" srcOrd="0" destOrd="0" presId="urn:microsoft.com/office/officeart/2005/8/layout/hierarchy1"/>
    <dgm:cxn modelId="{095FF32A-0AAD-47BF-B886-1ED648C629F3}" type="presOf" srcId="{87930E8F-66FB-F24D-9A43-D34E6297C7FD}" destId="{22F77FF9-9B32-D442-BE62-24401B675670}" srcOrd="0" destOrd="0" presId="urn:microsoft.com/office/officeart/2005/8/layout/hierarchy1"/>
    <dgm:cxn modelId="{C463C32F-4912-804B-BA12-C10ABD7FFB8D}" srcId="{98AE4072-F77B-E644-8EC3-A44242BAF959}" destId="{87930E8F-66FB-F24D-9A43-D34E6297C7FD}" srcOrd="0" destOrd="0" parTransId="{50BC9B20-80D7-2F4D-A09E-7ED0A09B1CB2}" sibTransId="{625227ED-4B6C-314C-B8FA-25ED872C1F69}"/>
    <dgm:cxn modelId="{DAB2E33C-1379-456C-BDA0-B557764B9341}" type="presOf" srcId="{4695AAD8-AD91-7D40-B4FC-00499CEDC716}" destId="{8581194E-B1F8-854E-9E64-152BD71530DA}" srcOrd="0" destOrd="0" presId="urn:microsoft.com/office/officeart/2005/8/layout/hierarchy1"/>
    <dgm:cxn modelId="{787E406F-FE8A-F347-A3A7-D4E65B9BBD13}" srcId="{1035DEF2-1D2F-4242-950C-A99A67C59A8F}" destId="{0E0BEB94-5946-2F4C-8BCF-8DB86F5D2512}" srcOrd="0" destOrd="0" parTransId="{B7004A80-F4CF-444C-86EA-EE626C2BE442}" sibTransId="{A22F6465-5966-D84B-AF87-2BF6BCDC94AD}"/>
    <dgm:cxn modelId="{788E3750-A6E4-D64C-8359-FE7546404BBE}" srcId="{87930E8F-66FB-F24D-9A43-D34E6297C7FD}" destId="{4695AAD8-AD91-7D40-B4FC-00499CEDC716}" srcOrd="0" destOrd="0" parTransId="{04DA2B8C-ACEE-C941-9481-D8F43D789016}" sibTransId="{36365871-9C5D-3840-A1EE-9A75B4AF5B1D}"/>
    <dgm:cxn modelId="{7B30AF53-0C78-4287-853F-9B054F314D5C}" type="presOf" srcId="{219A4243-91B0-0D4D-8D93-E6C1610370BF}" destId="{319888DA-16AF-3940-9656-76E1E8BCC9D7}" srcOrd="0" destOrd="0" presId="urn:microsoft.com/office/officeart/2005/8/layout/hierarchy1"/>
    <dgm:cxn modelId="{886F5A8D-FB22-0F48-BBB3-20605259D29E}" srcId="{4695AAD8-AD91-7D40-B4FC-00499CEDC716}" destId="{219A4243-91B0-0D4D-8D93-E6C1610370BF}" srcOrd="0" destOrd="0" parTransId="{F99755C1-F316-E14E-8541-48303104939E}" sibTransId="{25CA98A9-EE92-894B-829E-BA706E818CEB}"/>
    <dgm:cxn modelId="{FE3ADCC6-B4FD-AE44-A17B-E00D5DC96E6E}" srcId="{87930E8F-66FB-F24D-9A43-D34E6297C7FD}" destId="{1035DEF2-1D2F-4242-950C-A99A67C59A8F}" srcOrd="1" destOrd="0" parTransId="{78B7C298-D99C-BC4A-B9C3-716FA65115AB}" sibTransId="{B45DD3AC-343D-A442-BC03-973B21307668}"/>
    <dgm:cxn modelId="{8134E8CF-F9DE-4085-A429-6B53F2978621}" type="presOf" srcId="{98AE4072-F77B-E644-8EC3-A44242BAF959}" destId="{48DE3BBB-5FB0-5549-9D06-E2A683113E94}" srcOrd="0" destOrd="0" presId="urn:microsoft.com/office/officeart/2005/8/layout/hierarchy1"/>
    <dgm:cxn modelId="{03D9CADE-D366-4ABA-B8B5-D3B3AEB312FD}" type="presOf" srcId="{1035DEF2-1D2F-4242-950C-A99A67C59A8F}" destId="{B5792EAB-C8CC-5E4A-AD28-67EC352D8E77}" srcOrd="0" destOrd="0" presId="urn:microsoft.com/office/officeart/2005/8/layout/hierarchy1"/>
    <dgm:cxn modelId="{7C6DD0EF-4C66-4214-B226-115A36D1DFBF}" type="presOf" srcId="{0E0BEB94-5946-2F4C-8BCF-8DB86F5D2512}" destId="{560C05AD-5FB1-D94B-B0EE-3AEC0E6178C9}" srcOrd="0" destOrd="0" presId="urn:microsoft.com/office/officeart/2005/8/layout/hierarchy1"/>
    <dgm:cxn modelId="{0C36151C-B033-42EB-9EE0-D6942E8F6503}" type="presParOf" srcId="{48DE3BBB-5FB0-5549-9D06-E2A683113E94}" destId="{9E3052B4-0FD9-BB43-8731-6745FD5E7582}" srcOrd="0" destOrd="0" presId="urn:microsoft.com/office/officeart/2005/8/layout/hierarchy1"/>
    <dgm:cxn modelId="{56610723-0956-4CA0-AF76-3DCE62E9659F}" type="presParOf" srcId="{9E3052B4-0FD9-BB43-8731-6745FD5E7582}" destId="{EE0D0BBB-C5FA-C44A-BCF0-A3A43F4910C9}" srcOrd="0" destOrd="0" presId="urn:microsoft.com/office/officeart/2005/8/layout/hierarchy1"/>
    <dgm:cxn modelId="{72740F1A-B81B-44AC-A660-9898D16FEA02}" type="presParOf" srcId="{EE0D0BBB-C5FA-C44A-BCF0-A3A43F4910C9}" destId="{1839A7A8-B27F-2946-BE3C-398441DF248B}" srcOrd="0" destOrd="0" presId="urn:microsoft.com/office/officeart/2005/8/layout/hierarchy1"/>
    <dgm:cxn modelId="{1D1AB143-07D9-4728-AA2A-01215CCF376A}" type="presParOf" srcId="{EE0D0BBB-C5FA-C44A-BCF0-A3A43F4910C9}" destId="{22F77FF9-9B32-D442-BE62-24401B675670}" srcOrd="1" destOrd="0" presId="urn:microsoft.com/office/officeart/2005/8/layout/hierarchy1"/>
    <dgm:cxn modelId="{DC23A396-BB31-44C8-A76D-0C57C58BCA79}" type="presParOf" srcId="{9E3052B4-0FD9-BB43-8731-6745FD5E7582}" destId="{F152B7D9-8CA5-2944-B011-8120A955F98D}" srcOrd="1" destOrd="0" presId="urn:microsoft.com/office/officeart/2005/8/layout/hierarchy1"/>
    <dgm:cxn modelId="{E0104AA4-B731-47F5-AC25-2118172D9FE3}" type="presParOf" srcId="{F152B7D9-8CA5-2944-B011-8120A955F98D}" destId="{76338268-0505-AF49-8C0C-9B19AB44EA57}" srcOrd="0" destOrd="0" presId="urn:microsoft.com/office/officeart/2005/8/layout/hierarchy1"/>
    <dgm:cxn modelId="{036D4189-DD8C-4B4F-90D8-07F8F283638D}" type="presParOf" srcId="{F152B7D9-8CA5-2944-B011-8120A955F98D}" destId="{0ED46785-C589-E942-98DE-014255B306FE}" srcOrd="1" destOrd="0" presId="urn:microsoft.com/office/officeart/2005/8/layout/hierarchy1"/>
    <dgm:cxn modelId="{A3704864-0029-41A8-895C-DA1113440770}" type="presParOf" srcId="{0ED46785-C589-E942-98DE-014255B306FE}" destId="{9CA114A5-1BCC-B149-9A73-5D9F181698D8}" srcOrd="0" destOrd="0" presId="urn:microsoft.com/office/officeart/2005/8/layout/hierarchy1"/>
    <dgm:cxn modelId="{411F71E9-32DD-4CFF-AEBD-19D49EFF3FCB}" type="presParOf" srcId="{9CA114A5-1BCC-B149-9A73-5D9F181698D8}" destId="{D7579396-6052-5946-ABDC-400A65111B84}" srcOrd="0" destOrd="0" presId="urn:microsoft.com/office/officeart/2005/8/layout/hierarchy1"/>
    <dgm:cxn modelId="{157245BA-D0E8-446E-A5EB-5F30BD641B66}" type="presParOf" srcId="{9CA114A5-1BCC-B149-9A73-5D9F181698D8}" destId="{8581194E-B1F8-854E-9E64-152BD71530DA}" srcOrd="1" destOrd="0" presId="urn:microsoft.com/office/officeart/2005/8/layout/hierarchy1"/>
    <dgm:cxn modelId="{3A1A9809-44AF-4BF6-9281-38A8EC65F3D3}" type="presParOf" srcId="{0ED46785-C589-E942-98DE-014255B306FE}" destId="{FAE0BF81-C44E-7F40-81AE-93881D3CCC0E}" srcOrd="1" destOrd="0" presId="urn:microsoft.com/office/officeart/2005/8/layout/hierarchy1"/>
    <dgm:cxn modelId="{D2D904E5-A111-49BA-B2AC-ED0518B6796E}" type="presParOf" srcId="{FAE0BF81-C44E-7F40-81AE-93881D3CCC0E}" destId="{A3BF2B39-99C1-5341-A628-0809CD7118B1}" srcOrd="0" destOrd="0" presId="urn:microsoft.com/office/officeart/2005/8/layout/hierarchy1"/>
    <dgm:cxn modelId="{D1AC46FE-4264-4398-B9A8-869264FD72D5}" type="presParOf" srcId="{FAE0BF81-C44E-7F40-81AE-93881D3CCC0E}" destId="{31309DD4-1289-8C4B-B7C2-39E0083DB801}" srcOrd="1" destOrd="0" presId="urn:microsoft.com/office/officeart/2005/8/layout/hierarchy1"/>
    <dgm:cxn modelId="{89037707-63D6-4172-9533-FF1773528CC6}" type="presParOf" srcId="{31309DD4-1289-8C4B-B7C2-39E0083DB801}" destId="{30ED9948-7B89-F44F-828A-B61739911AE6}" srcOrd="0" destOrd="0" presId="urn:microsoft.com/office/officeart/2005/8/layout/hierarchy1"/>
    <dgm:cxn modelId="{7EBBB1BB-7569-4008-BD40-74C2D70064FA}" type="presParOf" srcId="{30ED9948-7B89-F44F-828A-B61739911AE6}" destId="{F9BC914F-03DF-FE43-BAF2-248CC08D8422}" srcOrd="0" destOrd="0" presId="urn:microsoft.com/office/officeart/2005/8/layout/hierarchy1"/>
    <dgm:cxn modelId="{71FC08CA-EB18-4C19-9160-C7B908E9CC38}" type="presParOf" srcId="{30ED9948-7B89-F44F-828A-B61739911AE6}" destId="{319888DA-16AF-3940-9656-76E1E8BCC9D7}" srcOrd="1" destOrd="0" presId="urn:microsoft.com/office/officeart/2005/8/layout/hierarchy1"/>
    <dgm:cxn modelId="{9F043FB3-5E6F-4D71-AC02-1C62F4CDB697}" type="presParOf" srcId="{31309DD4-1289-8C4B-B7C2-39E0083DB801}" destId="{96F7F785-D4E5-514F-96D4-A54FCA3C78D1}" srcOrd="1" destOrd="0" presId="urn:microsoft.com/office/officeart/2005/8/layout/hierarchy1"/>
    <dgm:cxn modelId="{48AB38AC-8A9C-4C64-9F3F-A2F2D74A30EB}" type="presParOf" srcId="{F152B7D9-8CA5-2944-B011-8120A955F98D}" destId="{08F647C8-2429-9C46-BFB6-CCC81EF660EE}" srcOrd="2" destOrd="0" presId="urn:microsoft.com/office/officeart/2005/8/layout/hierarchy1"/>
    <dgm:cxn modelId="{6B82C4E8-8B54-47EA-80F7-1FE1CFF718D1}" type="presParOf" srcId="{F152B7D9-8CA5-2944-B011-8120A955F98D}" destId="{842075A8-B6C1-1A48-9BE7-9D14B3EDF98D}" srcOrd="3" destOrd="0" presId="urn:microsoft.com/office/officeart/2005/8/layout/hierarchy1"/>
    <dgm:cxn modelId="{1BE70DA8-47E5-47A0-B1B7-9C8C6045ECA3}" type="presParOf" srcId="{842075A8-B6C1-1A48-9BE7-9D14B3EDF98D}" destId="{EE9FBB0A-517E-B34F-9ABF-D2C4501E14FE}" srcOrd="0" destOrd="0" presId="urn:microsoft.com/office/officeart/2005/8/layout/hierarchy1"/>
    <dgm:cxn modelId="{A3496550-51DF-4B23-ABE6-9F4BB1D1C909}" type="presParOf" srcId="{EE9FBB0A-517E-B34F-9ABF-D2C4501E14FE}" destId="{3C0EDC99-CB20-8640-A010-DB0A1A7E75AF}" srcOrd="0" destOrd="0" presId="urn:microsoft.com/office/officeart/2005/8/layout/hierarchy1"/>
    <dgm:cxn modelId="{216F0F69-8F30-455F-8336-4F12B566958A}" type="presParOf" srcId="{EE9FBB0A-517E-B34F-9ABF-D2C4501E14FE}" destId="{B5792EAB-C8CC-5E4A-AD28-67EC352D8E77}" srcOrd="1" destOrd="0" presId="urn:microsoft.com/office/officeart/2005/8/layout/hierarchy1"/>
    <dgm:cxn modelId="{870F479F-69CA-4692-BB48-0A79E3D8E965}" type="presParOf" srcId="{842075A8-B6C1-1A48-9BE7-9D14B3EDF98D}" destId="{89E0AFF5-694C-534A-9AFE-FFBB7092FE89}" srcOrd="1" destOrd="0" presId="urn:microsoft.com/office/officeart/2005/8/layout/hierarchy1"/>
    <dgm:cxn modelId="{048C4065-8222-4044-BF08-2DA8D129D483}" type="presParOf" srcId="{89E0AFF5-694C-534A-9AFE-FFBB7092FE89}" destId="{03AABF04-8C9F-1346-AB4B-299758F2A5AC}" srcOrd="0" destOrd="0" presId="urn:microsoft.com/office/officeart/2005/8/layout/hierarchy1"/>
    <dgm:cxn modelId="{40B70114-874F-46EC-BD87-33A11D5E9EC4}" type="presParOf" srcId="{89E0AFF5-694C-534A-9AFE-FFBB7092FE89}" destId="{7B48EBC2-F5C7-7F4A-94DE-4DD49DACAF21}" srcOrd="1" destOrd="0" presId="urn:microsoft.com/office/officeart/2005/8/layout/hierarchy1"/>
    <dgm:cxn modelId="{E9AC8B1E-F3AB-448F-894E-C15F029ADFB7}" type="presParOf" srcId="{7B48EBC2-F5C7-7F4A-94DE-4DD49DACAF21}" destId="{8B33ED78-865F-1A49-8601-5778B931A926}" srcOrd="0" destOrd="0" presId="urn:microsoft.com/office/officeart/2005/8/layout/hierarchy1"/>
    <dgm:cxn modelId="{617E95A0-E2FD-452C-8DB1-0BFB32B1DB39}" type="presParOf" srcId="{8B33ED78-865F-1A49-8601-5778B931A926}" destId="{9B9379ED-0AC4-B540-99BA-6048F8DA5435}" srcOrd="0" destOrd="0" presId="urn:microsoft.com/office/officeart/2005/8/layout/hierarchy1"/>
    <dgm:cxn modelId="{EFB318D9-9B55-4345-A4AB-E0C88CC1784A}" type="presParOf" srcId="{8B33ED78-865F-1A49-8601-5778B931A926}" destId="{560C05AD-5FB1-D94B-B0EE-3AEC0E6178C9}" srcOrd="1" destOrd="0" presId="urn:microsoft.com/office/officeart/2005/8/layout/hierarchy1"/>
    <dgm:cxn modelId="{46C4CF32-434C-4737-AF2E-D4F9666E8F76}" type="presParOf" srcId="{7B48EBC2-F5C7-7F4A-94DE-4DD49DACAF21}" destId="{42796745-ED71-6246-B19F-A4B00961BE0C}" srcOrd="1" destOrd="0" presId="urn:microsoft.com/office/officeart/2005/8/layout/hierarchy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498C14-EC1A-C044-AC9A-2483F9CB7F7A}">
      <dsp:nvSpPr>
        <dsp:cNvPr id="0" name=""/>
        <dsp:cNvSpPr/>
      </dsp:nvSpPr>
      <dsp:spPr>
        <a:xfrm>
          <a:off x="0" y="401614"/>
          <a:ext cx="8458200" cy="34020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56450" tIns="208280" rIns="656450" bIns="170688" numCol="1" spcCol="1270" anchor="t" anchorCtr="0">
          <a:noAutofit/>
        </a:bodyPr>
        <a:lstStyle/>
        <a:p>
          <a:pPr marL="228600" lvl="1" indent="-228600" algn="l" defTabSz="1066800" rtl="0">
            <a:lnSpc>
              <a:spcPct val="90000"/>
            </a:lnSpc>
            <a:spcBef>
              <a:spcPct val="0"/>
            </a:spcBef>
            <a:spcAft>
              <a:spcPct val="15000"/>
            </a:spcAft>
            <a:buChar char="•"/>
          </a:pPr>
          <a:r>
            <a:rPr lang="en-US" sz="2400" b="1" kern="1200" dirty="0">
              <a:solidFill>
                <a:schemeClr val="tx2">
                  <a:lumMod val="10000"/>
                </a:schemeClr>
              </a:solidFill>
            </a:rPr>
            <a:t>Data confidentiality</a:t>
          </a:r>
        </a:p>
        <a:p>
          <a:pPr marL="457200" lvl="2" indent="-228600" algn="l" defTabSz="1066800" rtl="0">
            <a:lnSpc>
              <a:spcPct val="90000"/>
            </a:lnSpc>
            <a:spcBef>
              <a:spcPct val="0"/>
            </a:spcBef>
            <a:spcAft>
              <a:spcPct val="15000"/>
            </a:spcAft>
            <a:buChar char="•"/>
          </a:pPr>
          <a:r>
            <a:rPr lang="en-US" sz="2400" kern="1200" dirty="0"/>
            <a:t>Assures that private or confidential information is not made available or disclosed </a:t>
          </a:r>
          <a:r>
            <a:rPr lang="en-US" sz="2400" kern="1200" dirty="0">
              <a:solidFill>
                <a:srgbClr val="FF0000"/>
              </a:solidFill>
            </a:rPr>
            <a:t>to unauthorized individuals</a:t>
          </a:r>
        </a:p>
        <a:p>
          <a:pPr marL="228600" lvl="1" indent="-228600" algn="l" defTabSz="1066800" rtl="0">
            <a:lnSpc>
              <a:spcPct val="90000"/>
            </a:lnSpc>
            <a:spcBef>
              <a:spcPct val="0"/>
            </a:spcBef>
            <a:spcAft>
              <a:spcPct val="15000"/>
            </a:spcAft>
            <a:buChar char="•"/>
          </a:pPr>
          <a:r>
            <a:rPr lang="en-US" sz="2400" b="1" kern="1200" dirty="0">
              <a:solidFill>
                <a:schemeClr val="tx2">
                  <a:lumMod val="10000"/>
                </a:schemeClr>
              </a:solidFill>
            </a:rPr>
            <a:t>Privacy</a:t>
          </a:r>
        </a:p>
        <a:p>
          <a:pPr marL="457200" lvl="2" indent="-228600" algn="l" defTabSz="1066800" rtl="0">
            <a:lnSpc>
              <a:spcPct val="90000"/>
            </a:lnSpc>
            <a:spcBef>
              <a:spcPct val="0"/>
            </a:spcBef>
            <a:spcAft>
              <a:spcPct val="15000"/>
            </a:spcAft>
            <a:buChar char="•"/>
          </a:pPr>
          <a:r>
            <a:rPr lang="en-US" sz="2400" kern="1200" dirty="0"/>
            <a:t>Assures that </a:t>
          </a:r>
          <a:r>
            <a:rPr lang="en-US" sz="2400" kern="1200" dirty="0">
              <a:solidFill>
                <a:srgbClr val="FF0000"/>
              </a:solidFill>
            </a:rPr>
            <a:t>individuals control </a:t>
          </a:r>
          <a:r>
            <a:rPr lang="en-US" sz="2400" kern="1200" dirty="0"/>
            <a:t>or influence what information related to them may be collected and stored and by whom and to whom that information may be disclosed</a:t>
          </a:r>
        </a:p>
      </dsp:txBody>
      <dsp:txXfrm>
        <a:off x="0" y="401614"/>
        <a:ext cx="8458200" cy="3402000"/>
      </dsp:txXfrm>
    </dsp:sp>
    <dsp:sp modelId="{6049758F-6852-7E48-A5F6-439FA44B34F9}">
      <dsp:nvSpPr>
        <dsp:cNvPr id="0" name=""/>
        <dsp:cNvSpPr/>
      </dsp:nvSpPr>
      <dsp:spPr>
        <a:xfrm>
          <a:off x="422910" y="37863"/>
          <a:ext cx="2712468" cy="511351"/>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23790" tIns="0" rIns="223790" bIns="0" numCol="1" spcCol="1270" anchor="ctr" anchorCtr="0">
          <a:noAutofit/>
        </a:bodyPr>
        <a:lstStyle/>
        <a:p>
          <a:pPr marL="0" lvl="0" indent="0" algn="l" defTabSz="1066800" rtl="0">
            <a:lnSpc>
              <a:spcPct val="90000"/>
            </a:lnSpc>
            <a:spcBef>
              <a:spcPct val="0"/>
            </a:spcBef>
            <a:spcAft>
              <a:spcPct val="35000"/>
            </a:spcAft>
            <a:buNone/>
          </a:pPr>
          <a:r>
            <a:rPr lang="en-US" sz="2400" kern="1200" dirty="0">
              <a:solidFill>
                <a:srgbClr val="0000FF"/>
              </a:solidFill>
              <a:effectLst>
                <a:outerShdw blurRad="38100" dist="38100" dir="2700000" algn="tl">
                  <a:srgbClr val="000000">
                    <a:alpha val="43137"/>
                  </a:srgbClr>
                </a:outerShdw>
              </a:effectLst>
            </a:rPr>
            <a:t>Confidentiality</a:t>
          </a:r>
        </a:p>
      </dsp:txBody>
      <dsp:txXfrm>
        <a:off x="447872" y="62825"/>
        <a:ext cx="2662544" cy="461427"/>
      </dsp:txXfrm>
    </dsp:sp>
    <dsp:sp modelId="{CC27436A-1E4D-D84D-A7FC-05F0DE392564}">
      <dsp:nvSpPr>
        <dsp:cNvPr id="0" name=""/>
        <dsp:cNvSpPr/>
      </dsp:nvSpPr>
      <dsp:spPr>
        <a:xfrm>
          <a:off x="0" y="4256636"/>
          <a:ext cx="8458200" cy="10395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56450" tIns="208280" rIns="656450" bIns="170688" numCol="1" spcCol="1270" anchor="t" anchorCtr="0">
          <a:noAutofit/>
        </a:bodyPr>
        <a:lstStyle/>
        <a:p>
          <a:pPr marL="228600" lvl="1" indent="-228600" algn="l" defTabSz="1066800" rtl="0">
            <a:lnSpc>
              <a:spcPct val="90000"/>
            </a:lnSpc>
            <a:spcBef>
              <a:spcPct val="0"/>
            </a:spcBef>
            <a:spcAft>
              <a:spcPct val="15000"/>
            </a:spcAft>
            <a:buChar char="•"/>
          </a:pPr>
          <a:r>
            <a:rPr lang="en-US" sz="2400" kern="1200" dirty="0"/>
            <a:t>Assures that systems work promptly and </a:t>
          </a:r>
          <a:r>
            <a:rPr lang="en-US" sz="2400" kern="1200" dirty="0">
              <a:solidFill>
                <a:srgbClr val="FF0000"/>
              </a:solidFill>
            </a:rPr>
            <a:t>service is not denied</a:t>
          </a:r>
          <a:r>
            <a:rPr lang="en-US" sz="2400" kern="1200" dirty="0">
              <a:solidFill>
                <a:srgbClr val="00B0F0"/>
              </a:solidFill>
            </a:rPr>
            <a:t> </a:t>
          </a:r>
          <a:r>
            <a:rPr lang="en-US" sz="2400" kern="1200" dirty="0"/>
            <a:t>to authorized users</a:t>
          </a:r>
        </a:p>
      </dsp:txBody>
      <dsp:txXfrm>
        <a:off x="0" y="4256636"/>
        <a:ext cx="8458200" cy="1039500"/>
      </dsp:txXfrm>
    </dsp:sp>
    <dsp:sp modelId="{667DCDD7-116F-2549-8EDA-F2F25FC22E3F}">
      <dsp:nvSpPr>
        <dsp:cNvPr id="0" name=""/>
        <dsp:cNvSpPr/>
      </dsp:nvSpPr>
      <dsp:spPr>
        <a:xfrm>
          <a:off x="422910" y="3857614"/>
          <a:ext cx="2712468" cy="546621"/>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23790" tIns="0" rIns="223790" bIns="0" numCol="1" spcCol="1270" anchor="ctr" anchorCtr="0">
          <a:noAutofit/>
        </a:bodyPr>
        <a:lstStyle/>
        <a:p>
          <a:pPr marL="0" lvl="0" indent="0" algn="l" defTabSz="1066800" rtl="0">
            <a:lnSpc>
              <a:spcPct val="90000"/>
            </a:lnSpc>
            <a:spcBef>
              <a:spcPct val="0"/>
            </a:spcBef>
            <a:spcAft>
              <a:spcPct val="35000"/>
            </a:spcAft>
            <a:buNone/>
          </a:pPr>
          <a:r>
            <a:rPr lang="en-US" sz="2400" kern="1200" dirty="0">
              <a:solidFill>
                <a:srgbClr val="0000FF"/>
              </a:solidFill>
              <a:effectLst>
                <a:outerShdw blurRad="38100" dist="38100" dir="2700000" algn="tl">
                  <a:srgbClr val="000000">
                    <a:alpha val="43137"/>
                  </a:srgbClr>
                </a:outerShdw>
              </a:effectLst>
            </a:rPr>
            <a:t>Availability</a:t>
          </a:r>
        </a:p>
      </dsp:txBody>
      <dsp:txXfrm>
        <a:off x="449594" y="3884298"/>
        <a:ext cx="2659100" cy="49325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D95006-FA94-7A4E-9FF4-7CC079766FD1}">
      <dsp:nvSpPr>
        <dsp:cNvPr id="0" name=""/>
        <dsp:cNvSpPr/>
      </dsp:nvSpPr>
      <dsp:spPr>
        <a:xfrm rot="16200000">
          <a:off x="-454988" y="458777"/>
          <a:ext cx="4562475" cy="3644920"/>
        </a:xfrm>
        <a:prstGeom prst="flowChartManualOperation">
          <a:avLst/>
        </a:prstGeom>
        <a:solidFill>
          <a:schemeClr val="accent1">
            <a:lumMod val="75000"/>
          </a:schemeClr>
        </a:solidFill>
        <a:ln>
          <a:solidFill>
            <a:schemeClr val="bg2"/>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0" tIns="0" rIns="203646" bIns="0" numCol="1" spcCol="1270" anchor="t" anchorCtr="0">
          <a:noAutofit/>
        </a:bodyPr>
        <a:lstStyle/>
        <a:p>
          <a:pPr marL="0" lvl="0" indent="0" algn="l" defTabSz="1422400" rtl="0">
            <a:lnSpc>
              <a:spcPct val="90000"/>
            </a:lnSpc>
            <a:spcBef>
              <a:spcPct val="0"/>
            </a:spcBef>
            <a:spcAft>
              <a:spcPct val="35000"/>
            </a:spcAft>
            <a:buNone/>
          </a:pPr>
          <a:r>
            <a:rPr lang="en-US" sz="3200" kern="1200" dirty="0">
              <a:solidFill>
                <a:srgbClr val="FFFF00"/>
              </a:solidFill>
              <a:effectLst>
                <a:outerShdw blurRad="38100" dist="38100" dir="2700000" algn="tl">
                  <a:srgbClr val="000000">
                    <a:alpha val="43137"/>
                  </a:srgbClr>
                </a:outerShdw>
              </a:effectLst>
            </a:rPr>
            <a:t>Authenticity</a:t>
          </a:r>
        </a:p>
        <a:p>
          <a:pPr marL="228600" lvl="1" indent="-228600" algn="l" defTabSz="1111250" rtl="0">
            <a:lnSpc>
              <a:spcPct val="90000"/>
            </a:lnSpc>
            <a:spcBef>
              <a:spcPct val="0"/>
            </a:spcBef>
            <a:spcAft>
              <a:spcPct val="15000"/>
            </a:spcAft>
            <a:buChar char="•"/>
          </a:pPr>
          <a:r>
            <a:rPr lang="en-US" sz="2500" kern="1200" dirty="0">
              <a:effectLst>
                <a:outerShdw blurRad="38100" dist="38100" dir="2700000" algn="tl">
                  <a:srgbClr val="000000">
                    <a:alpha val="43137"/>
                  </a:srgbClr>
                </a:outerShdw>
              </a:effectLst>
            </a:rPr>
            <a:t>Verifying that users are who they say they are and that each input arriving at the system came from a</a:t>
          </a:r>
          <a:r>
            <a:rPr lang="en-US" sz="2500" kern="1200" dirty="0">
              <a:solidFill>
                <a:schemeClr val="accent6">
                  <a:lumMod val="40000"/>
                  <a:lumOff val="60000"/>
                </a:schemeClr>
              </a:solidFill>
              <a:effectLst>
                <a:outerShdw blurRad="38100" dist="38100" dir="2700000" algn="tl">
                  <a:srgbClr val="000000">
                    <a:alpha val="43137"/>
                  </a:srgbClr>
                </a:outerShdw>
              </a:effectLst>
            </a:rPr>
            <a:t> </a:t>
          </a:r>
          <a:r>
            <a:rPr lang="en-US" sz="2500" kern="1200" dirty="0">
              <a:solidFill>
                <a:srgbClr val="FF0000"/>
              </a:solidFill>
              <a:effectLst>
                <a:outerShdw blurRad="38100" dist="38100" dir="2700000" algn="tl">
                  <a:srgbClr val="000000">
                    <a:alpha val="43137"/>
                  </a:srgbClr>
                </a:outerShdw>
              </a:effectLst>
            </a:rPr>
            <a:t>trusted</a:t>
          </a:r>
          <a:r>
            <a:rPr lang="en-US" sz="2500" kern="1200" dirty="0">
              <a:solidFill>
                <a:schemeClr val="accent6">
                  <a:lumMod val="40000"/>
                  <a:lumOff val="60000"/>
                </a:schemeClr>
              </a:solidFill>
              <a:effectLst>
                <a:outerShdw blurRad="38100" dist="38100" dir="2700000" algn="tl">
                  <a:srgbClr val="000000">
                    <a:alpha val="43137"/>
                  </a:srgbClr>
                </a:outerShdw>
              </a:effectLst>
            </a:rPr>
            <a:t> </a:t>
          </a:r>
          <a:r>
            <a:rPr lang="en-US" sz="2500" kern="1200" dirty="0">
              <a:effectLst>
                <a:outerShdw blurRad="38100" dist="38100" dir="2700000" algn="tl">
                  <a:srgbClr val="000000">
                    <a:alpha val="43137"/>
                  </a:srgbClr>
                </a:outerShdw>
              </a:effectLst>
            </a:rPr>
            <a:t>source </a:t>
          </a:r>
        </a:p>
      </dsp:txBody>
      <dsp:txXfrm rot="5400000">
        <a:off x="3790" y="912494"/>
        <a:ext cx="3644920" cy="2737485"/>
      </dsp:txXfrm>
    </dsp:sp>
    <dsp:sp modelId="{6FA73AC8-DAA8-CE41-8208-3A234E80FA0C}">
      <dsp:nvSpPr>
        <dsp:cNvPr id="0" name=""/>
        <dsp:cNvSpPr/>
      </dsp:nvSpPr>
      <dsp:spPr>
        <a:xfrm rot="16200000">
          <a:off x="3463301" y="458777"/>
          <a:ext cx="4562475" cy="3644920"/>
        </a:xfrm>
        <a:prstGeom prst="flowChartManualOperation">
          <a:avLst/>
        </a:prstGeom>
        <a:solidFill>
          <a:schemeClr val="accent1">
            <a:lumMod val="75000"/>
          </a:schemeClr>
        </a:solidFill>
        <a:ln>
          <a:solidFill>
            <a:schemeClr val="bg2"/>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0" tIns="0" rIns="203646" bIns="0" numCol="1" spcCol="1270" anchor="t" anchorCtr="0">
          <a:noAutofit/>
        </a:bodyPr>
        <a:lstStyle/>
        <a:p>
          <a:pPr marL="0" lvl="0" indent="0" algn="l" defTabSz="1422400" rtl="0">
            <a:lnSpc>
              <a:spcPct val="90000"/>
            </a:lnSpc>
            <a:spcBef>
              <a:spcPct val="0"/>
            </a:spcBef>
            <a:spcAft>
              <a:spcPct val="35000"/>
            </a:spcAft>
            <a:buNone/>
          </a:pPr>
          <a:r>
            <a:rPr lang="en-US" sz="3200" kern="1200" dirty="0">
              <a:solidFill>
                <a:srgbClr val="FFFF00"/>
              </a:solidFill>
              <a:effectLst>
                <a:outerShdw blurRad="38100" dist="38100" dir="2700000" algn="tl">
                  <a:srgbClr val="000000">
                    <a:alpha val="43137"/>
                  </a:srgbClr>
                </a:outerShdw>
              </a:effectLst>
            </a:rPr>
            <a:t>Accountability</a:t>
          </a:r>
        </a:p>
        <a:p>
          <a:pPr marL="228600" lvl="1" indent="-228600" algn="l" defTabSz="1111250" rtl="0">
            <a:lnSpc>
              <a:spcPct val="90000"/>
            </a:lnSpc>
            <a:spcBef>
              <a:spcPct val="0"/>
            </a:spcBef>
            <a:spcAft>
              <a:spcPct val="15000"/>
            </a:spcAft>
            <a:buChar char="•"/>
          </a:pPr>
          <a:r>
            <a:rPr lang="en-US" sz="2500" kern="1200" dirty="0">
              <a:effectLst>
                <a:outerShdw blurRad="38100" dist="38100" dir="2700000" algn="tl">
                  <a:srgbClr val="000000">
                    <a:alpha val="43137"/>
                  </a:srgbClr>
                </a:outerShdw>
              </a:effectLst>
            </a:rPr>
            <a:t>The security goal that generates the requirement for actions of an entity to be </a:t>
          </a:r>
          <a:r>
            <a:rPr lang="en-US" sz="2500" kern="1200" dirty="0">
              <a:solidFill>
                <a:srgbClr val="FF0000"/>
              </a:solidFill>
              <a:effectLst>
                <a:outerShdw blurRad="38100" dist="38100" dir="2700000" algn="tl">
                  <a:srgbClr val="000000">
                    <a:alpha val="43137"/>
                  </a:srgbClr>
                </a:outerShdw>
              </a:effectLst>
            </a:rPr>
            <a:t>traced uniquely </a:t>
          </a:r>
          <a:r>
            <a:rPr lang="en-US" sz="2500" kern="1200" dirty="0">
              <a:effectLst>
                <a:outerShdw blurRad="38100" dist="38100" dir="2700000" algn="tl">
                  <a:srgbClr val="000000">
                    <a:alpha val="43137"/>
                  </a:srgbClr>
                </a:outerShdw>
              </a:effectLst>
            </a:rPr>
            <a:t>to that entity</a:t>
          </a:r>
        </a:p>
      </dsp:txBody>
      <dsp:txXfrm rot="5400000">
        <a:off x="3922079" y="912494"/>
        <a:ext cx="3644920" cy="273748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8DBAC6-25DB-7848-AE10-A620F7695C2D}">
      <dsp:nvSpPr>
        <dsp:cNvPr id="0" name=""/>
        <dsp:cNvSpPr/>
      </dsp:nvSpPr>
      <dsp:spPr>
        <a:xfrm rot="10800000">
          <a:off x="2915082" y="0"/>
          <a:ext cx="5619317" cy="1193800"/>
        </a:xfrm>
        <a:prstGeom prst="nonIsoscelesTrapezoid">
          <a:avLst>
            <a:gd name="adj1" fmla="val 0"/>
            <a:gd name="adj2" fmla="val 56836"/>
          </a:avLst>
        </a:prstGeom>
        <a:solidFill>
          <a:schemeClr val="lt1">
            <a:alpha val="90000"/>
            <a:hueOff val="0"/>
            <a:satOff val="0"/>
            <a:lumOff val="0"/>
            <a:alphaOff val="0"/>
          </a:schemeClr>
        </a:solidFill>
        <a:ln w="9525" cap="flat" cmpd="sng" algn="ctr">
          <a:solidFill>
            <a:schemeClr val="accent1"/>
          </a:solidFill>
          <a:prstDash val="solid"/>
        </a:ln>
        <a:effectLst/>
      </dsp:spPr>
      <dsp:style>
        <a:lnRef idx="1">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171450" lvl="1" indent="-171450" algn="l" defTabSz="800100" rtl="0">
            <a:lnSpc>
              <a:spcPct val="90000"/>
            </a:lnSpc>
            <a:spcBef>
              <a:spcPct val="0"/>
            </a:spcBef>
            <a:spcAft>
              <a:spcPct val="15000"/>
            </a:spcAft>
            <a:buChar char="•"/>
          </a:pPr>
          <a:r>
            <a:rPr lang="en-US" sz="1800" kern="1200" dirty="0"/>
            <a:t>The loss could be expected to have a </a:t>
          </a:r>
          <a:r>
            <a:rPr lang="en-US" sz="1800" b="1" kern="1200" dirty="0">
              <a:solidFill>
                <a:srgbClr val="FF0000"/>
              </a:solidFill>
            </a:rPr>
            <a:t>severe or catastrophic adverse </a:t>
          </a:r>
          <a:r>
            <a:rPr lang="en-US" sz="1800" kern="1200" dirty="0">
              <a:solidFill>
                <a:srgbClr val="FF0000"/>
              </a:solidFill>
            </a:rPr>
            <a:t>effect </a:t>
          </a:r>
          <a:r>
            <a:rPr lang="en-US" sz="1800" kern="1200" dirty="0"/>
            <a:t>on organizational operations, organizational assets, or individuals </a:t>
          </a:r>
        </a:p>
      </dsp:txBody>
      <dsp:txXfrm rot="10800000">
        <a:off x="3593589" y="0"/>
        <a:ext cx="4940810" cy="1193800"/>
      </dsp:txXfrm>
    </dsp:sp>
    <dsp:sp modelId="{323F2C42-63B1-9D46-8116-55010DB641B3}">
      <dsp:nvSpPr>
        <dsp:cNvPr id="0" name=""/>
        <dsp:cNvSpPr/>
      </dsp:nvSpPr>
      <dsp:spPr>
        <a:xfrm>
          <a:off x="2209802" y="0"/>
          <a:ext cx="1383786" cy="1193800"/>
        </a:xfrm>
        <a:prstGeom prst="trapezoid">
          <a:avLst>
            <a:gd name="adj" fmla="val 56836"/>
          </a:avLst>
        </a:prstGeom>
        <a:solidFill>
          <a:schemeClr val="accent6">
            <a:lumMod val="50000"/>
          </a:schemeClr>
        </a:soli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rtl="0">
            <a:lnSpc>
              <a:spcPct val="90000"/>
            </a:lnSpc>
            <a:spcBef>
              <a:spcPct val="0"/>
            </a:spcBef>
            <a:spcAft>
              <a:spcPct val="35000"/>
            </a:spcAft>
            <a:buNone/>
          </a:pPr>
          <a:r>
            <a:rPr lang="en-US" sz="2400" kern="1200" dirty="0">
              <a:solidFill>
                <a:srgbClr val="FFFF00"/>
              </a:solidFill>
            </a:rPr>
            <a:t>High</a:t>
          </a:r>
        </a:p>
      </dsp:txBody>
      <dsp:txXfrm>
        <a:off x="2209802" y="0"/>
        <a:ext cx="1383786" cy="1193800"/>
      </dsp:txXfrm>
    </dsp:sp>
    <dsp:sp modelId="{EDEB3454-1F7E-594F-B14B-175BDB7A3CA0}">
      <dsp:nvSpPr>
        <dsp:cNvPr id="0" name=""/>
        <dsp:cNvSpPr/>
      </dsp:nvSpPr>
      <dsp:spPr>
        <a:xfrm rot="10800000">
          <a:off x="3580202" y="1193800"/>
          <a:ext cx="4954197" cy="1955799"/>
        </a:xfrm>
        <a:prstGeom prst="nonIsoscelesTrapezoid">
          <a:avLst>
            <a:gd name="adj1" fmla="val 0"/>
            <a:gd name="adj2" fmla="val 56836"/>
          </a:avLst>
        </a:prstGeom>
        <a:solidFill>
          <a:schemeClr val="lt1">
            <a:alpha val="90000"/>
            <a:hueOff val="0"/>
            <a:satOff val="0"/>
            <a:lumOff val="0"/>
            <a:alphaOff val="0"/>
          </a:schemeClr>
        </a:solidFill>
        <a:ln w="9525" cap="flat" cmpd="sng" algn="ctr">
          <a:solidFill>
            <a:schemeClr val="accent1"/>
          </a:solidFill>
          <a:prstDash val="solid"/>
        </a:ln>
        <a:effectLst/>
      </dsp:spPr>
      <dsp:style>
        <a:lnRef idx="1">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171450" lvl="1" indent="-171450" algn="l" defTabSz="755650" rtl="0">
            <a:lnSpc>
              <a:spcPct val="90000"/>
            </a:lnSpc>
            <a:spcBef>
              <a:spcPct val="0"/>
            </a:spcBef>
            <a:spcAft>
              <a:spcPct val="15000"/>
            </a:spcAft>
            <a:buChar char="•"/>
          </a:pPr>
          <a:r>
            <a:rPr lang="en-US" sz="1700" kern="1200" dirty="0"/>
            <a:t>The loss could be expected to have a </a:t>
          </a:r>
          <a:r>
            <a:rPr lang="en-US" sz="1700" b="1" kern="1200" dirty="0">
              <a:solidFill>
                <a:srgbClr val="FF0000"/>
              </a:solidFill>
            </a:rPr>
            <a:t>serious adverse effect on </a:t>
          </a:r>
          <a:r>
            <a:rPr lang="en-US" sz="1700" kern="1200" dirty="0"/>
            <a:t>organizational operations, organizational assets, or individuals</a:t>
          </a:r>
        </a:p>
      </dsp:txBody>
      <dsp:txXfrm rot="10800000">
        <a:off x="4691797" y="1193800"/>
        <a:ext cx="3842602" cy="1955799"/>
      </dsp:txXfrm>
    </dsp:sp>
    <dsp:sp modelId="{BD8A4DA2-4774-2747-9C4E-431FEDEE116B}">
      <dsp:nvSpPr>
        <dsp:cNvPr id="0" name=""/>
        <dsp:cNvSpPr/>
      </dsp:nvSpPr>
      <dsp:spPr>
        <a:xfrm>
          <a:off x="1111594" y="1193800"/>
          <a:ext cx="3580202" cy="1955799"/>
        </a:xfrm>
        <a:prstGeom prst="trapezoid">
          <a:avLst>
            <a:gd name="adj" fmla="val 56836"/>
          </a:avLst>
        </a:prstGeom>
        <a:solidFill>
          <a:schemeClr val="accent2">
            <a:lumMod val="75000"/>
          </a:schemeClr>
        </a:soli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rtl="0">
            <a:lnSpc>
              <a:spcPct val="90000"/>
            </a:lnSpc>
            <a:spcBef>
              <a:spcPct val="0"/>
            </a:spcBef>
            <a:spcAft>
              <a:spcPct val="35000"/>
            </a:spcAft>
            <a:buNone/>
          </a:pPr>
          <a:r>
            <a:rPr lang="en-US" sz="2400" kern="1200" dirty="0">
              <a:solidFill>
                <a:srgbClr val="FFFF00"/>
              </a:solidFill>
            </a:rPr>
            <a:t>Moderate</a:t>
          </a:r>
        </a:p>
      </dsp:txBody>
      <dsp:txXfrm>
        <a:off x="1738130" y="1193800"/>
        <a:ext cx="2327131" cy="1955799"/>
      </dsp:txXfrm>
    </dsp:sp>
    <dsp:sp modelId="{63798C49-604C-6D4F-B502-7E4BA45356A1}">
      <dsp:nvSpPr>
        <dsp:cNvPr id="0" name=""/>
        <dsp:cNvSpPr/>
      </dsp:nvSpPr>
      <dsp:spPr>
        <a:xfrm rot="10800000">
          <a:off x="4691797" y="3149599"/>
          <a:ext cx="3842602" cy="1955799"/>
        </a:xfrm>
        <a:prstGeom prst="nonIsoscelesTrapezoid">
          <a:avLst>
            <a:gd name="adj1" fmla="val 0"/>
            <a:gd name="adj2" fmla="val 56836"/>
          </a:avLst>
        </a:prstGeom>
        <a:solidFill>
          <a:schemeClr val="lt1">
            <a:alpha val="90000"/>
            <a:hueOff val="0"/>
            <a:satOff val="0"/>
            <a:lumOff val="0"/>
            <a:alphaOff val="0"/>
          </a:schemeClr>
        </a:solidFill>
        <a:ln w="9525" cap="flat" cmpd="sng" algn="ctr">
          <a:solidFill>
            <a:schemeClr val="accent1"/>
          </a:solidFill>
          <a:prstDash val="solid"/>
        </a:ln>
        <a:effectLst/>
      </dsp:spPr>
      <dsp:style>
        <a:lnRef idx="1">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171450" lvl="1" indent="-171450" algn="l" defTabSz="755650" rtl="0">
            <a:lnSpc>
              <a:spcPct val="90000"/>
            </a:lnSpc>
            <a:spcBef>
              <a:spcPct val="0"/>
            </a:spcBef>
            <a:spcAft>
              <a:spcPct val="15000"/>
            </a:spcAft>
            <a:buChar char="•"/>
          </a:pPr>
          <a:r>
            <a:rPr lang="en-US" sz="1700" kern="1200" dirty="0"/>
            <a:t>The loss could be expected to have </a:t>
          </a:r>
          <a:r>
            <a:rPr lang="en-US" sz="1700" b="1" kern="1200" dirty="0">
              <a:solidFill>
                <a:srgbClr val="FF0000"/>
              </a:solidFill>
            </a:rPr>
            <a:t>a limited adverse effect on organizational operations, </a:t>
          </a:r>
          <a:r>
            <a:rPr lang="en-US" sz="1700" kern="1200" dirty="0"/>
            <a:t>organizational assets, or individuals</a:t>
          </a:r>
        </a:p>
        <a:p>
          <a:pPr marL="171450" lvl="1" indent="-171450" algn="l" defTabSz="755650" rtl="0">
            <a:lnSpc>
              <a:spcPct val="90000"/>
            </a:lnSpc>
            <a:spcBef>
              <a:spcPct val="0"/>
            </a:spcBef>
            <a:spcAft>
              <a:spcPct val="15000"/>
            </a:spcAft>
            <a:buChar char="•"/>
          </a:pPr>
          <a:endParaRPr lang="en-US" sz="1700" kern="1200" dirty="0"/>
        </a:p>
      </dsp:txBody>
      <dsp:txXfrm rot="10800000">
        <a:off x="5803392" y="3149599"/>
        <a:ext cx="2731008" cy="1955799"/>
      </dsp:txXfrm>
    </dsp:sp>
    <dsp:sp modelId="{680880A8-997B-A541-ADD6-12677C70DBB4}">
      <dsp:nvSpPr>
        <dsp:cNvPr id="0" name=""/>
        <dsp:cNvSpPr/>
      </dsp:nvSpPr>
      <dsp:spPr>
        <a:xfrm>
          <a:off x="0" y="3149599"/>
          <a:ext cx="5803392" cy="1955799"/>
        </a:xfrm>
        <a:prstGeom prst="trapezoid">
          <a:avLst>
            <a:gd name="adj" fmla="val 56836"/>
          </a:avLst>
        </a:prstGeom>
        <a:solidFill>
          <a:schemeClr val="bg1">
            <a:lumMod val="50000"/>
          </a:schemeClr>
        </a:soli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rtl="0">
            <a:lnSpc>
              <a:spcPct val="90000"/>
            </a:lnSpc>
            <a:spcBef>
              <a:spcPct val="0"/>
            </a:spcBef>
            <a:spcAft>
              <a:spcPct val="35000"/>
            </a:spcAft>
            <a:buNone/>
          </a:pPr>
          <a:r>
            <a:rPr lang="en-US" sz="6500" kern="1200" dirty="0">
              <a:solidFill>
                <a:srgbClr val="FFFF00"/>
              </a:solidFill>
            </a:rPr>
            <a:t>Low</a:t>
          </a:r>
        </a:p>
      </dsp:txBody>
      <dsp:txXfrm>
        <a:off x="1015593" y="3149599"/>
        <a:ext cx="3772204" cy="195579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4AF64B-A620-0C45-B247-92C87E1A3C8C}">
      <dsp:nvSpPr>
        <dsp:cNvPr id="0" name=""/>
        <dsp:cNvSpPr/>
      </dsp:nvSpPr>
      <dsp:spPr>
        <a:xfrm>
          <a:off x="1041" y="0"/>
          <a:ext cx="2708671" cy="5029199"/>
        </a:xfrm>
        <a:prstGeom prst="roundRect">
          <a:avLst>
            <a:gd name="adj" fmla="val 10000"/>
          </a:avLst>
        </a:prstGeom>
        <a:solidFill>
          <a:schemeClr val="accent1">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99060" tIns="99060" rIns="99060" bIns="99060" numCol="1" spcCol="1270" anchor="ctr" anchorCtr="0">
          <a:noAutofit/>
        </a:bodyPr>
        <a:lstStyle/>
        <a:p>
          <a:pPr marL="0" lvl="0" indent="0" algn="ctr" defTabSz="1155700" rtl="0">
            <a:lnSpc>
              <a:spcPct val="90000"/>
            </a:lnSpc>
            <a:spcBef>
              <a:spcPct val="0"/>
            </a:spcBef>
            <a:spcAft>
              <a:spcPct val="35000"/>
            </a:spcAft>
            <a:buNone/>
          </a:pPr>
          <a:r>
            <a:rPr lang="en-US" sz="2600" b="1" i="0" kern="1200" dirty="0">
              <a:solidFill>
                <a:srgbClr val="0000FF"/>
              </a:solidFill>
            </a:rPr>
            <a:t>Confidentiality</a:t>
          </a:r>
          <a:r>
            <a:rPr lang="en-US" sz="1400" kern="1200" dirty="0">
              <a:solidFill>
                <a:srgbClr val="0000FF"/>
              </a:solidFill>
            </a:rPr>
            <a:t> </a:t>
          </a:r>
        </a:p>
      </dsp:txBody>
      <dsp:txXfrm>
        <a:off x="1041" y="0"/>
        <a:ext cx="2708671" cy="1508760"/>
      </dsp:txXfrm>
    </dsp:sp>
    <dsp:sp modelId="{A0B257B1-4772-E04B-B67D-0B8E72B82E14}">
      <dsp:nvSpPr>
        <dsp:cNvPr id="0" name=""/>
        <dsp:cNvSpPr/>
      </dsp:nvSpPr>
      <dsp:spPr>
        <a:xfrm>
          <a:off x="271908" y="1510233"/>
          <a:ext cx="2166937" cy="1516372"/>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rtl="0">
            <a:lnSpc>
              <a:spcPct val="90000"/>
            </a:lnSpc>
            <a:spcBef>
              <a:spcPct val="0"/>
            </a:spcBef>
            <a:spcAft>
              <a:spcPct val="35000"/>
            </a:spcAft>
            <a:buNone/>
          </a:pPr>
          <a:r>
            <a:rPr lang="en-US" sz="1400" b="1" kern="1200" dirty="0">
              <a:solidFill>
                <a:srgbClr val="0000FF"/>
              </a:solidFill>
            </a:rPr>
            <a:t>Student grade </a:t>
          </a:r>
          <a:r>
            <a:rPr lang="en-US" sz="1400" b="1" kern="1200" dirty="0">
              <a:solidFill>
                <a:srgbClr val="C00000"/>
              </a:solidFill>
            </a:rPr>
            <a:t>information </a:t>
          </a:r>
          <a:r>
            <a:rPr lang="en-US" sz="1400" kern="1200" dirty="0">
              <a:solidFill>
                <a:srgbClr val="C00000"/>
              </a:solidFill>
            </a:rPr>
            <a:t>is an asset whose confidentiality is considered to be highly important by students</a:t>
          </a:r>
        </a:p>
      </dsp:txBody>
      <dsp:txXfrm>
        <a:off x="316321" y="1554646"/>
        <a:ext cx="2078111" cy="1427546"/>
      </dsp:txXfrm>
    </dsp:sp>
    <dsp:sp modelId="{8AAEFCBD-DCF7-3A40-81C8-F39E2CD36756}">
      <dsp:nvSpPr>
        <dsp:cNvPr id="0" name=""/>
        <dsp:cNvSpPr/>
      </dsp:nvSpPr>
      <dsp:spPr>
        <a:xfrm>
          <a:off x="271908" y="3259894"/>
          <a:ext cx="2166937" cy="1516372"/>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rtl="0">
            <a:lnSpc>
              <a:spcPct val="90000"/>
            </a:lnSpc>
            <a:spcBef>
              <a:spcPct val="0"/>
            </a:spcBef>
            <a:spcAft>
              <a:spcPct val="35000"/>
            </a:spcAft>
            <a:buNone/>
          </a:pPr>
          <a:r>
            <a:rPr lang="en-US" sz="1400" kern="1200" dirty="0">
              <a:solidFill>
                <a:srgbClr val="FF0000"/>
              </a:solidFill>
            </a:rPr>
            <a:t>Regulated by the Family Educational Rights and Privacy Act (FERPA)</a:t>
          </a:r>
        </a:p>
      </dsp:txBody>
      <dsp:txXfrm>
        <a:off x="316321" y="3304307"/>
        <a:ext cx="2078111" cy="1427546"/>
      </dsp:txXfrm>
    </dsp:sp>
    <dsp:sp modelId="{5B96D207-34DF-0F4C-8BB6-6CEB0EF67ADA}">
      <dsp:nvSpPr>
        <dsp:cNvPr id="0" name=""/>
        <dsp:cNvSpPr/>
      </dsp:nvSpPr>
      <dsp:spPr>
        <a:xfrm>
          <a:off x="2912864" y="0"/>
          <a:ext cx="2708671" cy="5029199"/>
        </a:xfrm>
        <a:prstGeom prst="roundRect">
          <a:avLst>
            <a:gd name="adj" fmla="val 10000"/>
          </a:avLst>
        </a:prstGeom>
        <a:solidFill>
          <a:schemeClr val="accent1">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99060" tIns="99060" rIns="99060" bIns="99060" numCol="1" spcCol="1270" anchor="ctr" anchorCtr="0">
          <a:noAutofit/>
        </a:bodyPr>
        <a:lstStyle/>
        <a:p>
          <a:pPr marL="0" lvl="0" indent="0" algn="ctr" defTabSz="1155700" rtl="0">
            <a:lnSpc>
              <a:spcPct val="90000"/>
            </a:lnSpc>
            <a:spcBef>
              <a:spcPct val="0"/>
            </a:spcBef>
            <a:spcAft>
              <a:spcPct val="35000"/>
            </a:spcAft>
            <a:buNone/>
          </a:pPr>
          <a:r>
            <a:rPr lang="en-US" sz="2600" b="1" kern="1200" dirty="0">
              <a:solidFill>
                <a:srgbClr val="0000FF"/>
              </a:solidFill>
            </a:rPr>
            <a:t>Integrity</a:t>
          </a:r>
        </a:p>
        <a:p>
          <a:pPr marL="0" lvl="0" indent="0" algn="ctr" defTabSz="1155700" rtl="0">
            <a:lnSpc>
              <a:spcPct val="90000"/>
            </a:lnSpc>
            <a:spcBef>
              <a:spcPct val="0"/>
            </a:spcBef>
            <a:spcAft>
              <a:spcPct val="35000"/>
            </a:spcAft>
            <a:buNone/>
          </a:pPr>
          <a:r>
            <a:rPr lang="en-US" sz="2600" b="1" kern="1200" dirty="0">
              <a:solidFill>
                <a:srgbClr val="0000FF"/>
              </a:solidFill>
            </a:rPr>
            <a:t>(consistency)</a:t>
          </a:r>
        </a:p>
      </dsp:txBody>
      <dsp:txXfrm>
        <a:off x="2912864" y="0"/>
        <a:ext cx="2708671" cy="1508760"/>
      </dsp:txXfrm>
    </dsp:sp>
    <dsp:sp modelId="{9A869599-A3BA-2140-965B-480788ED7672}">
      <dsp:nvSpPr>
        <dsp:cNvPr id="0" name=""/>
        <dsp:cNvSpPr/>
      </dsp:nvSpPr>
      <dsp:spPr>
        <a:xfrm>
          <a:off x="3200394" y="1447800"/>
          <a:ext cx="2133610" cy="1508061"/>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rtl="0">
            <a:lnSpc>
              <a:spcPct val="90000"/>
            </a:lnSpc>
            <a:spcBef>
              <a:spcPct val="0"/>
            </a:spcBef>
            <a:spcAft>
              <a:spcPct val="35000"/>
            </a:spcAft>
            <a:buNone/>
          </a:pPr>
          <a:r>
            <a:rPr lang="en-US" sz="1400" b="1" kern="1200" dirty="0">
              <a:solidFill>
                <a:srgbClr val="0000FF"/>
              </a:solidFill>
            </a:rPr>
            <a:t>Patient information </a:t>
          </a:r>
          <a:r>
            <a:rPr lang="en-US" sz="1400" kern="1200" dirty="0">
              <a:solidFill>
                <a:srgbClr val="C00000"/>
              </a:solidFill>
            </a:rPr>
            <a:t>stored in a database – inaccurate information could result in serious harm or death to a patient and expose the hospital to massive liability</a:t>
          </a:r>
        </a:p>
      </dsp:txBody>
      <dsp:txXfrm>
        <a:off x="3244564" y="1491970"/>
        <a:ext cx="2045270" cy="1419721"/>
      </dsp:txXfrm>
    </dsp:sp>
    <dsp:sp modelId="{B2B9CB2D-DEBC-5E45-BCC2-2317E85CF5BE}">
      <dsp:nvSpPr>
        <dsp:cNvPr id="0" name=""/>
        <dsp:cNvSpPr/>
      </dsp:nvSpPr>
      <dsp:spPr>
        <a:xfrm>
          <a:off x="3183731" y="3107883"/>
          <a:ext cx="2166937" cy="989005"/>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rtl="0">
            <a:lnSpc>
              <a:spcPct val="90000"/>
            </a:lnSpc>
            <a:spcBef>
              <a:spcPct val="0"/>
            </a:spcBef>
            <a:spcAft>
              <a:spcPct val="35000"/>
            </a:spcAft>
            <a:buNone/>
          </a:pPr>
          <a:r>
            <a:rPr lang="en-US" sz="1400" kern="1200" dirty="0">
              <a:solidFill>
                <a:srgbClr val="0000FF"/>
              </a:solidFill>
            </a:rPr>
            <a:t>A </a:t>
          </a:r>
          <a:r>
            <a:rPr lang="en-US" sz="1400" b="1" kern="1200" dirty="0">
              <a:solidFill>
                <a:srgbClr val="0000FF"/>
              </a:solidFill>
            </a:rPr>
            <a:t>Web site that offers a </a:t>
          </a:r>
          <a:r>
            <a:rPr lang="en-US" sz="1400" b="1" kern="1200" dirty="0">
              <a:solidFill>
                <a:srgbClr val="FF0000"/>
              </a:solidFill>
            </a:rPr>
            <a:t>forum to registered users </a:t>
          </a:r>
          <a:r>
            <a:rPr lang="en-US" sz="1400" kern="1200" dirty="0">
              <a:solidFill>
                <a:srgbClr val="FF0000"/>
              </a:solidFill>
            </a:rPr>
            <a:t>to discuss some specific topic would be assigned a moderate level of integrity</a:t>
          </a:r>
        </a:p>
      </dsp:txBody>
      <dsp:txXfrm>
        <a:off x="3212698" y="3136850"/>
        <a:ext cx="2109003" cy="931071"/>
      </dsp:txXfrm>
    </dsp:sp>
    <dsp:sp modelId="{20DD891D-54C2-1049-9497-5E2B68136E99}">
      <dsp:nvSpPr>
        <dsp:cNvPr id="0" name=""/>
        <dsp:cNvSpPr/>
      </dsp:nvSpPr>
      <dsp:spPr>
        <a:xfrm>
          <a:off x="3183731" y="4187625"/>
          <a:ext cx="2166937" cy="589789"/>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rtl="0">
            <a:lnSpc>
              <a:spcPct val="90000"/>
            </a:lnSpc>
            <a:spcBef>
              <a:spcPct val="0"/>
            </a:spcBef>
            <a:spcAft>
              <a:spcPct val="35000"/>
            </a:spcAft>
            <a:buNone/>
          </a:pPr>
          <a:r>
            <a:rPr lang="en-US" sz="1400" kern="1200" dirty="0">
              <a:solidFill>
                <a:srgbClr val="FF0000"/>
              </a:solidFill>
            </a:rPr>
            <a:t>An example of a low-integrity requirement is an anonymous </a:t>
          </a:r>
          <a:r>
            <a:rPr lang="en-US" sz="1400" b="1" kern="1200" dirty="0">
              <a:solidFill>
                <a:srgbClr val="FF0000"/>
              </a:solidFill>
            </a:rPr>
            <a:t>online poll</a:t>
          </a:r>
        </a:p>
      </dsp:txBody>
      <dsp:txXfrm>
        <a:off x="3201005" y="4204899"/>
        <a:ext cx="2132389" cy="555241"/>
      </dsp:txXfrm>
    </dsp:sp>
    <dsp:sp modelId="{F31C69FC-F97D-C847-A4D6-679EEDFECE0D}">
      <dsp:nvSpPr>
        <dsp:cNvPr id="0" name=""/>
        <dsp:cNvSpPr/>
      </dsp:nvSpPr>
      <dsp:spPr>
        <a:xfrm>
          <a:off x="5824686" y="0"/>
          <a:ext cx="2708671" cy="5029199"/>
        </a:xfrm>
        <a:prstGeom prst="roundRect">
          <a:avLst>
            <a:gd name="adj" fmla="val 10000"/>
          </a:avLst>
        </a:prstGeom>
        <a:solidFill>
          <a:schemeClr val="accent1">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99060" tIns="99060" rIns="99060" bIns="99060" numCol="1" spcCol="1270" anchor="ctr" anchorCtr="0">
          <a:noAutofit/>
        </a:bodyPr>
        <a:lstStyle/>
        <a:p>
          <a:pPr marL="0" lvl="0" indent="0" algn="ctr" defTabSz="1155700" rtl="0">
            <a:lnSpc>
              <a:spcPct val="90000"/>
            </a:lnSpc>
            <a:spcBef>
              <a:spcPct val="0"/>
            </a:spcBef>
            <a:spcAft>
              <a:spcPct val="35000"/>
            </a:spcAft>
            <a:buNone/>
          </a:pPr>
          <a:r>
            <a:rPr lang="en-US" sz="2600" b="1" i="0" kern="1200" dirty="0">
              <a:solidFill>
                <a:srgbClr val="0000FF"/>
              </a:solidFill>
            </a:rPr>
            <a:t>Availability</a:t>
          </a:r>
        </a:p>
      </dsp:txBody>
      <dsp:txXfrm>
        <a:off x="5824686" y="0"/>
        <a:ext cx="2708671" cy="1508760"/>
      </dsp:txXfrm>
    </dsp:sp>
    <dsp:sp modelId="{362B08EA-3F81-CB4A-B772-E14DBE4CD014}">
      <dsp:nvSpPr>
        <dsp:cNvPr id="0" name=""/>
        <dsp:cNvSpPr/>
      </dsp:nvSpPr>
      <dsp:spPr>
        <a:xfrm>
          <a:off x="6095553" y="1509189"/>
          <a:ext cx="2166937" cy="988036"/>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rtl="0">
            <a:lnSpc>
              <a:spcPct val="90000"/>
            </a:lnSpc>
            <a:spcBef>
              <a:spcPct val="0"/>
            </a:spcBef>
            <a:spcAft>
              <a:spcPct val="35000"/>
            </a:spcAft>
            <a:buNone/>
          </a:pPr>
          <a:r>
            <a:rPr lang="en-US" sz="1400" kern="1200" dirty="0">
              <a:solidFill>
                <a:srgbClr val="FF0000"/>
              </a:solidFill>
            </a:rPr>
            <a:t>The </a:t>
          </a:r>
          <a:r>
            <a:rPr lang="en-US" sz="1400" b="1" kern="1200" dirty="0">
              <a:solidFill>
                <a:srgbClr val="FF0000"/>
              </a:solidFill>
            </a:rPr>
            <a:t>more critical a component or service</a:t>
          </a:r>
          <a:r>
            <a:rPr lang="en-US" sz="1400" kern="1200" dirty="0">
              <a:solidFill>
                <a:srgbClr val="FF0000"/>
              </a:solidFill>
            </a:rPr>
            <a:t>, the higher the level of availability required</a:t>
          </a:r>
        </a:p>
      </dsp:txBody>
      <dsp:txXfrm>
        <a:off x="6124492" y="1538128"/>
        <a:ext cx="2109059" cy="930158"/>
      </dsp:txXfrm>
    </dsp:sp>
    <dsp:sp modelId="{63DBCA6F-433F-F94D-A40C-40EAF6EC76AE}">
      <dsp:nvSpPr>
        <dsp:cNvPr id="0" name=""/>
        <dsp:cNvSpPr/>
      </dsp:nvSpPr>
      <dsp:spPr>
        <a:xfrm>
          <a:off x="6095553" y="2649231"/>
          <a:ext cx="2166937" cy="988036"/>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rtl="0">
            <a:lnSpc>
              <a:spcPct val="90000"/>
            </a:lnSpc>
            <a:spcBef>
              <a:spcPct val="0"/>
            </a:spcBef>
            <a:spcAft>
              <a:spcPct val="35000"/>
            </a:spcAft>
            <a:buNone/>
          </a:pPr>
          <a:r>
            <a:rPr lang="en-US" sz="1400" kern="1200" dirty="0">
              <a:solidFill>
                <a:srgbClr val="FF0000"/>
              </a:solidFill>
            </a:rPr>
            <a:t>A moderate availability requirement is </a:t>
          </a:r>
          <a:r>
            <a:rPr lang="en-US" sz="1400" b="1" kern="1200" dirty="0">
              <a:solidFill>
                <a:srgbClr val="FF0000"/>
              </a:solidFill>
            </a:rPr>
            <a:t>a public Web site for a university</a:t>
          </a:r>
        </a:p>
      </dsp:txBody>
      <dsp:txXfrm>
        <a:off x="6124492" y="2678170"/>
        <a:ext cx="2109059" cy="930158"/>
      </dsp:txXfrm>
    </dsp:sp>
    <dsp:sp modelId="{869AD6AC-C370-714E-AA4A-B92F8AEBFD68}">
      <dsp:nvSpPr>
        <dsp:cNvPr id="0" name=""/>
        <dsp:cNvSpPr/>
      </dsp:nvSpPr>
      <dsp:spPr>
        <a:xfrm>
          <a:off x="6095553" y="3789273"/>
          <a:ext cx="2166937" cy="988036"/>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rtl="0">
            <a:lnSpc>
              <a:spcPct val="90000"/>
            </a:lnSpc>
            <a:spcBef>
              <a:spcPct val="0"/>
            </a:spcBef>
            <a:spcAft>
              <a:spcPct val="35000"/>
            </a:spcAft>
            <a:buNone/>
          </a:pPr>
          <a:r>
            <a:rPr lang="en-US" sz="1400" kern="1200" dirty="0">
              <a:solidFill>
                <a:srgbClr val="FF0000"/>
              </a:solidFill>
            </a:rPr>
            <a:t>An </a:t>
          </a:r>
          <a:r>
            <a:rPr lang="en-US" sz="1400" b="1" kern="1200" dirty="0">
              <a:solidFill>
                <a:srgbClr val="FF0000"/>
              </a:solidFill>
            </a:rPr>
            <a:t>online telephone directory lookup </a:t>
          </a:r>
          <a:r>
            <a:rPr lang="en-US" sz="1400" kern="1200" dirty="0">
              <a:solidFill>
                <a:srgbClr val="FF0000"/>
              </a:solidFill>
            </a:rPr>
            <a:t>application would be classified as a low-availability requirement</a:t>
          </a:r>
        </a:p>
      </dsp:txBody>
      <dsp:txXfrm>
        <a:off x="6124492" y="3818212"/>
        <a:ext cx="2109059" cy="93015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B773CD-5155-AE49-A39A-DB646F837512}">
      <dsp:nvSpPr>
        <dsp:cNvPr id="0" name=""/>
        <dsp:cNvSpPr/>
      </dsp:nvSpPr>
      <dsp:spPr>
        <a:xfrm rot="5400000">
          <a:off x="1642514" y="-213929"/>
          <a:ext cx="2103834" cy="2535935"/>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34290" rIns="68580" bIns="34290" numCol="1" spcCol="1270" anchor="ctr" anchorCtr="0">
          <a:noAutofit/>
        </a:bodyPr>
        <a:lstStyle/>
        <a:p>
          <a:pPr marL="171450" lvl="1" indent="-171450" algn="l" defTabSz="800100" rtl="0">
            <a:lnSpc>
              <a:spcPct val="90000"/>
            </a:lnSpc>
            <a:spcBef>
              <a:spcPct val="0"/>
            </a:spcBef>
            <a:spcAft>
              <a:spcPct val="15000"/>
            </a:spcAft>
            <a:buChar char="•"/>
          </a:pPr>
          <a:r>
            <a:rPr lang="en-US" sz="1800" kern="1200" dirty="0"/>
            <a:t>Some portion of a legitimate message </a:t>
          </a:r>
          <a:r>
            <a:rPr lang="en-US" sz="1800" kern="1200" dirty="0">
              <a:solidFill>
                <a:srgbClr val="0070C0"/>
              </a:solidFill>
            </a:rPr>
            <a:t>is altered</a:t>
          </a:r>
          <a:r>
            <a:rPr lang="en-US" sz="1800" kern="1200" dirty="0"/>
            <a:t>, or messages are delayed or reordered to produce an </a:t>
          </a:r>
          <a:r>
            <a:rPr lang="en-US" sz="1800" kern="1200" dirty="0">
              <a:solidFill>
                <a:srgbClr val="0070C0"/>
              </a:solidFill>
            </a:rPr>
            <a:t>unauthorized effect</a:t>
          </a:r>
        </a:p>
      </dsp:txBody>
      <dsp:txXfrm rot="-5400000">
        <a:off x="1426464" y="104822"/>
        <a:ext cx="2433234" cy="1898432"/>
      </dsp:txXfrm>
    </dsp:sp>
    <dsp:sp modelId="{2CDB3922-7DE2-9442-911D-A27BD9574D07}">
      <dsp:nvSpPr>
        <dsp:cNvPr id="0" name=""/>
        <dsp:cNvSpPr/>
      </dsp:nvSpPr>
      <dsp:spPr>
        <a:xfrm>
          <a:off x="0" y="3"/>
          <a:ext cx="1426463" cy="1808534"/>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rtl="0">
            <a:lnSpc>
              <a:spcPct val="90000"/>
            </a:lnSpc>
            <a:spcBef>
              <a:spcPct val="0"/>
            </a:spcBef>
            <a:spcAft>
              <a:spcPct val="35000"/>
            </a:spcAft>
            <a:buNone/>
          </a:pPr>
          <a:r>
            <a:rPr lang="en-US" sz="1700" kern="1200" dirty="0">
              <a:solidFill>
                <a:srgbClr val="0000FF"/>
              </a:solidFill>
              <a:effectLst>
                <a:outerShdw blurRad="38100" dist="38100" dir="2700000" algn="tl">
                  <a:srgbClr val="000000">
                    <a:alpha val="43137"/>
                  </a:srgbClr>
                </a:outerShdw>
              </a:effectLst>
            </a:rPr>
            <a:t>Modification of messages </a:t>
          </a:r>
        </a:p>
      </dsp:txBody>
      <dsp:txXfrm>
        <a:off x="69634" y="69637"/>
        <a:ext cx="1287195" cy="1669266"/>
      </dsp:txXfrm>
    </dsp:sp>
    <dsp:sp modelId="{AF865629-E949-B24E-AF0F-CDFF322825BD}">
      <dsp:nvSpPr>
        <dsp:cNvPr id="0" name=""/>
        <dsp:cNvSpPr/>
      </dsp:nvSpPr>
      <dsp:spPr>
        <a:xfrm rot="5400000">
          <a:off x="1642514" y="2021394"/>
          <a:ext cx="2103834" cy="2535935"/>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34290" rIns="68580" bIns="34290" numCol="1" spcCol="1270" anchor="ctr" anchorCtr="0">
          <a:noAutofit/>
        </a:bodyPr>
        <a:lstStyle/>
        <a:p>
          <a:pPr marL="171450" lvl="1" indent="-171450" algn="l" defTabSz="800100" rtl="0">
            <a:lnSpc>
              <a:spcPct val="90000"/>
            </a:lnSpc>
            <a:spcBef>
              <a:spcPct val="0"/>
            </a:spcBef>
            <a:spcAft>
              <a:spcPct val="15000"/>
            </a:spcAft>
            <a:buChar char="•"/>
          </a:pPr>
          <a:r>
            <a:rPr lang="en-US" sz="1800" kern="1200" dirty="0">
              <a:solidFill>
                <a:srgbClr val="0070C0"/>
              </a:solidFill>
            </a:rPr>
            <a:t>Prevents or inhibits </a:t>
          </a:r>
          <a:r>
            <a:rPr lang="en-US" sz="1800" kern="1200" dirty="0"/>
            <a:t>the normal use or management of communications facilities</a:t>
          </a:r>
        </a:p>
      </dsp:txBody>
      <dsp:txXfrm rot="-5400000">
        <a:off x="1426464" y="2340146"/>
        <a:ext cx="2433234" cy="1898432"/>
      </dsp:txXfrm>
    </dsp:sp>
    <dsp:sp modelId="{4060CB25-2046-3047-B345-AC66DC2A7D59}">
      <dsp:nvSpPr>
        <dsp:cNvPr id="0" name=""/>
        <dsp:cNvSpPr/>
      </dsp:nvSpPr>
      <dsp:spPr>
        <a:xfrm>
          <a:off x="0" y="2311526"/>
          <a:ext cx="1426463" cy="1955671"/>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rtl="0">
            <a:lnSpc>
              <a:spcPct val="90000"/>
            </a:lnSpc>
            <a:spcBef>
              <a:spcPct val="0"/>
            </a:spcBef>
            <a:spcAft>
              <a:spcPct val="35000"/>
            </a:spcAft>
            <a:buNone/>
          </a:pPr>
          <a:r>
            <a:rPr lang="en-US" sz="1700" kern="1200" dirty="0">
              <a:solidFill>
                <a:srgbClr val="0000FF"/>
              </a:solidFill>
              <a:effectLst>
                <a:outerShdw blurRad="38100" dist="38100" dir="2700000" algn="tl">
                  <a:srgbClr val="000000">
                    <a:alpha val="43137"/>
                  </a:srgbClr>
                </a:outerShdw>
              </a:effectLst>
            </a:rPr>
            <a:t>Denial of service</a:t>
          </a:r>
        </a:p>
      </dsp:txBody>
      <dsp:txXfrm>
        <a:off x="69634" y="2381160"/>
        <a:ext cx="1287195" cy="181640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6F287F-54BE-A94E-BE50-7A86606A3A77}">
      <dsp:nvSpPr>
        <dsp:cNvPr id="0" name=""/>
        <dsp:cNvSpPr/>
      </dsp:nvSpPr>
      <dsp:spPr>
        <a:xfrm rot="5400000">
          <a:off x="1553788" y="-152561"/>
          <a:ext cx="2177653" cy="2487167"/>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rtl="0">
            <a:lnSpc>
              <a:spcPct val="90000"/>
            </a:lnSpc>
            <a:spcBef>
              <a:spcPct val="0"/>
            </a:spcBef>
            <a:spcAft>
              <a:spcPct val="15000"/>
            </a:spcAft>
            <a:buChar char="•"/>
          </a:pPr>
          <a:r>
            <a:rPr lang="en-US" sz="1700" kern="1200" dirty="0"/>
            <a:t>Takes place when one entity </a:t>
          </a:r>
          <a:r>
            <a:rPr lang="en-US" sz="1700" kern="1200" dirty="0">
              <a:solidFill>
                <a:srgbClr val="0070C0"/>
              </a:solidFill>
            </a:rPr>
            <a:t>pretends</a:t>
          </a:r>
          <a:r>
            <a:rPr lang="en-US" sz="1700" kern="1200" dirty="0"/>
            <a:t> to be a different entity</a:t>
          </a:r>
        </a:p>
        <a:p>
          <a:pPr marL="171450" lvl="1" indent="-171450" algn="l" defTabSz="755650" rtl="0">
            <a:lnSpc>
              <a:spcPct val="90000"/>
            </a:lnSpc>
            <a:spcBef>
              <a:spcPct val="0"/>
            </a:spcBef>
            <a:spcAft>
              <a:spcPct val="15000"/>
            </a:spcAft>
            <a:buChar char="•"/>
          </a:pPr>
          <a:r>
            <a:rPr lang="en-US" sz="1700" kern="1200" dirty="0"/>
            <a:t>Usually includes one of the other forms of active attack</a:t>
          </a:r>
        </a:p>
      </dsp:txBody>
      <dsp:txXfrm rot="-5400000">
        <a:off x="1399031" y="108500"/>
        <a:ext cx="2380863" cy="1965045"/>
      </dsp:txXfrm>
    </dsp:sp>
    <dsp:sp modelId="{44488AAB-A78F-8047-B4DF-837F0C5AD89D}">
      <dsp:nvSpPr>
        <dsp:cNvPr id="0" name=""/>
        <dsp:cNvSpPr/>
      </dsp:nvSpPr>
      <dsp:spPr>
        <a:xfrm>
          <a:off x="0" y="0"/>
          <a:ext cx="1399031" cy="1839681"/>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solidFill>
                <a:srgbClr val="0000FF"/>
              </a:solidFill>
              <a:effectLst>
                <a:outerShdw blurRad="38100" dist="38100" dir="2700000" algn="tl">
                  <a:srgbClr val="000000">
                    <a:alpha val="43137"/>
                  </a:srgbClr>
                </a:outerShdw>
              </a:effectLst>
            </a:rPr>
            <a:t>Masquerade</a:t>
          </a:r>
        </a:p>
      </dsp:txBody>
      <dsp:txXfrm>
        <a:off x="68295" y="68295"/>
        <a:ext cx="1262441" cy="1703091"/>
      </dsp:txXfrm>
    </dsp:sp>
    <dsp:sp modelId="{E9892E3E-9DF2-BD4B-A6CD-F416208DABBC}">
      <dsp:nvSpPr>
        <dsp:cNvPr id="0" name=""/>
        <dsp:cNvSpPr/>
      </dsp:nvSpPr>
      <dsp:spPr>
        <a:xfrm rot="5400000">
          <a:off x="1553788" y="2161194"/>
          <a:ext cx="2177653" cy="2487167"/>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rtl="0">
            <a:lnSpc>
              <a:spcPct val="90000"/>
            </a:lnSpc>
            <a:spcBef>
              <a:spcPct val="0"/>
            </a:spcBef>
            <a:spcAft>
              <a:spcPct val="15000"/>
            </a:spcAft>
            <a:buChar char="•"/>
          </a:pPr>
          <a:r>
            <a:rPr lang="en-US" sz="1700" kern="1200" dirty="0"/>
            <a:t>Involves the passive </a:t>
          </a:r>
          <a:r>
            <a:rPr lang="en-US" sz="1700" kern="1200" dirty="0">
              <a:solidFill>
                <a:srgbClr val="0070C0"/>
              </a:solidFill>
            </a:rPr>
            <a:t>capture</a:t>
          </a:r>
          <a:r>
            <a:rPr lang="en-US" sz="1700" kern="1200" dirty="0"/>
            <a:t> of a data unit and its </a:t>
          </a:r>
          <a:r>
            <a:rPr lang="en-US" sz="1700" kern="1200" dirty="0">
              <a:solidFill>
                <a:srgbClr val="0070C0"/>
              </a:solidFill>
            </a:rPr>
            <a:t>subsequent retransmission </a:t>
          </a:r>
          <a:r>
            <a:rPr lang="en-US" sz="1700" kern="1200" dirty="0"/>
            <a:t>to produce an </a:t>
          </a:r>
          <a:r>
            <a:rPr lang="en-US" sz="1700" kern="1200" dirty="0">
              <a:solidFill>
                <a:srgbClr val="0070C0"/>
              </a:solidFill>
            </a:rPr>
            <a:t>unauthorized effect</a:t>
          </a:r>
        </a:p>
      </dsp:txBody>
      <dsp:txXfrm rot="-5400000">
        <a:off x="1399031" y="2422255"/>
        <a:ext cx="2380863" cy="1965045"/>
      </dsp:txXfrm>
    </dsp:sp>
    <dsp:sp modelId="{0E6340F7-C0A4-1F48-82F3-FF986F32634E}">
      <dsp:nvSpPr>
        <dsp:cNvPr id="0" name=""/>
        <dsp:cNvSpPr/>
      </dsp:nvSpPr>
      <dsp:spPr>
        <a:xfrm>
          <a:off x="0" y="2410529"/>
          <a:ext cx="1399031" cy="1938247"/>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solidFill>
                <a:srgbClr val="0000FF"/>
              </a:solidFill>
              <a:effectLst>
                <a:outerShdw blurRad="38100" dist="38100" dir="2700000" algn="tl">
                  <a:srgbClr val="000000">
                    <a:alpha val="43137"/>
                  </a:srgbClr>
                </a:outerShdw>
              </a:effectLst>
            </a:rPr>
            <a:t>Replay</a:t>
          </a:r>
        </a:p>
      </dsp:txBody>
      <dsp:txXfrm>
        <a:off x="68295" y="2478824"/>
        <a:ext cx="1262441" cy="180165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63D57E-BD21-BD4F-AD59-FF51C76AFE55}">
      <dsp:nvSpPr>
        <dsp:cNvPr id="0" name=""/>
        <dsp:cNvSpPr/>
      </dsp:nvSpPr>
      <dsp:spPr>
        <a:xfrm>
          <a:off x="0" y="26619"/>
          <a:ext cx="5867399" cy="567281"/>
        </a:xfrm>
        <a:prstGeom prst="rect">
          <a:avLst/>
        </a:prstGeom>
        <a:solidFill>
          <a:schemeClr val="tx2">
            <a:lumMod val="50000"/>
          </a:schemeClr>
        </a:solidFill>
        <a:ln w="9525" cap="flat" cmpd="sng" algn="ctr">
          <a:no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b="1" kern="1200" dirty="0">
              <a:effectLst>
                <a:outerShdw blurRad="38100" dist="38100" dir="2700000" algn="tl">
                  <a:srgbClr val="000000">
                    <a:alpha val="43137"/>
                  </a:srgbClr>
                </a:outerShdw>
              </a:effectLst>
            </a:rPr>
            <a:t>Two specific authentication services are defined in X.800:</a:t>
          </a:r>
        </a:p>
      </dsp:txBody>
      <dsp:txXfrm>
        <a:off x="0" y="26619"/>
        <a:ext cx="5867399" cy="567281"/>
      </dsp:txXfrm>
    </dsp:sp>
    <dsp:sp modelId="{0327DD84-63DC-3D4B-88CB-97969678C59D}">
      <dsp:nvSpPr>
        <dsp:cNvPr id="0" name=""/>
        <dsp:cNvSpPr/>
      </dsp:nvSpPr>
      <dsp:spPr>
        <a:xfrm>
          <a:off x="0" y="540660"/>
          <a:ext cx="5867399" cy="702720"/>
        </a:xfrm>
        <a:prstGeom prst="rect">
          <a:avLst/>
        </a:prstGeom>
        <a:solidFill>
          <a:schemeClr val="tx2">
            <a:lumMod val="7500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b="1" kern="1200" dirty="0">
              <a:solidFill>
                <a:srgbClr val="FFFF00"/>
              </a:solidFill>
            </a:rPr>
            <a:t>Peer entity authentication</a:t>
          </a:r>
        </a:p>
        <a:p>
          <a:pPr marL="171450" lvl="1" indent="-171450" algn="l" defTabSz="711200">
            <a:lnSpc>
              <a:spcPct val="90000"/>
            </a:lnSpc>
            <a:spcBef>
              <a:spcPct val="0"/>
            </a:spcBef>
            <a:spcAft>
              <a:spcPct val="15000"/>
            </a:spcAft>
            <a:buChar char="•"/>
          </a:pPr>
          <a:r>
            <a:rPr lang="en-US" sz="1600" b="1" kern="1200" dirty="0">
              <a:solidFill>
                <a:srgbClr val="FFFF00"/>
              </a:solidFill>
            </a:rPr>
            <a:t>Data origin authentication</a:t>
          </a:r>
        </a:p>
      </dsp:txBody>
      <dsp:txXfrm>
        <a:off x="0" y="540660"/>
        <a:ext cx="5867399" cy="70272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5CE519-0303-A744-892D-6CF27E5E4D64}">
      <dsp:nvSpPr>
        <dsp:cNvPr id="0" name=""/>
        <dsp:cNvSpPr/>
      </dsp:nvSpPr>
      <dsp:spPr>
        <a:xfrm>
          <a:off x="0" y="0"/>
          <a:ext cx="4791074" cy="4791074"/>
        </a:xfrm>
        <a:prstGeom prst="pie">
          <a:avLst>
            <a:gd name="adj1" fmla="val 5400000"/>
            <a:gd name="adj2" fmla="val 16200000"/>
          </a:avLst>
        </a:prstGeom>
        <a:solidFill>
          <a:schemeClr val="accent2"/>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EB9D8600-0FC6-CF44-8D37-7ABEE0F4BC87}">
      <dsp:nvSpPr>
        <dsp:cNvPr id="0" name=""/>
        <dsp:cNvSpPr/>
      </dsp:nvSpPr>
      <dsp:spPr>
        <a:xfrm>
          <a:off x="2395537" y="0"/>
          <a:ext cx="5757862" cy="4791074"/>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rtl="0">
            <a:lnSpc>
              <a:spcPct val="90000"/>
            </a:lnSpc>
            <a:spcBef>
              <a:spcPct val="0"/>
            </a:spcBef>
            <a:spcAft>
              <a:spcPct val="35000"/>
            </a:spcAft>
            <a:buNone/>
          </a:pPr>
          <a:r>
            <a:rPr lang="en-US" sz="1900" kern="1200" dirty="0">
              <a:solidFill>
                <a:srgbClr val="000000"/>
              </a:solidFill>
            </a:rPr>
            <a:t>Can apply to a </a:t>
          </a:r>
          <a:r>
            <a:rPr lang="en-US" sz="1900" b="1" kern="1200" dirty="0">
              <a:solidFill>
                <a:srgbClr val="C00000"/>
              </a:solidFill>
            </a:rPr>
            <a:t>stream of messages</a:t>
          </a:r>
          <a:r>
            <a:rPr lang="en-US" sz="1900" b="1" kern="1200" dirty="0">
              <a:solidFill>
                <a:srgbClr val="000000"/>
              </a:solidFill>
            </a:rPr>
            <a:t>,</a:t>
          </a:r>
          <a:r>
            <a:rPr lang="en-US" sz="1900" b="0" kern="1200" dirty="0">
              <a:solidFill>
                <a:srgbClr val="000000"/>
              </a:solidFill>
            </a:rPr>
            <a:t> </a:t>
          </a:r>
          <a:r>
            <a:rPr lang="en-US" sz="1900" b="1" kern="1200" dirty="0">
              <a:solidFill>
                <a:srgbClr val="C00000"/>
              </a:solidFill>
            </a:rPr>
            <a:t>a single message,</a:t>
          </a:r>
          <a:r>
            <a:rPr lang="en-US" sz="1900" kern="1200" dirty="0">
              <a:solidFill>
                <a:srgbClr val="000000"/>
              </a:solidFill>
            </a:rPr>
            <a:t> or </a:t>
          </a:r>
          <a:r>
            <a:rPr lang="en-US" sz="1900" b="1" kern="1200" dirty="0">
              <a:solidFill>
                <a:srgbClr val="C00000"/>
              </a:solidFill>
            </a:rPr>
            <a:t>selected fields </a:t>
          </a:r>
          <a:r>
            <a:rPr lang="en-US" sz="1900" b="1" kern="1200" dirty="0">
              <a:solidFill>
                <a:srgbClr val="000000"/>
              </a:solidFill>
            </a:rPr>
            <a:t>within a message</a:t>
          </a:r>
        </a:p>
      </dsp:txBody>
      <dsp:txXfrm>
        <a:off x="2395537" y="0"/>
        <a:ext cx="5757862" cy="1437325"/>
      </dsp:txXfrm>
    </dsp:sp>
    <dsp:sp modelId="{460B7F3E-CECD-1E45-A060-CEEBADF883A5}">
      <dsp:nvSpPr>
        <dsp:cNvPr id="0" name=""/>
        <dsp:cNvSpPr/>
      </dsp:nvSpPr>
      <dsp:spPr>
        <a:xfrm>
          <a:off x="838439" y="1437325"/>
          <a:ext cx="3114195" cy="3114195"/>
        </a:xfrm>
        <a:prstGeom prst="pie">
          <a:avLst>
            <a:gd name="adj1" fmla="val 5400000"/>
            <a:gd name="adj2" fmla="val 1620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1FEB0DB6-FA4E-CF4E-8B72-2D86613E2D39}">
      <dsp:nvSpPr>
        <dsp:cNvPr id="0" name=""/>
        <dsp:cNvSpPr/>
      </dsp:nvSpPr>
      <dsp:spPr>
        <a:xfrm>
          <a:off x="2395537" y="1371616"/>
          <a:ext cx="5757862" cy="311419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rtl="0">
            <a:lnSpc>
              <a:spcPct val="90000"/>
            </a:lnSpc>
            <a:spcBef>
              <a:spcPct val="0"/>
            </a:spcBef>
            <a:spcAft>
              <a:spcPct val="35000"/>
            </a:spcAft>
            <a:buNone/>
          </a:pPr>
          <a:r>
            <a:rPr lang="en-US" sz="1900" b="1" kern="1200" dirty="0">
              <a:solidFill>
                <a:srgbClr val="C00000"/>
              </a:solidFill>
            </a:rPr>
            <a:t>Connection-oriented integrity service </a:t>
          </a:r>
          <a:r>
            <a:rPr lang="en-US" sz="1900" kern="1200" dirty="0">
              <a:solidFill>
                <a:schemeClr val="bg2"/>
              </a:solidFill>
            </a:rPr>
            <a:t>deals with a </a:t>
          </a:r>
          <a:r>
            <a:rPr lang="en-US" sz="1900" b="1" kern="1200" dirty="0">
              <a:solidFill>
                <a:srgbClr val="C00000"/>
              </a:solidFill>
            </a:rPr>
            <a:t>stream of messages </a:t>
          </a:r>
          <a:r>
            <a:rPr lang="en-US" sz="1900" kern="1200" dirty="0">
              <a:solidFill>
                <a:schemeClr val="bg2"/>
              </a:solidFill>
            </a:rPr>
            <a:t>and assures that messages are received as sent with </a:t>
          </a:r>
          <a:r>
            <a:rPr lang="en-US" sz="1900" b="1" kern="1200" dirty="0">
              <a:solidFill>
                <a:srgbClr val="C00000"/>
              </a:solidFill>
            </a:rPr>
            <a:t>no duplication</a:t>
          </a:r>
          <a:r>
            <a:rPr lang="en-US" sz="1900" kern="1200" dirty="0">
              <a:solidFill>
                <a:schemeClr val="bg2"/>
              </a:solidFill>
            </a:rPr>
            <a:t>, </a:t>
          </a:r>
          <a:r>
            <a:rPr lang="en-US" sz="1900" b="1" kern="1200" dirty="0">
              <a:solidFill>
                <a:srgbClr val="C00000"/>
              </a:solidFill>
            </a:rPr>
            <a:t>insertion,</a:t>
          </a:r>
          <a:r>
            <a:rPr lang="en-US" sz="1900" kern="1200" dirty="0">
              <a:solidFill>
                <a:schemeClr val="bg2"/>
              </a:solidFill>
            </a:rPr>
            <a:t> </a:t>
          </a:r>
          <a:r>
            <a:rPr lang="en-US" sz="1900" b="1" kern="1200" dirty="0">
              <a:solidFill>
                <a:srgbClr val="C00000"/>
              </a:solidFill>
            </a:rPr>
            <a:t>modification,</a:t>
          </a:r>
          <a:r>
            <a:rPr lang="en-US" sz="1900" kern="1200" dirty="0">
              <a:solidFill>
                <a:schemeClr val="bg2"/>
              </a:solidFill>
            </a:rPr>
            <a:t> </a:t>
          </a:r>
          <a:r>
            <a:rPr lang="en-US" sz="1900" b="1" kern="1200" dirty="0">
              <a:solidFill>
                <a:srgbClr val="C00000"/>
              </a:solidFill>
            </a:rPr>
            <a:t>reordering,</a:t>
          </a:r>
          <a:r>
            <a:rPr lang="en-US" sz="1900" kern="1200" dirty="0">
              <a:solidFill>
                <a:schemeClr val="bg2"/>
              </a:solidFill>
            </a:rPr>
            <a:t> or </a:t>
          </a:r>
          <a:r>
            <a:rPr lang="en-US" sz="1900" b="1" kern="1200" dirty="0">
              <a:solidFill>
                <a:schemeClr val="bg2"/>
              </a:solidFill>
            </a:rPr>
            <a:t>replays</a:t>
          </a:r>
        </a:p>
      </dsp:txBody>
      <dsp:txXfrm>
        <a:off x="2395537" y="1371616"/>
        <a:ext cx="5757862" cy="1437320"/>
      </dsp:txXfrm>
    </dsp:sp>
    <dsp:sp modelId="{D880669A-8623-EE4C-BDCE-31DE7DE25528}">
      <dsp:nvSpPr>
        <dsp:cNvPr id="0" name=""/>
        <dsp:cNvSpPr/>
      </dsp:nvSpPr>
      <dsp:spPr>
        <a:xfrm>
          <a:off x="1676876" y="2874646"/>
          <a:ext cx="1437321" cy="1437321"/>
        </a:xfrm>
        <a:prstGeom prst="pie">
          <a:avLst>
            <a:gd name="adj1" fmla="val 5400000"/>
            <a:gd name="adj2" fmla="val 16200000"/>
          </a:avLst>
        </a:prstGeom>
        <a:solidFill>
          <a:schemeClr val="accent4">
            <a:lumMod val="50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6773C79A-A7DA-5D43-9C7B-903C427EC509}">
      <dsp:nvSpPr>
        <dsp:cNvPr id="0" name=""/>
        <dsp:cNvSpPr/>
      </dsp:nvSpPr>
      <dsp:spPr>
        <a:xfrm>
          <a:off x="2395537" y="2895602"/>
          <a:ext cx="5757862" cy="1437321"/>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rtl="0">
            <a:lnSpc>
              <a:spcPct val="90000"/>
            </a:lnSpc>
            <a:spcBef>
              <a:spcPct val="0"/>
            </a:spcBef>
            <a:spcAft>
              <a:spcPct val="35000"/>
            </a:spcAft>
            <a:buNone/>
          </a:pPr>
          <a:r>
            <a:rPr lang="en-US" sz="1900" b="1" kern="1200" dirty="0">
              <a:solidFill>
                <a:srgbClr val="C00000"/>
              </a:solidFill>
            </a:rPr>
            <a:t>A connectionless integrity </a:t>
          </a:r>
          <a:r>
            <a:rPr lang="en-US" sz="1900" kern="1200" dirty="0">
              <a:solidFill>
                <a:schemeClr val="bg2"/>
              </a:solidFill>
            </a:rPr>
            <a:t>service deals with </a:t>
          </a:r>
          <a:r>
            <a:rPr lang="en-US" sz="1900" b="1" kern="1200" dirty="0">
              <a:solidFill>
                <a:srgbClr val="C00000"/>
              </a:solidFill>
            </a:rPr>
            <a:t>individual messages </a:t>
          </a:r>
          <a:r>
            <a:rPr lang="en-US" sz="1900" kern="1200" dirty="0">
              <a:solidFill>
                <a:schemeClr val="bg2"/>
              </a:solidFill>
            </a:rPr>
            <a:t>without regard to any larger context and generally provides protection against </a:t>
          </a:r>
          <a:r>
            <a:rPr lang="en-US" sz="1900" b="1" kern="1200" dirty="0">
              <a:solidFill>
                <a:srgbClr val="C00000"/>
              </a:solidFill>
            </a:rPr>
            <a:t>message modification only</a:t>
          </a:r>
        </a:p>
      </dsp:txBody>
      <dsp:txXfrm>
        <a:off x="2395537" y="2895602"/>
        <a:ext cx="5757862" cy="143732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AABF04-8C9F-1346-AB4B-299758F2A5AC}">
      <dsp:nvSpPr>
        <dsp:cNvPr id="0" name=""/>
        <dsp:cNvSpPr/>
      </dsp:nvSpPr>
      <dsp:spPr>
        <a:xfrm>
          <a:off x="4047053" y="2936234"/>
          <a:ext cx="91440" cy="546938"/>
        </a:xfrm>
        <a:custGeom>
          <a:avLst/>
          <a:gdLst/>
          <a:ahLst/>
          <a:cxnLst/>
          <a:rect l="0" t="0" r="0" b="0"/>
          <a:pathLst>
            <a:path>
              <a:moveTo>
                <a:pt x="45720" y="0"/>
              </a:moveTo>
              <a:lnTo>
                <a:pt x="45720" y="546938"/>
              </a:lnTo>
            </a:path>
          </a:pathLst>
        </a:custGeom>
        <a:noFill/>
        <a:ln w="9525" cap="flat" cmpd="sng" algn="ctr">
          <a:solidFill>
            <a:schemeClr val="accent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08F647C8-2429-9C46-BFB6-CCC81EF660EE}">
      <dsp:nvSpPr>
        <dsp:cNvPr id="0" name=""/>
        <dsp:cNvSpPr/>
      </dsp:nvSpPr>
      <dsp:spPr>
        <a:xfrm>
          <a:off x="2943522" y="1195119"/>
          <a:ext cx="1149250" cy="546938"/>
        </a:xfrm>
        <a:custGeom>
          <a:avLst/>
          <a:gdLst/>
          <a:ahLst/>
          <a:cxnLst/>
          <a:rect l="0" t="0" r="0" b="0"/>
          <a:pathLst>
            <a:path>
              <a:moveTo>
                <a:pt x="0" y="0"/>
              </a:moveTo>
              <a:lnTo>
                <a:pt x="0" y="372722"/>
              </a:lnTo>
              <a:lnTo>
                <a:pt x="1149250" y="372722"/>
              </a:lnTo>
              <a:lnTo>
                <a:pt x="1149250" y="546938"/>
              </a:lnTo>
            </a:path>
          </a:pathLst>
        </a:cu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3BF2B39-99C1-5341-A628-0809CD7118B1}">
      <dsp:nvSpPr>
        <dsp:cNvPr id="0" name=""/>
        <dsp:cNvSpPr/>
      </dsp:nvSpPr>
      <dsp:spPr>
        <a:xfrm>
          <a:off x="1748551" y="2936234"/>
          <a:ext cx="91440" cy="546938"/>
        </a:xfrm>
        <a:custGeom>
          <a:avLst/>
          <a:gdLst/>
          <a:ahLst/>
          <a:cxnLst/>
          <a:rect l="0" t="0" r="0" b="0"/>
          <a:pathLst>
            <a:path>
              <a:moveTo>
                <a:pt x="45720" y="0"/>
              </a:moveTo>
              <a:lnTo>
                <a:pt x="45720" y="546938"/>
              </a:lnTo>
            </a:path>
          </a:pathLst>
        </a:custGeom>
        <a:noFill/>
        <a:ln w="9525" cap="flat" cmpd="sng" algn="ctr">
          <a:solidFill>
            <a:schemeClr val="accent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6338268-0505-AF49-8C0C-9B19AB44EA57}">
      <dsp:nvSpPr>
        <dsp:cNvPr id="0" name=""/>
        <dsp:cNvSpPr/>
      </dsp:nvSpPr>
      <dsp:spPr>
        <a:xfrm>
          <a:off x="1794271" y="1195119"/>
          <a:ext cx="1149250" cy="546938"/>
        </a:xfrm>
        <a:custGeom>
          <a:avLst/>
          <a:gdLst/>
          <a:ahLst/>
          <a:cxnLst/>
          <a:rect l="0" t="0" r="0" b="0"/>
          <a:pathLst>
            <a:path>
              <a:moveTo>
                <a:pt x="1149250" y="0"/>
              </a:moveTo>
              <a:lnTo>
                <a:pt x="1149250" y="372722"/>
              </a:lnTo>
              <a:lnTo>
                <a:pt x="0" y="372722"/>
              </a:lnTo>
              <a:lnTo>
                <a:pt x="0" y="546938"/>
              </a:lnTo>
            </a:path>
          </a:pathLst>
        </a:cu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1839A7A8-B27F-2946-BE3C-398441DF248B}">
      <dsp:nvSpPr>
        <dsp:cNvPr id="0" name=""/>
        <dsp:cNvSpPr/>
      </dsp:nvSpPr>
      <dsp:spPr>
        <a:xfrm>
          <a:off x="2003226" y="943"/>
          <a:ext cx="1880592" cy="1194176"/>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22F77FF9-9B32-D442-BE62-24401B675670}">
      <dsp:nvSpPr>
        <dsp:cNvPr id="0" name=""/>
        <dsp:cNvSpPr/>
      </dsp:nvSpPr>
      <dsp:spPr>
        <a:xfrm>
          <a:off x="2212181" y="199450"/>
          <a:ext cx="1880592" cy="1194176"/>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2">
                  <a:lumMod val="10000"/>
                </a:schemeClr>
              </a:solidFill>
            </a:rPr>
            <a:t>Programs can present two kinds of threats:</a:t>
          </a:r>
          <a:endParaRPr lang="en-US" sz="1500" kern="1200" dirty="0"/>
        </a:p>
      </dsp:txBody>
      <dsp:txXfrm>
        <a:off x="2247157" y="234426"/>
        <a:ext cx="1810640" cy="1124224"/>
      </dsp:txXfrm>
    </dsp:sp>
    <dsp:sp modelId="{D7579396-6052-5946-ABDC-400A65111B84}">
      <dsp:nvSpPr>
        <dsp:cNvPr id="0" name=""/>
        <dsp:cNvSpPr/>
      </dsp:nvSpPr>
      <dsp:spPr>
        <a:xfrm>
          <a:off x="853975" y="1742058"/>
          <a:ext cx="1880592" cy="1194176"/>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8581194E-B1F8-854E-9E64-152BD71530DA}">
      <dsp:nvSpPr>
        <dsp:cNvPr id="0" name=""/>
        <dsp:cNvSpPr/>
      </dsp:nvSpPr>
      <dsp:spPr>
        <a:xfrm>
          <a:off x="1062930" y="1940565"/>
          <a:ext cx="1880592" cy="1194176"/>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2">
                  <a:lumMod val="10000"/>
                </a:schemeClr>
              </a:solidFill>
            </a:rPr>
            <a:t>Information access threats</a:t>
          </a:r>
        </a:p>
      </dsp:txBody>
      <dsp:txXfrm>
        <a:off x="1097906" y="1975541"/>
        <a:ext cx="1810640" cy="1124224"/>
      </dsp:txXfrm>
    </dsp:sp>
    <dsp:sp modelId="{F9BC914F-03DF-FE43-BAF2-248CC08D8422}">
      <dsp:nvSpPr>
        <dsp:cNvPr id="0" name=""/>
        <dsp:cNvSpPr/>
      </dsp:nvSpPr>
      <dsp:spPr>
        <a:xfrm>
          <a:off x="853975" y="3483173"/>
          <a:ext cx="1880592" cy="1194176"/>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319888DA-16AF-3940-9656-76E1E8BCC9D7}">
      <dsp:nvSpPr>
        <dsp:cNvPr id="0" name=""/>
        <dsp:cNvSpPr/>
      </dsp:nvSpPr>
      <dsp:spPr>
        <a:xfrm>
          <a:off x="1062930" y="3681680"/>
          <a:ext cx="1880592" cy="1194176"/>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2">
                  <a:lumMod val="10000"/>
                </a:schemeClr>
              </a:solidFill>
            </a:rPr>
            <a:t>Intercept or modify data on behalf of users who should not have access to that data</a:t>
          </a:r>
        </a:p>
      </dsp:txBody>
      <dsp:txXfrm>
        <a:off x="1097906" y="3716656"/>
        <a:ext cx="1810640" cy="1124224"/>
      </dsp:txXfrm>
    </dsp:sp>
    <dsp:sp modelId="{3C0EDC99-CB20-8640-A010-DB0A1A7E75AF}">
      <dsp:nvSpPr>
        <dsp:cNvPr id="0" name=""/>
        <dsp:cNvSpPr/>
      </dsp:nvSpPr>
      <dsp:spPr>
        <a:xfrm>
          <a:off x="3152477" y="1742058"/>
          <a:ext cx="1880592" cy="1194176"/>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B5792EAB-C8CC-5E4A-AD28-67EC352D8E77}">
      <dsp:nvSpPr>
        <dsp:cNvPr id="0" name=""/>
        <dsp:cNvSpPr/>
      </dsp:nvSpPr>
      <dsp:spPr>
        <a:xfrm>
          <a:off x="3361432" y="1940565"/>
          <a:ext cx="1880592" cy="1194176"/>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2">
                  <a:lumMod val="10000"/>
                </a:schemeClr>
              </a:solidFill>
            </a:rPr>
            <a:t>Service threats</a:t>
          </a:r>
        </a:p>
      </dsp:txBody>
      <dsp:txXfrm>
        <a:off x="3396408" y="1975541"/>
        <a:ext cx="1810640" cy="1124224"/>
      </dsp:txXfrm>
    </dsp:sp>
    <dsp:sp modelId="{9B9379ED-0AC4-B540-99BA-6048F8DA5435}">
      <dsp:nvSpPr>
        <dsp:cNvPr id="0" name=""/>
        <dsp:cNvSpPr/>
      </dsp:nvSpPr>
      <dsp:spPr>
        <a:xfrm>
          <a:off x="3152477" y="3483173"/>
          <a:ext cx="1880592" cy="1194176"/>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560C05AD-5FB1-D94B-B0EE-3AEC0E6178C9}">
      <dsp:nvSpPr>
        <dsp:cNvPr id="0" name=""/>
        <dsp:cNvSpPr/>
      </dsp:nvSpPr>
      <dsp:spPr>
        <a:xfrm>
          <a:off x="3361432" y="3681680"/>
          <a:ext cx="1880592" cy="1194176"/>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2">
                  <a:lumMod val="10000"/>
                </a:schemeClr>
              </a:solidFill>
            </a:rPr>
            <a:t>Exploit service flaws in computers to inhibit use by legitimate users</a:t>
          </a:r>
        </a:p>
      </dsp:txBody>
      <dsp:txXfrm>
        <a:off x="3396408" y="3716656"/>
        <a:ext cx="1810640" cy="112422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8470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cs typeface="+mn-cs"/>
              </a:defRPr>
            </a:lvl1pPr>
          </a:lstStyle>
          <a:p>
            <a:pPr>
              <a:defRPr/>
            </a:pPr>
            <a:endParaRPr lang="en-US"/>
          </a:p>
        </p:txBody>
      </p:sp>
      <p:sp>
        <p:nvSpPr>
          <p:cNvPr id="584707"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cs typeface="+mn-cs"/>
              </a:defRPr>
            </a:lvl1pPr>
          </a:lstStyle>
          <a:p>
            <a:pPr>
              <a:defRPr/>
            </a:pPr>
            <a:endParaRPr lang="en-US"/>
          </a:p>
        </p:txBody>
      </p:sp>
      <p:sp>
        <p:nvSpPr>
          <p:cNvPr id="584708"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cs typeface="+mn-cs"/>
              </a:defRPr>
            </a:lvl1pPr>
          </a:lstStyle>
          <a:p>
            <a:pPr>
              <a:defRPr/>
            </a:pPr>
            <a:endParaRPr lang="en-US"/>
          </a:p>
        </p:txBody>
      </p:sp>
      <p:sp>
        <p:nvSpPr>
          <p:cNvPr id="584709"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cs typeface="+mn-cs"/>
              </a:defRPr>
            </a:lvl1pPr>
          </a:lstStyle>
          <a:p>
            <a:pPr>
              <a:defRPr/>
            </a:pPr>
            <a:fld id="{6F33488A-B7C6-480F-B7F5-4587EE4CC9F6}" type="slidenum">
              <a:rPr lang="en-US"/>
              <a:pPr>
                <a:defRPr/>
              </a:pPr>
              <a:t>‹#›</a:t>
            </a:fld>
            <a:endParaRPr lang="en-US" dirty="0"/>
          </a:p>
        </p:txBody>
      </p:sp>
    </p:spTree>
    <p:extLst>
      <p:ext uri="{BB962C8B-B14F-4D97-AF65-F5344CB8AC3E}">
        <p14:creationId xmlns:p14="http://schemas.microsoft.com/office/powerpoint/2010/main" val="4850823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3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cs typeface="+mn-cs"/>
              </a:defRPr>
            </a:lvl1pPr>
          </a:lstStyle>
          <a:p>
            <a:pPr>
              <a:defRPr/>
            </a:pPr>
            <a:endParaRPr lang="en-US"/>
          </a:p>
        </p:txBody>
      </p:sp>
      <p:sp>
        <p:nvSpPr>
          <p:cNvPr id="5734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cs typeface="+mn-cs"/>
              </a:defRPr>
            </a:lvl1pPr>
          </a:lstStyle>
          <a:p>
            <a:pPr>
              <a:defRPr/>
            </a:pPr>
            <a:endParaRPr lang="en-US"/>
          </a:p>
        </p:txBody>
      </p:sp>
      <p:sp>
        <p:nvSpPr>
          <p:cNvPr id="8090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5734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735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cs typeface="+mn-cs"/>
              </a:defRPr>
            </a:lvl1pPr>
          </a:lstStyle>
          <a:p>
            <a:pPr>
              <a:defRPr/>
            </a:pPr>
            <a:endParaRPr lang="en-US"/>
          </a:p>
        </p:txBody>
      </p:sp>
      <p:sp>
        <p:nvSpPr>
          <p:cNvPr id="5735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cs typeface="+mn-cs"/>
              </a:defRPr>
            </a:lvl1pPr>
          </a:lstStyle>
          <a:p>
            <a:pPr>
              <a:defRPr/>
            </a:pPr>
            <a:fld id="{749F2D50-6E2B-46EF-97FB-6F795E0BE53E}" type="slidenum">
              <a:rPr lang="en-US"/>
              <a:pPr>
                <a:defRPr/>
              </a:pPr>
              <a:t>‹#›</a:t>
            </a:fld>
            <a:endParaRPr lang="en-US" dirty="0"/>
          </a:p>
        </p:txBody>
      </p:sp>
    </p:spTree>
    <p:extLst>
      <p:ext uri="{BB962C8B-B14F-4D97-AF65-F5344CB8AC3E}">
        <p14:creationId xmlns:p14="http://schemas.microsoft.com/office/powerpoint/2010/main" val="367574953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1031"/>
          <p:cNvSpPr>
            <a:spLocks noGrp="1" noChangeArrowheads="1"/>
          </p:cNvSpPr>
          <p:nvPr>
            <p:ph type="sldNum" sz="quarter" idx="5"/>
          </p:nvPr>
        </p:nvSpPr>
        <p:spPr/>
        <p:txBody>
          <a:bodyPr/>
          <a:lstStyle/>
          <a:p>
            <a:pPr>
              <a:defRPr/>
            </a:pPr>
            <a:fld id="{A4D0F440-D241-4E24-B308-4447D655A33B}" type="slidenum">
              <a:rPr lang="en-AU" smtClean="0">
                <a:latin typeface="Arial" pitchFamily="34" charset="0"/>
              </a:rPr>
              <a:pPr>
                <a:defRPr/>
              </a:pPr>
              <a:t>1</a:t>
            </a:fld>
            <a:endParaRPr lang="en-AU">
              <a:latin typeface="Arial" pitchFamily="34"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n-US">
              <a:latin typeface="Arial" pitchFamily="34" charset="0"/>
              <a:ea typeface="ＭＳ Ｐゴシック" pitchFamily="34" charset="-128"/>
            </a:endParaRPr>
          </a:p>
        </p:txBody>
      </p:sp>
    </p:spTree>
    <p:extLst>
      <p:ext uri="{BB962C8B-B14F-4D97-AF65-F5344CB8AC3E}">
        <p14:creationId xmlns:p14="http://schemas.microsoft.com/office/powerpoint/2010/main" val="7401234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a:ln/>
        </p:spPr>
      </p:sp>
      <p:sp>
        <p:nvSpPr>
          <p:cNvPr id="83971" name="Notes Placeholder 2"/>
          <p:cNvSpPr>
            <a:spLocks noGrp="1"/>
          </p:cNvSpPr>
          <p:nvPr>
            <p:ph type="body" idx="1"/>
          </p:nvPr>
        </p:nvSpPr>
        <p:spPr>
          <a:noFill/>
          <a:ln/>
        </p:spPr>
        <p:txBody>
          <a:bodyPr/>
          <a:lstStyle/>
          <a:p>
            <a:endParaRPr lang="en-US">
              <a:latin typeface="Arial" pitchFamily="34" charset="0"/>
              <a:ea typeface="ＭＳ Ｐゴシック" pitchFamily="34" charset="-128"/>
            </a:endParaRPr>
          </a:p>
        </p:txBody>
      </p:sp>
      <p:sp>
        <p:nvSpPr>
          <p:cNvPr id="4" name="Slide Number Placeholder 3"/>
          <p:cNvSpPr>
            <a:spLocks noGrp="1"/>
          </p:cNvSpPr>
          <p:nvPr>
            <p:ph type="sldNum" sz="quarter" idx="5"/>
          </p:nvPr>
        </p:nvSpPr>
        <p:spPr/>
        <p:txBody>
          <a:bodyPr/>
          <a:lstStyle/>
          <a:p>
            <a:pPr>
              <a:defRPr/>
            </a:pPr>
            <a:fld id="{9D1EBE4A-155D-4E35-8F89-B982EEE01F22}" type="slidenum">
              <a:rPr lang="en-AU" smtClean="0"/>
              <a:pPr>
                <a:defRPr/>
              </a:pPr>
              <a:t>2</a:t>
            </a:fld>
            <a:endParaRPr lang="en-AU" dirty="0"/>
          </a:p>
        </p:txBody>
      </p:sp>
    </p:spTree>
    <p:extLst>
      <p:ext uri="{BB962C8B-B14F-4D97-AF65-F5344CB8AC3E}">
        <p14:creationId xmlns:p14="http://schemas.microsoft.com/office/powerpoint/2010/main" val="321059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a:ln/>
        </p:spPr>
      </p:sp>
      <p:sp>
        <p:nvSpPr>
          <p:cNvPr id="122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Arial" pitchFamily="34" charset="0"/>
            </a:endParaRPr>
          </a:p>
        </p:txBody>
      </p:sp>
      <p:sp>
        <p:nvSpPr>
          <p:cNvPr id="122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30250" indent="-280988">
              <a:defRPr sz="1200">
                <a:solidFill>
                  <a:schemeClr val="tx1"/>
                </a:solidFill>
                <a:latin typeface="Arial" pitchFamily="34" charset="0"/>
              </a:defRPr>
            </a:lvl2pPr>
            <a:lvl3pPr marL="1123950" indent="-223838">
              <a:defRPr sz="1200">
                <a:solidFill>
                  <a:schemeClr val="tx1"/>
                </a:solidFill>
                <a:latin typeface="Arial" pitchFamily="34" charset="0"/>
              </a:defRPr>
            </a:lvl3pPr>
            <a:lvl4pPr marL="1574800" indent="-223838">
              <a:defRPr sz="1200">
                <a:solidFill>
                  <a:schemeClr val="tx1"/>
                </a:solidFill>
                <a:latin typeface="Arial" pitchFamily="34" charset="0"/>
              </a:defRPr>
            </a:lvl4pPr>
            <a:lvl5pPr marL="2024063" indent="-223838">
              <a:defRPr sz="1200">
                <a:solidFill>
                  <a:schemeClr val="tx1"/>
                </a:solidFill>
                <a:latin typeface="Arial" pitchFamily="34" charset="0"/>
              </a:defRPr>
            </a:lvl5pPr>
            <a:lvl6pPr marL="2481263" indent="-223838" eaLnBrk="0" fontAlgn="base" hangingPunct="0">
              <a:spcBef>
                <a:spcPct val="30000"/>
              </a:spcBef>
              <a:spcAft>
                <a:spcPct val="0"/>
              </a:spcAft>
              <a:defRPr sz="1200">
                <a:solidFill>
                  <a:schemeClr val="tx1"/>
                </a:solidFill>
                <a:latin typeface="Arial" pitchFamily="34" charset="0"/>
              </a:defRPr>
            </a:lvl6pPr>
            <a:lvl7pPr marL="2938463" indent="-223838" eaLnBrk="0" fontAlgn="base" hangingPunct="0">
              <a:spcBef>
                <a:spcPct val="30000"/>
              </a:spcBef>
              <a:spcAft>
                <a:spcPct val="0"/>
              </a:spcAft>
              <a:defRPr sz="1200">
                <a:solidFill>
                  <a:schemeClr val="tx1"/>
                </a:solidFill>
                <a:latin typeface="Arial" pitchFamily="34" charset="0"/>
              </a:defRPr>
            </a:lvl7pPr>
            <a:lvl8pPr marL="3395663" indent="-223838" eaLnBrk="0" fontAlgn="base" hangingPunct="0">
              <a:spcBef>
                <a:spcPct val="30000"/>
              </a:spcBef>
              <a:spcAft>
                <a:spcPct val="0"/>
              </a:spcAft>
              <a:defRPr sz="1200">
                <a:solidFill>
                  <a:schemeClr val="tx1"/>
                </a:solidFill>
                <a:latin typeface="Arial" pitchFamily="34" charset="0"/>
              </a:defRPr>
            </a:lvl8pPr>
            <a:lvl9pPr marL="3852863" indent="-223838" eaLnBrk="0" fontAlgn="base" hangingPunct="0">
              <a:spcBef>
                <a:spcPct val="30000"/>
              </a:spcBef>
              <a:spcAft>
                <a:spcPct val="0"/>
              </a:spcAft>
              <a:defRPr sz="1200">
                <a:solidFill>
                  <a:schemeClr val="tx1"/>
                </a:solidFill>
                <a:latin typeface="Arial" pitchFamily="34" charset="0"/>
              </a:defRPr>
            </a:lvl9pPr>
          </a:lstStyle>
          <a:p>
            <a:fld id="{AA78976A-242D-456C-8BF6-9A6CF70C2BAE}" type="slidenum">
              <a:rPr lang="en-AU" altLang="tr-TR" sz="1300"/>
              <a:pPr/>
              <a:t>20</a:t>
            </a:fld>
            <a:endParaRPr lang="en-AU" altLang="tr-TR" sz="1300"/>
          </a:p>
        </p:txBody>
      </p:sp>
    </p:spTree>
    <p:extLst>
      <p:ext uri="{BB962C8B-B14F-4D97-AF65-F5344CB8AC3E}">
        <p14:creationId xmlns:p14="http://schemas.microsoft.com/office/powerpoint/2010/main" val="7023339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a:ln/>
        </p:spPr>
      </p:sp>
      <p:sp>
        <p:nvSpPr>
          <p:cNvPr id="143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Arial" pitchFamily="34" charset="0"/>
            </a:endParaRPr>
          </a:p>
        </p:txBody>
      </p:sp>
      <p:sp>
        <p:nvSpPr>
          <p:cNvPr id="143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30250" indent="-280988">
              <a:defRPr sz="1200">
                <a:solidFill>
                  <a:schemeClr val="tx1"/>
                </a:solidFill>
                <a:latin typeface="Arial" pitchFamily="34" charset="0"/>
              </a:defRPr>
            </a:lvl2pPr>
            <a:lvl3pPr marL="1123950" indent="-223838">
              <a:defRPr sz="1200">
                <a:solidFill>
                  <a:schemeClr val="tx1"/>
                </a:solidFill>
                <a:latin typeface="Arial" pitchFamily="34" charset="0"/>
              </a:defRPr>
            </a:lvl3pPr>
            <a:lvl4pPr marL="1574800" indent="-223838">
              <a:defRPr sz="1200">
                <a:solidFill>
                  <a:schemeClr val="tx1"/>
                </a:solidFill>
                <a:latin typeface="Arial" pitchFamily="34" charset="0"/>
              </a:defRPr>
            </a:lvl4pPr>
            <a:lvl5pPr marL="2024063" indent="-223838">
              <a:defRPr sz="1200">
                <a:solidFill>
                  <a:schemeClr val="tx1"/>
                </a:solidFill>
                <a:latin typeface="Arial" pitchFamily="34" charset="0"/>
              </a:defRPr>
            </a:lvl5pPr>
            <a:lvl6pPr marL="2481263" indent="-223838" eaLnBrk="0" fontAlgn="base" hangingPunct="0">
              <a:spcBef>
                <a:spcPct val="30000"/>
              </a:spcBef>
              <a:spcAft>
                <a:spcPct val="0"/>
              </a:spcAft>
              <a:defRPr sz="1200">
                <a:solidFill>
                  <a:schemeClr val="tx1"/>
                </a:solidFill>
                <a:latin typeface="Arial" pitchFamily="34" charset="0"/>
              </a:defRPr>
            </a:lvl6pPr>
            <a:lvl7pPr marL="2938463" indent="-223838" eaLnBrk="0" fontAlgn="base" hangingPunct="0">
              <a:spcBef>
                <a:spcPct val="30000"/>
              </a:spcBef>
              <a:spcAft>
                <a:spcPct val="0"/>
              </a:spcAft>
              <a:defRPr sz="1200">
                <a:solidFill>
                  <a:schemeClr val="tx1"/>
                </a:solidFill>
                <a:latin typeface="Arial" pitchFamily="34" charset="0"/>
              </a:defRPr>
            </a:lvl7pPr>
            <a:lvl8pPr marL="3395663" indent="-223838" eaLnBrk="0" fontAlgn="base" hangingPunct="0">
              <a:spcBef>
                <a:spcPct val="30000"/>
              </a:spcBef>
              <a:spcAft>
                <a:spcPct val="0"/>
              </a:spcAft>
              <a:defRPr sz="1200">
                <a:solidFill>
                  <a:schemeClr val="tx1"/>
                </a:solidFill>
                <a:latin typeface="Arial" pitchFamily="34" charset="0"/>
              </a:defRPr>
            </a:lvl8pPr>
            <a:lvl9pPr marL="3852863" indent="-223838" eaLnBrk="0" fontAlgn="base" hangingPunct="0">
              <a:spcBef>
                <a:spcPct val="30000"/>
              </a:spcBef>
              <a:spcAft>
                <a:spcPct val="0"/>
              </a:spcAft>
              <a:defRPr sz="1200">
                <a:solidFill>
                  <a:schemeClr val="tx1"/>
                </a:solidFill>
                <a:latin typeface="Arial" pitchFamily="34" charset="0"/>
              </a:defRPr>
            </a:lvl9pPr>
          </a:lstStyle>
          <a:p>
            <a:fld id="{ED16FD43-A54F-41AC-B37E-90A107E6B124}" type="slidenum">
              <a:rPr lang="en-AU" altLang="tr-TR" sz="1300"/>
              <a:pPr/>
              <a:t>22</a:t>
            </a:fld>
            <a:endParaRPr lang="en-AU" altLang="tr-TR" sz="1300"/>
          </a:p>
        </p:txBody>
      </p:sp>
    </p:spTree>
    <p:extLst>
      <p:ext uri="{BB962C8B-B14F-4D97-AF65-F5344CB8AC3E}">
        <p14:creationId xmlns:p14="http://schemas.microsoft.com/office/powerpoint/2010/main" val="6852640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30250" indent="-280988">
              <a:defRPr sz="1200">
                <a:solidFill>
                  <a:schemeClr val="tx1"/>
                </a:solidFill>
                <a:latin typeface="Arial" pitchFamily="34" charset="0"/>
              </a:defRPr>
            </a:lvl2pPr>
            <a:lvl3pPr marL="1123950" indent="-223838">
              <a:defRPr sz="1200">
                <a:solidFill>
                  <a:schemeClr val="tx1"/>
                </a:solidFill>
                <a:latin typeface="Arial" pitchFamily="34" charset="0"/>
              </a:defRPr>
            </a:lvl3pPr>
            <a:lvl4pPr marL="1574800" indent="-223838">
              <a:defRPr sz="1200">
                <a:solidFill>
                  <a:schemeClr val="tx1"/>
                </a:solidFill>
                <a:latin typeface="Arial" pitchFamily="34" charset="0"/>
              </a:defRPr>
            </a:lvl4pPr>
            <a:lvl5pPr marL="2024063" indent="-223838">
              <a:defRPr sz="1200">
                <a:solidFill>
                  <a:schemeClr val="tx1"/>
                </a:solidFill>
                <a:latin typeface="Arial" pitchFamily="34" charset="0"/>
              </a:defRPr>
            </a:lvl5pPr>
            <a:lvl6pPr marL="2481263" indent="-223838" eaLnBrk="0" fontAlgn="base" hangingPunct="0">
              <a:spcBef>
                <a:spcPct val="30000"/>
              </a:spcBef>
              <a:spcAft>
                <a:spcPct val="0"/>
              </a:spcAft>
              <a:defRPr sz="1200">
                <a:solidFill>
                  <a:schemeClr val="tx1"/>
                </a:solidFill>
                <a:latin typeface="Arial" pitchFamily="34" charset="0"/>
              </a:defRPr>
            </a:lvl6pPr>
            <a:lvl7pPr marL="2938463" indent="-223838" eaLnBrk="0" fontAlgn="base" hangingPunct="0">
              <a:spcBef>
                <a:spcPct val="30000"/>
              </a:spcBef>
              <a:spcAft>
                <a:spcPct val="0"/>
              </a:spcAft>
              <a:defRPr sz="1200">
                <a:solidFill>
                  <a:schemeClr val="tx1"/>
                </a:solidFill>
                <a:latin typeface="Arial" pitchFamily="34" charset="0"/>
              </a:defRPr>
            </a:lvl7pPr>
            <a:lvl8pPr marL="3395663" indent="-223838" eaLnBrk="0" fontAlgn="base" hangingPunct="0">
              <a:spcBef>
                <a:spcPct val="30000"/>
              </a:spcBef>
              <a:spcAft>
                <a:spcPct val="0"/>
              </a:spcAft>
              <a:defRPr sz="1200">
                <a:solidFill>
                  <a:schemeClr val="tx1"/>
                </a:solidFill>
                <a:latin typeface="Arial" pitchFamily="34" charset="0"/>
              </a:defRPr>
            </a:lvl8pPr>
            <a:lvl9pPr marL="3852863" indent="-223838" eaLnBrk="0" fontAlgn="base" hangingPunct="0">
              <a:spcBef>
                <a:spcPct val="30000"/>
              </a:spcBef>
              <a:spcAft>
                <a:spcPct val="0"/>
              </a:spcAft>
              <a:defRPr sz="1200">
                <a:solidFill>
                  <a:schemeClr val="tx1"/>
                </a:solidFill>
                <a:latin typeface="Arial" pitchFamily="34" charset="0"/>
              </a:defRPr>
            </a:lvl9pPr>
          </a:lstStyle>
          <a:p>
            <a:fld id="{0DAD317F-8F6B-471F-9616-9E1315347455}" type="slidenum">
              <a:rPr lang="en-AU" altLang="tr-TR" sz="1300"/>
              <a:pPr/>
              <a:t>23</a:t>
            </a:fld>
            <a:endParaRPr lang="en-AU" altLang="tr-TR" sz="130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tr-TR">
                <a:latin typeface="Arial" pitchFamily="34" charset="0"/>
              </a:rPr>
              <a:t>Traditionally information security provided by physical (eg. rugged filing cabinets with locks) and administrative mechanisms (eg. Personnel screening procedures during hiring process).</a:t>
            </a:r>
          </a:p>
          <a:p>
            <a:pPr eaLnBrk="1" hangingPunct="1"/>
            <a:endParaRPr lang="en-US" altLang="tr-TR">
              <a:latin typeface="Arial" pitchFamily="34" charset="0"/>
            </a:endParaRPr>
          </a:p>
          <a:p>
            <a:pPr eaLnBrk="1" hangingPunct="1"/>
            <a:r>
              <a:rPr lang="en-US" altLang="tr-TR">
                <a:latin typeface="Arial" pitchFamily="34" charset="0"/>
              </a:rPr>
              <a:t>Growing computer use implies a need for automated tools for protecting files and other information stored on it. </a:t>
            </a:r>
          </a:p>
          <a:p>
            <a:pPr eaLnBrk="1" hangingPunct="1"/>
            <a:r>
              <a:rPr lang="en-US" altLang="tr-TR">
                <a:latin typeface="Arial" pitchFamily="34" charset="0"/>
              </a:rPr>
              <a:t>This is especially the case for a shared system, such as a time-sharing system, and even more so for systems that can be</a:t>
            </a:r>
          </a:p>
          <a:p>
            <a:pPr eaLnBrk="1" hangingPunct="1"/>
            <a:r>
              <a:rPr lang="en-US" altLang="tr-TR">
                <a:latin typeface="Arial" pitchFamily="34" charset="0"/>
              </a:rPr>
              <a:t>accessed over a public telephone network, data network, or the Internet.</a:t>
            </a:r>
          </a:p>
          <a:p>
            <a:pPr eaLnBrk="1" hangingPunct="1"/>
            <a:endParaRPr lang="en-US" altLang="tr-TR">
              <a:latin typeface="Arial" pitchFamily="34" charset="0"/>
            </a:endParaRPr>
          </a:p>
          <a:p>
            <a:pPr eaLnBrk="1" hangingPunct="1"/>
            <a:endParaRPr lang="en-US" altLang="tr-TR">
              <a:latin typeface="Arial" pitchFamily="34" charset="0"/>
            </a:endParaRPr>
          </a:p>
          <a:p>
            <a:pPr eaLnBrk="1" hangingPunct="1"/>
            <a:endParaRPr lang="en-AU" altLang="tr-TR">
              <a:latin typeface="Arial" pitchFamily="34" charset="0"/>
            </a:endParaRPr>
          </a:p>
        </p:txBody>
      </p:sp>
    </p:spTree>
    <p:extLst>
      <p:ext uri="{BB962C8B-B14F-4D97-AF65-F5344CB8AC3E}">
        <p14:creationId xmlns:p14="http://schemas.microsoft.com/office/powerpoint/2010/main" val="35585319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30250" indent="-280988">
              <a:defRPr sz="1200">
                <a:solidFill>
                  <a:schemeClr val="tx1"/>
                </a:solidFill>
                <a:latin typeface="Arial" pitchFamily="34" charset="0"/>
              </a:defRPr>
            </a:lvl2pPr>
            <a:lvl3pPr marL="1123950" indent="-223838">
              <a:defRPr sz="1200">
                <a:solidFill>
                  <a:schemeClr val="tx1"/>
                </a:solidFill>
                <a:latin typeface="Arial" pitchFamily="34" charset="0"/>
              </a:defRPr>
            </a:lvl3pPr>
            <a:lvl4pPr marL="1574800" indent="-223838">
              <a:defRPr sz="1200">
                <a:solidFill>
                  <a:schemeClr val="tx1"/>
                </a:solidFill>
                <a:latin typeface="Arial" pitchFamily="34" charset="0"/>
              </a:defRPr>
            </a:lvl4pPr>
            <a:lvl5pPr marL="2024063" indent="-223838">
              <a:defRPr sz="1200">
                <a:solidFill>
                  <a:schemeClr val="tx1"/>
                </a:solidFill>
                <a:latin typeface="Arial" pitchFamily="34" charset="0"/>
              </a:defRPr>
            </a:lvl5pPr>
            <a:lvl6pPr marL="2481263" indent="-223838" eaLnBrk="0" fontAlgn="base" hangingPunct="0">
              <a:spcBef>
                <a:spcPct val="30000"/>
              </a:spcBef>
              <a:spcAft>
                <a:spcPct val="0"/>
              </a:spcAft>
              <a:defRPr sz="1200">
                <a:solidFill>
                  <a:schemeClr val="tx1"/>
                </a:solidFill>
                <a:latin typeface="Arial" pitchFamily="34" charset="0"/>
              </a:defRPr>
            </a:lvl6pPr>
            <a:lvl7pPr marL="2938463" indent="-223838" eaLnBrk="0" fontAlgn="base" hangingPunct="0">
              <a:spcBef>
                <a:spcPct val="30000"/>
              </a:spcBef>
              <a:spcAft>
                <a:spcPct val="0"/>
              </a:spcAft>
              <a:defRPr sz="1200">
                <a:solidFill>
                  <a:schemeClr val="tx1"/>
                </a:solidFill>
                <a:latin typeface="Arial" pitchFamily="34" charset="0"/>
              </a:defRPr>
            </a:lvl7pPr>
            <a:lvl8pPr marL="3395663" indent="-223838" eaLnBrk="0" fontAlgn="base" hangingPunct="0">
              <a:spcBef>
                <a:spcPct val="30000"/>
              </a:spcBef>
              <a:spcAft>
                <a:spcPct val="0"/>
              </a:spcAft>
              <a:defRPr sz="1200">
                <a:solidFill>
                  <a:schemeClr val="tx1"/>
                </a:solidFill>
                <a:latin typeface="Arial" pitchFamily="34" charset="0"/>
              </a:defRPr>
            </a:lvl8pPr>
            <a:lvl9pPr marL="3852863" indent="-223838" eaLnBrk="0" fontAlgn="base" hangingPunct="0">
              <a:spcBef>
                <a:spcPct val="30000"/>
              </a:spcBef>
              <a:spcAft>
                <a:spcPct val="0"/>
              </a:spcAft>
              <a:defRPr sz="1200">
                <a:solidFill>
                  <a:schemeClr val="tx1"/>
                </a:solidFill>
                <a:latin typeface="Arial" pitchFamily="34" charset="0"/>
              </a:defRPr>
            </a:lvl9pPr>
          </a:lstStyle>
          <a:p>
            <a:fld id="{0DAD317F-8F6B-471F-9616-9E1315347455}" type="slidenum">
              <a:rPr lang="en-AU" altLang="tr-TR" sz="1300"/>
              <a:pPr/>
              <a:t>24</a:t>
            </a:fld>
            <a:endParaRPr lang="en-AU" altLang="tr-TR" sz="130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tr-TR">
                <a:latin typeface="Arial" pitchFamily="34" charset="0"/>
              </a:rPr>
              <a:t>Traditionally information security provided by physical (eg. rugged filing cabinets with locks) and administrative mechanisms (eg. Personnel screening procedures during hiring process).</a:t>
            </a:r>
          </a:p>
          <a:p>
            <a:pPr eaLnBrk="1" hangingPunct="1"/>
            <a:endParaRPr lang="en-US" altLang="tr-TR">
              <a:latin typeface="Arial" pitchFamily="34" charset="0"/>
            </a:endParaRPr>
          </a:p>
          <a:p>
            <a:pPr eaLnBrk="1" hangingPunct="1"/>
            <a:r>
              <a:rPr lang="en-US" altLang="tr-TR">
                <a:latin typeface="Arial" pitchFamily="34" charset="0"/>
              </a:rPr>
              <a:t>Growing computer use implies a need for automated tools for protecting files and other information stored on it. </a:t>
            </a:r>
          </a:p>
          <a:p>
            <a:pPr eaLnBrk="1" hangingPunct="1"/>
            <a:r>
              <a:rPr lang="en-US" altLang="tr-TR">
                <a:latin typeface="Arial" pitchFamily="34" charset="0"/>
              </a:rPr>
              <a:t>This is especially the case for a shared system, such as a time-sharing system, and even more so for systems that can be</a:t>
            </a:r>
          </a:p>
          <a:p>
            <a:pPr eaLnBrk="1" hangingPunct="1"/>
            <a:r>
              <a:rPr lang="en-US" altLang="tr-TR">
                <a:latin typeface="Arial" pitchFamily="34" charset="0"/>
              </a:rPr>
              <a:t>accessed over a public telephone network, data network, or the Internet.</a:t>
            </a:r>
          </a:p>
          <a:p>
            <a:pPr eaLnBrk="1" hangingPunct="1"/>
            <a:endParaRPr lang="en-US" altLang="tr-TR">
              <a:latin typeface="Arial" pitchFamily="34" charset="0"/>
            </a:endParaRPr>
          </a:p>
          <a:p>
            <a:pPr eaLnBrk="1" hangingPunct="1"/>
            <a:endParaRPr lang="en-US" altLang="tr-TR">
              <a:latin typeface="Arial" pitchFamily="34" charset="0"/>
            </a:endParaRPr>
          </a:p>
          <a:p>
            <a:pPr eaLnBrk="1" hangingPunct="1"/>
            <a:endParaRPr lang="en-AU" altLang="tr-TR">
              <a:latin typeface="Arial" pitchFamily="34" charset="0"/>
            </a:endParaRPr>
          </a:p>
        </p:txBody>
      </p:sp>
    </p:spTree>
    <p:extLst>
      <p:ext uri="{BB962C8B-B14F-4D97-AF65-F5344CB8AC3E}">
        <p14:creationId xmlns:p14="http://schemas.microsoft.com/office/powerpoint/2010/main" val="21391239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30250" indent="-280988">
              <a:defRPr sz="1200">
                <a:solidFill>
                  <a:schemeClr val="tx1"/>
                </a:solidFill>
                <a:latin typeface="Arial" pitchFamily="34" charset="0"/>
              </a:defRPr>
            </a:lvl2pPr>
            <a:lvl3pPr marL="1123950" indent="-223838">
              <a:defRPr sz="1200">
                <a:solidFill>
                  <a:schemeClr val="tx1"/>
                </a:solidFill>
                <a:latin typeface="Arial" pitchFamily="34" charset="0"/>
              </a:defRPr>
            </a:lvl3pPr>
            <a:lvl4pPr marL="1574800" indent="-223838">
              <a:defRPr sz="1200">
                <a:solidFill>
                  <a:schemeClr val="tx1"/>
                </a:solidFill>
                <a:latin typeface="Arial" pitchFamily="34" charset="0"/>
              </a:defRPr>
            </a:lvl4pPr>
            <a:lvl5pPr marL="2024063" indent="-223838">
              <a:defRPr sz="1200">
                <a:solidFill>
                  <a:schemeClr val="tx1"/>
                </a:solidFill>
                <a:latin typeface="Arial" pitchFamily="34" charset="0"/>
              </a:defRPr>
            </a:lvl5pPr>
            <a:lvl6pPr marL="2481263" indent="-223838" eaLnBrk="0" fontAlgn="base" hangingPunct="0">
              <a:spcBef>
                <a:spcPct val="30000"/>
              </a:spcBef>
              <a:spcAft>
                <a:spcPct val="0"/>
              </a:spcAft>
              <a:defRPr sz="1200">
                <a:solidFill>
                  <a:schemeClr val="tx1"/>
                </a:solidFill>
                <a:latin typeface="Arial" pitchFamily="34" charset="0"/>
              </a:defRPr>
            </a:lvl6pPr>
            <a:lvl7pPr marL="2938463" indent="-223838" eaLnBrk="0" fontAlgn="base" hangingPunct="0">
              <a:spcBef>
                <a:spcPct val="30000"/>
              </a:spcBef>
              <a:spcAft>
                <a:spcPct val="0"/>
              </a:spcAft>
              <a:defRPr sz="1200">
                <a:solidFill>
                  <a:schemeClr val="tx1"/>
                </a:solidFill>
                <a:latin typeface="Arial" pitchFamily="34" charset="0"/>
              </a:defRPr>
            </a:lvl7pPr>
            <a:lvl8pPr marL="3395663" indent="-223838" eaLnBrk="0" fontAlgn="base" hangingPunct="0">
              <a:spcBef>
                <a:spcPct val="30000"/>
              </a:spcBef>
              <a:spcAft>
                <a:spcPct val="0"/>
              </a:spcAft>
              <a:defRPr sz="1200">
                <a:solidFill>
                  <a:schemeClr val="tx1"/>
                </a:solidFill>
                <a:latin typeface="Arial" pitchFamily="34" charset="0"/>
              </a:defRPr>
            </a:lvl8pPr>
            <a:lvl9pPr marL="3852863" indent="-223838" eaLnBrk="0" fontAlgn="base" hangingPunct="0">
              <a:spcBef>
                <a:spcPct val="30000"/>
              </a:spcBef>
              <a:spcAft>
                <a:spcPct val="0"/>
              </a:spcAft>
              <a:defRPr sz="1200">
                <a:solidFill>
                  <a:schemeClr val="tx1"/>
                </a:solidFill>
                <a:latin typeface="Arial" pitchFamily="34" charset="0"/>
              </a:defRPr>
            </a:lvl9pPr>
          </a:lstStyle>
          <a:p>
            <a:fld id="{0DAD317F-8F6B-471F-9616-9E1315347455}" type="slidenum">
              <a:rPr lang="en-AU" altLang="tr-TR" sz="1300"/>
              <a:pPr/>
              <a:t>25</a:t>
            </a:fld>
            <a:endParaRPr lang="en-AU" altLang="tr-TR" sz="130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tr-TR">
                <a:latin typeface="Arial" pitchFamily="34" charset="0"/>
              </a:rPr>
              <a:t>Traditionally information security provided by physical (eg. rugged filing cabinets with locks) and administrative mechanisms (eg. Personnel screening procedures during hiring process).</a:t>
            </a:r>
          </a:p>
          <a:p>
            <a:pPr eaLnBrk="1" hangingPunct="1"/>
            <a:endParaRPr lang="en-US" altLang="tr-TR">
              <a:latin typeface="Arial" pitchFamily="34" charset="0"/>
            </a:endParaRPr>
          </a:p>
          <a:p>
            <a:pPr eaLnBrk="1" hangingPunct="1"/>
            <a:r>
              <a:rPr lang="en-US" altLang="tr-TR">
                <a:latin typeface="Arial" pitchFamily="34" charset="0"/>
              </a:rPr>
              <a:t>Growing computer use implies a need for automated tools for protecting files and other information stored on it. </a:t>
            </a:r>
          </a:p>
          <a:p>
            <a:pPr eaLnBrk="1" hangingPunct="1"/>
            <a:r>
              <a:rPr lang="en-US" altLang="tr-TR">
                <a:latin typeface="Arial" pitchFamily="34" charset="0"/>
              </a:rPr>
              <a:t>This is especially the case for a shared system, such as a time-sharing system, and even more so for systems that can be</a:t>
            </a:r>
          </a:p>
          <a:p>
            <a:pPr eaLnBrk="1" hangingPunct="1"/>
            <a:r>
              <a:rPr lang="en-US" altLang="tr-TR">
                <a:latin typeface="Arial" pitchFamily="34" charset="0"/>
              </a:rPr>
              <a:t>accessed over a public telephone network, data network, or the Internet.</a:t>
            </a:r>
          </a:p>
          <a:p>
            <a:pPr eaLnBrk="1" hangingPunct="1"/>
            <a:endParaRPr lang="en-US" altLang="tr-TR">
              <a:latin typeface="Arial" pitchFamily="34" charset="0"/>
            </a:endParaRPr>
          </a:p>
          <a:p>
            <a:pPr eaLnBrk="1" hangingPunct="1"/>
            <a:endParaRPr lang="en-US" altLang="tr-TR">
              <a:latin typeface="Arial" pitchFamily="34" charset="0"/>
            </a:endParaRPr>
          </a:p>
          <a:p>
            <a:pPr eaLnBrk="1" hangingPunct="1"/>
            <a:endParaRPr lang="en-AU" altLang="tr-TR">
              <a:latin typeface="Arial" pitchFamily="34" charset="0"/>
            </a:endParaRPr>
          </a:p>
        </p:txBody>
      </p:sp>
    </p:spTree>
    <p:extLst>
      <p:ext uri="{BB962C8B-B14F-4D97-AF65-F5344CB8AC3E}">
        <p14:creationId xmlns:p14="http://schemas.microsoft.com/office/powerpoint/2010/main" val="6119349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30250" indent="-280988">
              <a:defRPr sz="1200">
                <a:solidFill>
                  <a:schemeClr val="tx1"/>
                </a:solidFill>
                <a:latin typeface="Arial" pitchFamily="34" charset="0"/>
              </a:defRPr>
            </a:lvl2pPr>
            <a:lvl3pPr marL="1123950" indent="-223838">
              <a:defRPr sz="1200">
                <a:solidFill>
                  <a:schemeClr val="tx1"/>
                </a:solidFill>
                <a:latin typeface="Arial" pitchFamily="34" charset="0"/>
              </a:defRPr>
            </a:lvl3pPr>
            <a:lvl4pPr marL="1574800" indent="-223838">
              <a:defRPr sz="1200">
                <a:solidFill>
                  <a:schemeClr val="tx1"/>
                </a:solidFill>
                <a:latin typeface="Arial" pitchFamily="34" charset="0"/>
              </a:defRPr>
            </a:lvl4pPr>
            <a:lvl5pPr marL="2024063" indent="-223838">
              <a:defRPr sz="1200">
                <a:solidFill>
                  <a:schemeClr val="tx1"/>
                </a:solidFill>
                <a:latin typeface="Arial" pitchFamily="34" charset="0"/>
              </a:defRPr>
            </a:lvl5pPr>
            <a:lvl6pPr marL="2481263" indent="-223838" eaLnBrk="0" fontAlgn="base" hangingPunct="0">
              <a:spcBef>
                <a:spcPct val="30000"/>
              </a:spcBef>
              <a:spcAft>
                <a:spcPct val="0"/>
              </a:spcAft>
              <a:defRPr sz="1200">
                <a:solidFill>
                  <a:schemeClr val="tx1"/>
                </a:solidFill>
                <a:latin typeface="Arial" pitchFamily="34" charset="0"/>
              </a:defRPr>
            </a:lvl6pPr>
            <a:lvl7pPr marL="2938463" indent="-223838" eaLnBrk="0" fontAlgn="base" hangingPunct="0">
              <a:spcBef>
                <a:spcPct val="30000"/>
              </a:spcBef>
              <a:spcAft>
                <a:spcPct val="0"/>
              </a:spcAft>
              <a:defRPr sz="1200">
                <a:solidFill>
                  <a:schemeClr val="tx1"/>
                </a:solidFill>
                <a:latin typeface="Arial" pitchFamily="34" charset="0"/>
              </a:defRPr>
            </a:lvl7pPr>
            <a:lvl8pPr marL="3395663" indent="-223838" eaLnBrk="0" fontAlgn="base" hangingPunct="0">
              <a:spcBef>
                <a:spcPct val="30000"/>
              </a:spcBef>
              <a:spcAft>
                <a:spcPct val="0"/>
              </a:spcAft>
              <a:defRPr sz="1200">
                <a:solidFill>
                  <a:schemeClr val="tx1"/>
                </a:solidFill>
                <a:latin typeface="Arial" pitchFamily="34" charset="0"/>
              </a:defRPr>
            </a:lvl8pPr>
            <a:lvl9pPr marL="3852863" indent="-223838" eaLnBrk="0" fontAlgn="base" hangingPunct="0">
              <a:spcBef>
                <a:spcPct val="30000"/>
              </a:spcBef>
              <a:spcAft>
                <a:spcPct val="0"/>
              </a:spcAft>
              <a:defRPr sz="1200">
                <a:solidFill>
                  <a:schemeClr val="tx1"/>
                </a:solidFill>
                <a:latin typeface="Arial" pitchFamily="34" charset="0"/>
              </a:defRPr>
            </a:lvl9pPr>
          </a:lstStyle>
          <a:p>
            <a:fld id="{6810E2B2-5B67-4F12-9EF2-37E20D3B8B13}" type="slidenum">
              <a:rPr lang="en-AU" altLang="tr-TR" sz="1300"/>
              <a:pPr/>
              <a:t>26</a:t>
            </a:fld>
            <a:endParaRPr lang="en-AU" altLang="tr-TR" sz="1300"/>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tr-TR" dirty="0">
                <a:latin typeface="Arial Unicode MS" pitchFamily="34" charset="-128"/>
              </a:rPr>
              <a:t>Discussion: Attacks became more sophisticated to find out and more automated so that any kid can mount. </a:t>
            </a:r>
            <a:endParaRPr lang="en-US" altLang="tr-TR" dirty="0">
              <a:latin typeface="Arial" pitchFamily="34" charset="0"/>
            </a:endParaRPr>
          </a:p>
          <a:p>
            <a:pPr eaLnBrk="1" hangingPunct="1"/>
            <a:endParaRPr lang="en-US" altLang="tr-TR" dirty="0">
              <a:latin typeface="Arial" pitchFamily="34" charset="0"/>
            </a:endParaRPr>
          </a:p>
        </p:txBody>
      </p:sp>
    </p:spTree>
    <p:extLst>
      <p:ext uri="{BB962C8B-B14F-4D97-AF65-F5344CB8AC3E}">
        <p14:creationId xmlns:p14="http://schemas.microsoft.com/office/powerpoint/2010/main" val="42245514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317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itchFamily="34" charset="0"/>
            </a:endParaRPr>
          </a:p>
        </p:txBody>
      </p:sp>
      <p:sp>
        <p:nvSpPr>
          <p:cNvPr id="317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20E60B76-C94C-46A5-9296-B1CA673BEED4}" type="slidenum">
              <a:rPr lang="en-AU" altLang="tr-TR" sz="1300">
                <a:latin typeface="Arial" pitchFamily="34" charset="0"/>
              </a:rPr>
              <a:pPr/>
              <a:t>27</a:t>
            </a:fld>
            <a:endParaRPr lang="en-AU" altLang="tr-TR" sz="1300">
              <a:latin typeface="Arial" pitchFamily="34" charset="0"/>
            </a:endParaRPr>
          </a:p>
        </p:txBody>
      </p:sp>
    </p:spTree>
    <p:extLst>
      <p:ext uri="{BB962C8B-B14F-4D97-AF65-F5344CB8AC3E}">
        <p14:creationId xmlns:p14="http://schemas.microsoft.com/office/powerpoint/2010/main" val="11338771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itchFamily="34" charset="0"/>
            </a:endParaRPr>
          </a:p>
        </p:txBody>
      </p:sp>
      <p:sp>
        <p:nvSpPr>
          <p:cNvPr id="399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ED4BCD28-6D48-4155-B922-BF7F42438E22}" type="slidenum">
              <a:rPr lang="en-AU" altLang="tr-TR" sz="1300">
                <a:latin typeface="Arial" pitchFamily="34" charset="0"/>
              </a:rPr>
              <a:pPr/>
              <a:t>28</a:t>
            </a:fld>
            <a:endParaRPr lang="en-AU" altLang="tr-TR" sz="1300">
              <a:latin typeface="Arial" pitchFamily="34" charset="0"/>
            </a:endParaRPr>
          </a:p>
        </p:txBody>
      </p:sp>
    </p:spTree>
    <p:extLst>
      <p:ext uri="{BB962C8B-B14F-4D97-AF65-F5344CB8AC3E}">
        <p14:creationId xmlns:p14="http://schemas.microsoft.com/office/powerpoint/2010/main" val="2461851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1031"/>
          <p:cNvSpPr>
            <a:spLocks noGrp="1" noChangeArrowheads="1"/>
          </p:cNvSpPr>
          <p:nvPr>
            <p:ph type="sldNum" sz="quarter" idx="5"/>
          </p:nvPr>
        </p:nvSpPr>
        <p:spPr/>
        <p:txBody>
          <a:bodyPr/>
          <a:lstStyle/>
          <a:p>
            <a:pPr>
              <a:defRPr/>
            </a:pPr>
            <a:fld id="{333076C6-CE88-46B8-949F-82F7ED88B0DC}" type="slidenum">
              <a:rPr lang="en-AU" smtClean="0">
                <a:latin typeface="Arial" pitchFamily="34" charset="0"/>
              </a:rPr>
              <a:pPr>
                <a:defRPr/>
              </a:pPr>
              <a:t>29</a:t>
            </a:fld>
            <a:endParaRPr lang="en-AU">
              <a:latin typeface="Arial" pitchFamily="34" charset="0"/>
            </a:endParaRP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r>
              <a:rPr lang="en-US">
                <a:latin typeface="Arial" pitchFamily="34" charset="0"/>
                <a:ea typeface="ＭＳ Ｐゴシック" pitchFamily="34" charset="-128"/>
              </a:rPr>
              <a:t> </a:t>
            </a:r>
            <a:endParaRPr lang="en-US">
              <a:latin typeface="Arial" pitchFamily="34" charset="0"/>
              <a:ea typeface="ＭＳ Ｐゴシック" pitchFamily="34" charset="-128"/>
              <a:cs typeface="Arial" pitchFamily="34" charset="0"/>
            </a:endParaRPr>
          </a:p>
        </p:txBody>
      </p:sp>
    </p:spTree>
    <p:extLst>
      <p:ext uri="{BB962C8B-B14F-4D97-AF65-F5344CB8AC3E}">
        <p14:creationId xmlns:p14="http://schemas.microsoft.com/office/powerpoint/2010/main" val="21011311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a:bodyPr>
          <a:lstStyle/>
          <a:p>
            <a:pPr>
              <a:defRPr/>
            </a:pPr>
            <a:endParaRPr lang="en-US" dirty="0"/>
          </a:p>
        </p:txBody>
      </p:sp>
      <p:sp>
        <p:nvSpPr>
          <p:cNvPr id="74756" name="Slide Number Placeholder 3"/>
          <p:cNvSpPr>
            <a:spLocks noGrp="1"/>
          </p:cNvSpPr>
          <p:nvPr>
            <p:ph type="sldNum" sz="quarter" idx="5"/>
          </p:nvPr>
        </p:nvSpPr>
        <p:spPr/>
        <p:txBody>
          <a:bodyPr/>
          <a:lstStyle/>
          <a:p>
            <a:pPr>
              <a:defRPr/>
            </a:pPr>
            <a:fld id="{5A4A34B8-55D1-4F90-98B7-15D19707430A}" type="slidenum">
              <a:rPr lang="en-AU" smtClean="0">
                <a:latin typeface="Arial" pitchFamily="34" charset="0"/>
              </a:rPr>
              <a:pPr>
                <a:defRPr/>
              </a:pPr>
              <a:t>31</a:t>
            </a:fld>
            <a:endParaRPr lang="en-AU">
              <a:latin typeface="Arial" pitchFamily="34" charset="0"/>
            </a:endParaRPr>
          </a:p>
        </p:txBody>
      </p:sp>
    </p:spTree>
    <p:extLst>
      <p:ext uri="{BB962C8B-B14F-4D97-AF65-F5344CB8AC3E}">
        <p14:creationId xmlns:p14="http://schemas.microsoft.com/office/powerpoint/2010/main" val="17592556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a:ln/>
        </p:spPr>
      </p:sp>
      <p:sp>
        <p:nvSpPr>
          <p:cNvPr id="89091" name="Notes Placeholder 2"/>
          <p:cNvSpPr>
            <a:spLocks noGrp="1"/>
          </p:cNvSpPr>
          <p:nvPr>
            <p:ph type="body" idx="1"/>
          </p:nvPr>
        </p:nvSpPr>
        <p:spPr>
          <a:xfrm>
            <a:off x="685800" y="4343400"/>
            <a:ext cx="5486400" cy="4495800"/>
          </a:xfrm>
          <a:noFill/>
          <a:ln/>
        </p:spPr>
        <p:txBody>
          <a:bodyPr/>
          <a:lstStyle/>
          <a:p>
            <a:endParaRPr lang="en-US">
              <a:latin typeface="Arial" pitchFamily="34" charset="0"/>
              <a:ea typeface="ＭＳ Ｐゴシック" pitchFamily="34" charset="-128"/>
              <a:cs typeface="Arial" pitchFamily="34" charset="0"/>
            </a:endParaRPr>
          </a:p>
        </p:txBody>
      </p:sp>
      <p:sp>
        <p:nvSpPr>
          <p:cNvPr id="75780" name="Slide Number Placeholder 3"/>
          <p:cNvSpPr>
            <a:spLocks noGrp="1"/>
          </p:cNvSpPr>
          <p:nvPr>
            <p:ph type="sldNum" sz="quarter" idx="5"/>
          </p:nvPr>
        </p:nvSpPr>
        <p:spPr/>
        <p:txBody>
          <a:bodyPr/>
          <a:lstStyle/>
          <a:p>
            <a:pPr>
              <a:defRPr/>
            </a:pPr>
            <a:fld id="{080F74AC-7070-4A42-9E64-68D0E2CFB7E7}" type="slidenum">
              <a:rPr lang="en-AU" smtClean="0">
                <a:latin typeface="Arial" pitchFamily="34" charset="0"/>
              </a:rPr>
              <a:pPr>
                <a:defRPr/>
              </a:pPr>
              <a:t>33</a:t>
            </a:fld>
            <a:endParaRPr lang="en-AU">
              <a:latin typeface="Arial" pitchFamily="34" charset="0"/>
            </a:endParaRPr>
          </a:p>
        </p:txBody>
      </p:sp>
    </p:spTree>
    <p:extLst>
      <p:ext uri="{BB962C8B-B14F-4D97-AF65-F5344CB8AC3E}">
        <p14:creationId xmlns:p14="http://schemas.microsoft.com/office/powerpoint/2010/main" val="15825681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274"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buSzPct val="45000"/>
              <a:buFont typeface="Wingdings" panose="05000000000000000000" pitchFamily="2" charset="2"/>
              <a:buNone/>
            </a:pPr>
            <a:fld id="{E1121266-3D0F-4F81-969C-11617F7E5802}" type="slidenum">
              <a:rPr lang="en-GB" altLang="en-US" smtClean="0"/>
              <a:pPr>
                <a:spcBef>
                  <a:spcPct val="0"/>
                </a:spcBef>
                <a:buSzPct val="45000"/>
                <a:buFont typeface="Wingdings" panose="05000000000000000000" pitchFamily="2" charset="2"/>
                <a:buNone/>
              </a:pPr>
              <a:t>34</a:t>
            </a:fld>
            <a:endParaRPr lang="en-GB" altLang="en-US"/>
          </a:p>
        </p:txBody>
      </p:sp>
      <p:sp>
        <p:nvSpPr>
          <p:cNvPr id="54275" name="Text Box 1"/>
          <p:cNvSpPr txBox="1">
            <a:spLocks noChangeArrowheads="1"/>
          </p:cNvSpPr>
          <p:nvPr/>
        </p:nvSpPr>
        <p:spPr bwMode="auto">
          <a:xfrm>
            <a:off x="1143000" y="685800"/>
            <a:ext cx="4572000" cy="3429000"/>
          </a:xfrm>
          <a:prstGeom prst="rect">
            <a:avLst/>
          </a:prstGeom>
          <a:solidFill>
            <a:srgbClr val="FFFFFF"/>
          </a:solidFill>
          <a:ln w="9525">
            <a:solidFill>
              <a:srgbClr val="000000"/>
            </a:solidFill>
            <a:miter lim="800000"/>
            <a:headEnd/>
            <a:tailEnd/>
          </a:ln>
        </p:spPr>
        <p:txBody>
          <a:bodyPr wrap="none" anchor="ctr"/>
          <a:lstStyle>
            <a:lvl1pPr>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9pPr>
          </a:lstStyle>
          <a:p>
            <a:pPr eaLnBrk="1" hangingPunct="1">
              <a:lnSpc>
                <a:spcPct val="95000"/>
              </a:lnSpc>
              <a:spcBef>
                <a:spcPct val="0"/>
              </a:spcBef>
              <a:buClr>
                <a:srgbClr val="FFFFCC"/>
              </a:buClr>
            </a:pPr>
            <a:endParaRPr lang="en-US" altLang="en-US" sz="2400">
              <a:solidFill>
                <a:schemeClr val="bg1"/>
              </a:solidFill>
            </a:endParaRPr>
          </a:p>
        </p:txBody>
      </p:sp>
      <p:sp>
        <p:nvSpPr>
          <p:cNvPr id="54276" name="Text Box 2"/>
          <p:cNvSpPr>
            <a:spLocks noGrp="1" noChangeArrowheads="1"/>
          </p:cNvSpPr>
          <p:nvPr>
            <p:ph type="body"/>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latin typeface="Times New Roman" panose="02020603050405020304" pitchFamily="18" charset="0"/>
                <a:cs typeface="Lucida Sans Unicode" panose="020B0602030504020204" pitchFamily="34" charset="0"/>
              </a:rPr>
              <a:t>This graphic informs the fundamental approach of the chapter and can be used to illustrate the intersection of information states (x-axis), key objectives of C.I.A. (y-axis), and the three primary means to implement (policy, education, and technology).</a:t>
            </a:r>
          </a:p>
        </p:txBody>
      </p:sp>
    </p:spTree>
    <p:extLst>
      <p:ext uri="{BB962C8B-B14F-4D97-AF65-F5344CB8AC3E}">
        <p14:creationId xmlns:p14="http://schemas.microsoft.com/office/powerpoint/2010/main" val="25340806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p:cNvSpPr>
            <a:spLocks noGrp="1" noRot="1" noChangeAspect="1" noTextEdit="1"/>
          </p:cNvSpPr>
          <p:nvPr>
            <p:ph type="sldImg"/>
          </p:nvPr>
        </p:nvSpPr>
        <p:spPr>
          <a:ln/>
        </p:spPr>
      </p:sp>
      <p:sp>
        <p:nvSpPr>
          <p:cNvPr id="90115" name="Notes Placeholder 2"/>
          <p:cNvSpPr>
            <a:spLocks noGrp="1"/>
          </p:cNvSpPr>
          <p:nvPr>
            <p:ph type="body" idx="1"/>
          </p:nvPr>
        </p:nvSpPr>
        <p:spPr>
          <a:noFill/>
          <a:ln/>
        </p:spPr>
        <p:txBody>
          <a:bodyPr/>
          <a:lstStyle/>
          <a:p>
            <a:endParaRPr lang="en-US">
              <a:latin typeface="Arial" pitchFamily="34" charset="0"/>
              <a:ea typeface="ＭＳ Ｐゴシック" pitchFamily="34" charset="-128"/>
            </a:endParaRPr>
          </a:p>
        </p:txBody>
      </p:sp>
      <p:sp>
        <p:nvSpPr>
          <p:cNvPr id="76804" name="Slide Number Placeholder 3"/>
          <p:cNvSpPr>
            <a:spLocks noGrp="1"/>
          </p:cNvSpPr>
          <p:nvPr>
            <p:ph type="sldNum" sz="quarter" idx="5"/>
          </p:nvPr>
        </p:nvSpPr>
        <p:spPr/>
        <p:txBody>
          <a:bodyPr/>
          <a:lstStyle/>
          <a:p>
            <a:pPr>
              <a:defRPr/>
            </a:pPr>
            <a:fld id="{51582B9B-368B-428F-974F-39AC6E42415F}" type="slidenum">
              <a:rPr lang="en-AU" smtClean="0">
                <a:latin typeface="Arial" pitchFamily="34" charset="0"/>
              </a:rPr>
              <a:pPr>
                <a:defRPr/>
              </a:pPr>
              <a:t>37</a:t>
            </a:fld>
            <a:endParaRPr lang="en-AU">
              <a:latin typeface="Arial" pitchFamily="34" charset="0"/>
            </a:endParaRPr>
          </a:p>
        </p:txBody>
      </p:sp>
    </p:spTree>
    <p:extLst>
      <p:ext uri="{BB962C8B-B14F-4D97-AF65-F5344CB8AC3E}">
        <p14:creationId xmlns:p14="http://schemas.microsoft.com/office/powerpoint/2010/main" val="33046321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p:cNvSpPr>
            <a:spLocks noGrp="1" noRot="1" noChangeAspect="1" noTextEdit="1"/>
          </p:cNvSpPr>
          <p:nvPr>
            <p:ph type="sldImg"/>
          </p:nvPr>
        </p:nvSpPr>
        <p:spPr>
          <a:ln/>
        </p:spPr>
      </p:sp>
      <p:sp>
        <p:nvSpPr>
          <p:cNvPr id="90115" name="Notes Placeholder 2"/>
          <p:cNvSpPr>
            <a:spLocks noGrp="1"/>
          </p:cNvSpPr>
          <p:nvPr>
            <p:ph type="body" idx="1"/>
          </p:nvPr>
        </p:nvSpPr>
        <p:spPr>
          <a:noFill/>
          <a:ln/>
        </p:spPr>
        <p:txBody>
          <a:bodyPr/>
          <a:lstStyle/>
          <a:p>
            <a:endParaRPr lang="en-US">
              <a:latin typeface="Arial" pitchFamily="34" charset="0"/>
              <a:ea typeface="ＭＳ Ｐゴシック" pitchFamily="34" charset="-128"/>
            </a:endParaRPr>
          </a:p>
        </p:txBody>
      </p:sp>
      <p:sp>
        <p:nvSpPr>
          <p:cNvPr id="76804" name="Slide Number Placeholder 3"/>
          <p:cNvSpPr>
            <a:spLocks noGrp="1"/>
          </p:cNvSpPr>
          <p:nvPr>
            <p:ph type="sldNum" sz="quarter" idx="5"/>
          </p:nvPr>
        </p:nvSpPr>
        <p:spPr/>
        <p:txBody>
          <a:bodyPr/>
          <a:lstStyle/>
          <a:p>
            <a:pPr>
              <a:defRPr/>
            </a:pPr>
            <a:fld id="{51582B9B-368B-428F-974F-39AC6E42415F}" type="slidenum">
              <a:rPr lang="en-AU" smtClean="0">
                <a:latin typeface="Arial" pitchFamily="34" charset="0"/>
              </a:rPr>
              <a:pPr>
                <a:defRPr/>
              </a:pPr>
              <a:t>38</a:t>
            </a:fld>
            <a:endParaRPr lang="en-AU">
              <a:latin typeface="Arial" pitchFamily="34" charset="0"/>
            </a:endParaRPr>
          </a:p>
        </p:txBody>
      </p:sp>
    </p:spTree>
    <p:extLst>
      <p:ext uri="{BB962C8B-B14F-4D97-AF65-F5344CB8AC3E}">
        <p14:creationId xmlns:p14="http://schemas.microsoft.com/office/powerpoint/2010/main" val="33046321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p:cNvSpPr>
            <a:spLocks noGrp="1" noRot="1" noChangeAspect="1" noTextEdit="1"/>
          </p:cNvSpPr>
          <p:nvPr>
            <p:ph type="sldImg"/>
          </p:nvPr>
        </p:nvSpPr>
        <p:spPr>
          <a:ln/>
        </p:spPr>
      </p:sp>
      <p:sp>
        <p:nvSpPr>
          <p:cNvPr id="91139" name="Notes Placeholder 2"/>
          <p:cNvSpPr>
            <a:spLocks noGrp="1"/>
          </p:cNvSpPr>
          <p:nvPr>
            <p:ph type="body" idx="1"/>
          </p:nvPr>
        </p:nvSpPr>
        <p:spPr>
          <a:noFill/>
          <a:ln/>
        </p:spPr>
        <p:txBody>
          <a:bodyPr/>
          <a:lstStyle/>
          <a:p>
            <a:endParaRPr lang="en-US" sz="1100">
              <a:latin typeface="Arial" pitchFamily="34" charset="0"/>
              <a:ea typeface="ＭＳ Ｐゴシック" pitchFamily="34" charset="-128"/>
              <a:cs typeface="Arial" pitchFamily="34" charset="0"/>
            </a:endParaRPr>
          </a:p>
        </p:txBody>
      </p:sp>
      <p:sp>
        <p:nvSpPr>
          <p:cNvPr id="77828" name="Slide Number Placeholder 3"/>
          <p:cNvSpPr>
            <a:spLocks noGrp="1"/>
          </p:cNvSpPr>
          <p:nvPr>
            <p:ph type="sldNum" sz="quarter" idx="5"/>
          </p:nvPr>
        </p:nvSpPr>
        <p:spPr/>
        <p:txBody>
          <a:bodyPr/>
          <a:lstStyle/>
          <a:p>
            <a:pPr>
              <a:defRPr/>
            </a:pPr>
            <a:fld id="{672B71C4-58A4-41CE-AA76-B580FA490F7F}" type="slidenum">
              <a:rPr lang="en-AU" smtClean="0">
                <a:latin typeface="Arial" pitchFamily="34" charset="0"/>
              </a:rPr>
              <a:pPr>
                <a:defRPr/>
              </a:pPr>
              <a:t>39</a:t>
            </a:fld>
            <a:endParaRPr lang="en-AU">
              <a:latin typeface="Arial" pitchFamily="34" charset="0"/>
            </a:endParaRPr>
          </a:p>
        </p:txBody>
      </p:sp>
    </p:spTree>
    <p:extLst>
      <p:ext uri="{BB962C8B-B14F-4D97-AF65-F5344CB8AC3E}">
        <p14:creationId xmlns:p14="http://schemas.microsoft.com/office/powerpoint/2010/main" val="19624996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p:cNvSpPr>
            <a:spLocks noGrp="1" noRot="1" noChangeAspect="1" noTextEdit="1"/>
          </p:cNvSpPr>
          <p:nvPr>
            <p:ph type="sldImg"/>
          </p:nvPr>
        </p:nvSpPr>
        <p:spPr>
          <a:ln/>
        </p:spPr>
      </p:sp>
      <p:sp>
        <p:nvSpPr>
          <p:cNvPr id="92163" name="Notes Placeholder 2"/>
          <p:cNvSpPr>
            <a:spLocks noGrp="1"/>
          </p:cNvSpPr>
          <p:nvPr>
            <p:ph type="body" idx="1"/>
          </p:nvPr>
        </p:nvSpPr>
        <p:spPr>
          <a:noFill/>
          <a:ln/>
        </p:spPr>
        <p:txBody>
          <a:bodyPr/>
          <a:lstStyle/>
          <a:p>
            <a:r>
              <a:rPr lang="en-US" b="1">
                <a:latin typeface="Arial" pitchFamily="34" charset="0"/>
                <a:ea typeface="ＭＳ Ｐゴシック" pitchFamily="34" charset="-128"/>
              </a:rPr>
              <a:t>Confidentiality </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Student grade information is an asset whose confidentiality is</a:t>
            </a:r>
          </a:p>
          <a:p>
            <a:r>
              <a:rPr lang="en-US">
                <a:latin typeface="Arial" pitchFamily="34" charset="0"/>
                <a:ea typeface="ＭＳ Ｐゴシック" pitchFamily="34" charset="-128"/>
              </a:rPr>
              <a:t>considered to be highly important by students. In the United States, the release of</a:t>
            </a:r>
          </a:p>
          <a:p>
            <a:r>
              <a:rPr lang="en-US">
                <a:latin typeface="Arial" pitchFamily="34" charset="0"/>
                <a:ea typeface="ＭＳ Ｐゴシック" pitchFamily="34" charset="-128"/>
              </a:rPr>
              <a:t>such information is regulated by the Family Educational Rights and Privacy Act</a:t>
            </a:r>
          </a:p>
          <a:p>
            <a:r>
              <a:rPr lang="en-US">
                <a:latin typeface="Arial" pitchFamily="34" charset="0"/>
                <a:ea typeface="ＭＳ Ｐゴシック" pitchFamily="34" charset="-128"/>
              </a:rPr>
              <a:t>(FERPA). Grade information should only be available to students, their parents,</a:t>
            </a:r>
          </a:p>
          <a:p>
            <a:r>
              <a:rPr lang="en-US">
                <a:latin typeface="Arial" pitchFamily="34" charset="0"/>
                <a:ea typeface="ＭＳ Ｐゴシック" pitchFamily="34" charset="-128"/>
              </a:rPr>
              <a:t>and employees that require the information to do their job. Student enrollment</a:t>
            </a:r>
          </a:p>
          <a:p>
            <a:r>
              <a:rPr lang="en-US">
                <a:latin typeface="Arial" pitchFamily="34" charset="0"/>
                <a:ea typeface="ＭＳ Ｐゴシック" pitchFamily="34" charset="-128"/>
              </a:rPr>
              <a:t>information may have a moderate confidentiality rating. While still covered by</a:t>
            </a:r>
          </a:p>
          <a:p>
            <a:r>
              <a:rPr lang="en-US">
                <a:latin typeface="Arial" pitchFamily="34" charset="0"/>
                <a:ea typeface="ＭＳ Ｐゴシック" pitchFamily="34" charset="-128"/>
              </a:rPr>
              <a:t>FERPA, this information is seen by more people on a daily basis, is less likely to be</a:t>
            </a:r>
          </a:p>
          <a:p>
            <a:r>
              <a:rPr lang="en-US">
                <a:latin typeface="Arial" pitchFamily="34" charset="0"/>
                <a:ea typeface="ＭＳ Ｐゴシック" pitchFamily="34" charset="-128"/>
              </a:rPr>
              <a:t>targeted than grade information, and results in less damage if disclosed. Directory</a:t>
            </a:r>
          </a:p>
          <a:p>
            <a:r>
              <a:rPr lang="en-US">
                <a:latin typeface="Arial" pitchFamily="34" charset="0"/>
                <a:ea typeface="ＭＳ Ｐゴシック" pitchFamily="34" charset="-128"/>
              </a:rPr>
              <a:t>information (such as lists of students, faculty, or departmental lists) may be assigned</a:t>
            </a:r>
          </a:p>
          <a:p>
            <a:r>
              <a:rPr lang="en-US">
                <a:latin typeface="Arial" pitchFamily="34" charset="0"/>
                <a:ea typeface="ＭＳ Ｐゴシック" pitchFamily="34" charset="-128"/>
              </a:rPr>
              <a:t>a low confidentiality rating or indeed no rating. This information is typically freely</a:t>
            </a:r>
          </a:p>
          <a:p>
            <a:r>
              <a:rPr lang="en-US">
                <a:latin typeface="Arial" pitchFamily="34" charset="0"/>
                <a:ea typeface="ＭＳ Ｐゴシック" pitchFamily="34" charset="-128"/>
              </a:rPr>
              <a:t>available to the public and published on a school’s Web site.</a:t>
            </a:r>
          </a:p>
          <a:p>
            <a:endParaRPr lang="en-US">
              <a:latin typeface="Arial" pitchFamily="34" charset="0"/>
              <a:ea typeface="ＭＳ Ｐゴシック" pitchFamily="34" charset="-128"/>
            </a:endParaRPr>
          </a:p>
          <a:p>
            <a:r>
              <a:rPr lang="en-US" b="1">
                <a:latin typeface="Arial" pitchFamily="34" charset="0"/>
                <a:ea typeface="ＭＳ Ｐゴシック" pitchFamily="34" charset="-128"/>
              </a:rPr>
              <a:t>Integrity </a:t>
            </a:r>
          </a:p>
          <a:p>
            <a:endParaRPr lang="en-US" b="1">
              <a:latin typeface="Arial" pitchFamily="34" charset="0"/>
              <a:ea typeface="ＭＳ Ｐゴシック" pitchFamily="34" charset="-128"/>
            </a:endParaRPr>
          </a:p>
          <a:p>
            <a:r>
              <a:rPr lang="en-US">
                <a:latin typeface="Arial" pitchFamily="34" charset="0"/>
                <a:ea typeface="ＭＳ Ｐゴシック" pitchFamily="34" charset="-128"/>
              </a:rPr>
              <a:t>Several aspects of integrity are illustrated by the example of a hospital</a:t>
            </a:r>
          </a:p>
          <a:p>
            <a:r>
              <a:rPr lang="en-US">
                <a:latin typeface="Arial" pitchFamily="34" charset="0"/>
                <a:ea typeface="ＭＳ Ｐゴシック" pitchFamily="34" charset="-128"/>
              </a:rPr>
              <a:t>patient’s allergy information stored in a database. The doctor should be able to</a:t>
            </a:r>
          </a:p>
          <a:p>
            <a:r>
              <a:rPr lang="en-US">
                <a:latin typeface="Arial" pitchFamily="34" charset="0"/>
                <a:ea typeface="ＭＳ Ｐゴシック" pitchFamily="34" charset="-128"/>
              </a:rPr>
              <a:t>trust that the information is correct and current. Now suppose that an employee</a:t>
            </a:r>
          </a:p>
          <a:p>
            <a:r>
              <a:rPr lang="en-US">
                <a:latin typeface="Arial" pitchFamily="34" charset="0"/>
                <a:ea typeface="ＭＳ Ｐゴシック" pitchFamily="34" charset="-128"/>
              </a:rPr>
              <a:t>(e.g., a nurse) who is authorized to view and update this information deliberately</a:t>
            </a:r>
          </a:p>
          <a:p>
            <a:r>
              <a:rPr lang="en-US">
                <a:latin typeface="Arial" pitchFamily="34" charset="0"/>
                <a:ea typeface="ＭＳ Ｐゴシック" pitchFamily="34" charset="-128"/>
              </a:rPr>
              <a:t>falsifies the data to cause harm to the hospital. The database needs to be restored</a:t>
            </a:r>
          </a:p>
          <a:p>
            <a:r>
              <a:rPr lang="en-US">
                <a:latin typeface="Arial" pitchFamily="34" charset="0"/>
                <a:ea typeface="ＭＳ Ｐゴシック" pitchFamily="34" charset="-128"/>
              </a:rPr>
              <a:t>to a trusted basis quickly, and it should be possible to trace the error back to the</a:t>
            </a:r>
          </a:p>
          <a:p>
            <a:r>
              <a:rPr lang="en-US">
                <a:latin typeface="Arial" pitchFamily="34" charset="0"/>
                <a:ea typeface="ＭＳ Ｐゴシック" pitchFamily="34" charset="-128"/>
              </a:rPr>
              <a:t>person responsible. Patient allergy information is an example of an asset with a high</a:t>
            </a:r>
          </a:p>
          <a:p>
            <a:r>
              <a:rPr lang="en-US">
                <a:latin typeface="Arial" pitchFamily="34" charset="0"/>
                <a:ea typeface="ＭＳ Ｐゴシック" pitchFamily="34" charset="-128"/>
              </a:rPr>
              <a:t>requirement for integrity. Inaccurate information could result in serious harm or</a:t>
            </a:r>
          </a:p>
          <a:p>
            <a:r>
              <a:rPr lang="en-US">
                <a:latin typeface="Arial" pitchFamily="34" charset="0"/>
                <a:ea typeface="ＭＳ Ｐゴシック" pitchFamily="34" charset="-128"/>
              </a:rPr>
              <a:t>death to a patient and expose the hospital to massive liability.</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An example of an asset that may be assigned a moderate level of integrity</a:t>
            </a:r>
          </a:p>
          <a:p>
            <a:r>
              <a:rPr lang="en-US">
                <a:latin typeface="Arial" pitchFamily="34" charset="0"/>
                <a:ea typeface="ＭＳ Ｐゴシック" pitchFamily="34" charset="-128"/>
              </a:rPr>
              <a:t>requirement is a Web site that offers a forum to registered users to discuss some</a:t>
            </a:r>
          </a:p>
          <a:p>
            <a:r>
              <a:rPr lang="en-US">
                <a:latin typeface="Arial" pitchFamily="34" charset="0"/>
                <a:ea typeface="ＭＳ Ｐゴシック" pitchFamily="34" charset="-128"/>
              </a:rPr>
              <a:t>specific topic. Either a registered user or a hacker could falsify some entries or deface</a:t>
            </a:r>
          </a:p>
          <a:p>
            <a:r>
              <a:rPr lang="en-US">
                <a:latin typeface="Arial" pitchFamily="34" charset="0"/>
                <a:ea typeface="ＭＳ Ｐゴシック" pitchFamily="34" charset="-128"/>
              </a:rPr>
              <a:t>the Web site. If the forum exists only for the enjoyment of the users, brings</a:t>
            </a:r>
          </a:p>
          <a:p>
            <a:r>
              <a:rPr lang="en-US">
                <a:latin typeface="Arial" pitchFamily="34" charset="0"/>
                <a:ea typeface="ＭＳ Ｐゴシック" pitchFamily="34" charset="-128"/>
              </a:rPr>
              <a:t>in little or no advertising revenue, and is not used for something important such</a:t>
            </a:r>
          </a:p>
          <a:p>
            <a:r>
              <a:rPr lang="en-US">
                <a:latin typeface="Arial" pitchFamily="34" charset="0"/>
                <a:ea typeface="ＭＳ Ｐゴシック" pitchFamily="34" charset="-128"/>
              </a:rPr>
              <a:t> as research, then potential damage is not severe. The Web master may experience</a:t>
            </a:r>
          </a:p>
          <a:p>
            <a:r>
              <a:rPr lang="en-US">
                <a:latin typeface="Arial" pitchFamily="34" charset="0"/>
                <a:ea typeface="ＭＳ Ｐゴシック" pitchFamily="34" charset="-128"/>
              </a:rPr>
              <a:t>some data, financial, and time loss.</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An example of a low-integrity requirement is an anonymous online poll. Many</a:t>
            </a:r>
          </a:p>
          <a:p>
            <a:r>
              <a:rPr lang="en-US">
                <a:latin typeface="Arial" pitchFamily="34" charset="0"/>
                <a:ea typeface="ＭＳ Ｐゴシック" pitchFamily="34" charset="-128"/>
              </a:rPr>
              <a:t>Web sites, such as news organizations, offer these polls to their users with very few</a:t>
            </a:r>
          </a:p>
          <a:p>
            <a:r>
              <a:rPr lang="en-US">
                <a:latin typeface="Arial" pitchFamily="34" charset="0"/>
                <a:ea typeface="ＭＳ Ｐゴシック" pitchFamily="34" charset="-128"/>
              </a:rPr>
              <a:t>safeguards. However, the inaccuracy and unscientific nature of such polls are well</a:t>
            </a:r>
          </a:p>
          <a:p>
            <a:r>
              <a:rPr lang="en-US">
                <a:latin typeface="Arial" pitchFamily="34" charset="0"/>
                <a:ea typeface="ＭＳ Ｐゴシック" pitchFamily="34" charset="-128"/>
              </a:rPr>
              <a:t>understood.</a:t>
            </a:r>
          </a:p>
          <a:p>
            <a:endParaRPr lang="en-US">
              <a:latin typeface="Arial" pitchFamily="34" charset="0"/>
              <a:ea typeface="ＭＳ Ｐゴシック" pitchFamily="34" charset="-128"/>
            </a:endParaRPr>
          </a:p>
          <a:p>
            <a:r>
              <a:rPr lang="en-US" b="1">
                <a:latin typeface="Arial" pitchFamily="34" charset="0"/>
                <a:ea typeface="ＭＳ Ｐゴシック" pitchFamily="34" charset="-128"/>
              </a:rPr>
              <a:t>Availability </a:t>
            </a:r>
          </a:p>
          <a:p>
            <a:endParaRPr lang="en-US" b="1">
              <a:latin typeface="Arial" pitchFamily="34" charset="0"/>
              <a:ea typeface="ＭＳ Ｐゴシック" pitchFamily="34" charset="-128"/>
            </a:endParaRPr>
          </a:p>
          <a:p>
            <a:r>
              <a:rPr lang="en-US">
                <a:latin typeface="Arial" pitchFamily="34" charset="0"/>
                <a:ea typeface="ＭＳ Ｐゴシック" pitchFamily="34" charset="-128"/>
              </a:rPr>
              <a:t>The more critical a component or service, the higher is the level of</a:t>
            </a:r>
          </a:p>
          <a:p>
            <a:r>
              <a:rPr lang="en-US">
                <a:latin typeface="Arial" pitchFamily="34" charset="0"/>
                <a:ea typeface="ＭＳ Ｐゴシック" pitchFamily="34" charset="-128"/>
              </a:rPr>
              <a:t>availability required. Consider a system that provides authentication services for</a:t>
            </a:r>
          </a:p>
          <a:p>
            <a:r>
              <a:rPr lang="en-US">
                <a:latin typeface="Arial" pitchFamily="34" charset="0"/>
                <a:ea typeface="ＭＳ Ｐゴシック" pitchFamily="34" charset="-128"/>
              </a:rPr>
              <a:t>critical systems, applications, and devices. An interruption of service results in the</a:t>
            </a:r>
          </a:p>
          <a:p>
            <a:r>
              <a:rPr lang="en-US">
                <a:latin typeface="Arial" pitchFamily="34" charset="0"/>
                <a:ea typeface="ＭＳ Ｐゴシック" pitchFamily="34" charset="-128"/>
              </a:rPr>
              <a:t>inability for customers to access computing resources and for the staff to access</a:t>
            </a:r>
          </a:p>
          <a:p>
            <a:r>
              <a:rPr lang="en-US">
                <a:latin typeface="Arial" pitchFamily="34" charset="0"/>
                <a:ea typeface="ＭＳ Ｐゴシック" pitchFamily="34" charset="-128"/>
              </a:rPr>
              <a:t>the resources they need to perform critical tasks. The loss of the service translates</a:t>
            </a:r>
          </a:p>
          <a:p>
            <a:r>
              <a:rPr lang="en-US">
                <a:latin typeface="Arial" pitchFamily="34" charset="0"/>
                <a:ea typeface="ＭＳ Ｐゴシック" pitchFamily="34" charset="-128"/>
              </a:rPr>
              <a:t>into a large financial loss due to lost employee productivity and potential</a:t>
            </a:r>
          </a:p>
          <a:p>
            <a:r>
              <a:rPr lang="en-US">
                <a:latin typeface="Arial" pitchFamily="34" charset="0"/>
                <a:ea typeface="ＭＳ Ｐゴシック" pitchFamily="34" charset="-128"/>
              </a:rPr>
              <a:t>customer loss.</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An example of an asset that typically would be rated as having a moderate</a:t>
            </a:r>
          </a:p>
          <a:p>
            <a:r>
              <a:rPr lang="en-US">
                <a:latin typeface="Arial" pitchFamily="34" charset="0"/>
                <a:ea typeface="ＭＳ Ｐゴシック" pitchFamily="34" charset="-128"/>
              </a:rPr>
              <a:t>availability requirement is a public Web site for a university; the Web site provides</a:t>
            </a:r>
          </a:p>
          <a:p>
            <a:r>
              <a:rPr lang="en-US">
                <a:latin typeface="Arial" pitchFamily="34" charset="0"/>
                <a:ea typeface="ＭＳ Ｐゴシック" pitchFamily="34" charset="-128"/>
              </a:rPr>
              <a:t>information for current and prospective students and donors. Such a site is not a</a:t>
            </a:r>
          </a:p>
          <a:p>
            <a:r>
              <a:rPr lang="en-US">
                <a:latin typeface="Arial" pitchFamily="34" charset="0"/>
                <a:ea typeface="ＭＳ Ｐゴシック" pitchFamily="34" charset="-128"/>
              </a:rPr>
              <a:t>critical component of the university’s information system, but its unavailability will</a:t>
            </a:r>
          </a:p>
          <a:p>
            <a:r>
              <a:rPr lang="en-US">
                <a:latin typeface="Arial" pitchFamily="34" charset="0"/>
                <a:ea typeface="ＭＳ Ｐゴシック" pitchFamily="34" charset="-128"/>
              </a:rPr>
              <a:t>cause some embarrassment.</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An online telephone directory lookup application would be classified as a low availability</a:t>
            </a:r>
          </a:p>
          <a:p>
            <a:r>
              <a:rPr lang="en-US">
                <a:latin typeface="Arial" pitchFamily="34" charset="0"/>
                <a:ea typeface="ＭＳ Ｐゴシック" pitchFamily="34" charset="-128"/>
              </a:rPr>
              <a:t>requirement. Although the temporary loss of the application may be</a:t>
            </a:r>
          </a:p>
          <a:p>
            <a:r>
              <a:rPr lang="en-US">
                <a:latin typeface="Arial" pitchFamily="34" charset="0"/>
                <a:ea typeface="ＭＳ Ｐゴシック" pitchFamily="34" charset="-128"/>
              </a:rPr>
              <a:t>an annoyance, there are other ways to access the information, such as a hardcopy</a:t>
            </a:r>
          </a:p>
          <a:p>
            <a:r>
              <a:rPr lang="en-US">
                <a:latin typeface="Arial" pitchFamily="34" charset="0"/>
                <a:ea typeface="ＭＳ Ｐゴシック" pitchFamily="34" charset="-128"/>
              </a:rPr>
              <a:t>directory or the operator.</a:t>
            </a:r>
            <a:endParaRPr lang="en-US" sz="1100">
              <a:latin typeface="Arial" pitchFamily="34" charset="0"/>
              <a:ea typeface="ＭＳ Ｐゴシック" pitchFamily="34" charset="-128"/>
            </a:endParaRPr>
          </a:p>
        </p:txBody>
      </p:sp>
      <p:sp>
        <p:nvSpPr>
          <p:cNvPr id="78852" name="Slide Number Placeholder 3"/>
          <p:cNvSpPr>
            <a:spLocks noGrp="1"/>
          </p:cNvSpPr>
          <p:nvPr>
            <p:ph type="sldNum" sz="quarter" idx="5"/>
          </p:nvPr>
        </p:nvSpPr>
        <p:spPr/>
        <p:txBody>
          <a:bodyPr/>
          <a:lstStyle/>
          <a:p>
            <a:pPr>
              <a:defRPr/>
            </a:pPr>
            <a:fld id="{E21DDBB9-BAE3-4BE6-B3BD-7081D54D11C7}" type="slidenum">
              <a:rPr lang="en-AU" smtClean="0">
                <a:latin typeface="Arial" pitchFamily="34" charset="0"/>
              </a:rPr>
              <a:pPr>
                <a:defRPr/>
              </a:pPr>
              <a:t>40</a:t>
            </a:fld>
            <a:endParaRPr lang="en-AU">
              <a:latin typeface="Arial" pitchFamily="34" charset="0"/>
            </a:endParaRPr>
          </a:p>
        </p:txBody>
      </p:sp>
    </p:spTree>
    <p:extLst>
      <p:ext uri="{BB962C8B-B14F-4D97-AF65-F5344CB8AC3E}">
        <p14:creationId xmlns:p14="http://schemas.microsoft.com/office/powerpoint/2010/main" val="7542728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p:cNvSpPr>
            <a:spLocks noGrp="1" noRot="1" noChangeAspect="1" noTextEdit="1"/>
          </p:cNvSpPr>
          <p:nvPr>
            <p:ph type="sldImg"/>
          </p:nvPr>
        </p:nvSpPr>
        <p:spPr>
          <a:ln/>
        </p:spPr>
      </p:sp>
      <p:sp>
        <p:nvSpPr>
          <p:cNvPr id="93187" name="Notes Placeholder 2"/>
          <p:cNvSpPr>
            <a:spLocks noGrp="1"/>
          </p:cNvSpPr>
          <p:nvPr>
            <p:ph type="body" idx="1"/>
          </p:nvPr>
        </p:nvSpPr>
        <p:spPr>
          <a:noFill/>
          <a:ln/>
        </p:spPr>
        <p:txBody>
          <a:bodyPr/>
          <a:lstStyle/>
          <a:p>
            <a:r>
              <a:rPr lang="en-US">
                <a:latin typeface="Arial" pitchFamily="34" charset="0"/>
                <a:ea typeface="ＭＳ Ｐゴシック" pitchFamily="34" charset="-128"/>
              </a:rPr>
              <a:t>Computer and network security is both fascinating and complex. Some of the reasons</a:t>
            </a:r>
          </a:p>
          <a:p>
            <a:r>
              <a:rPr lang="en-US">
                <a:latin typeface="Arial" pitchFamily="34" charset="0"/>
                <a:ea typeface="ＭＳ Ｐゴシック" pitchFamily="34" charset="-128"/>
              </a:rPr>
              <a:t>include:</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1.  Security is not as simple as it might first appear to the novice. The requirements</a:t>
            </a:r>
          </a:p>
          <a:p>
            <a:r>
              <a:rPr lang="en-US">
                <a:latin typeface="Arial" pitchFamily="34" charset="0"/>
                <a:ea typeface="ＭＳ Ｐゴシック" pitchFamily="34" charset="-128"/>
              </a:rPr>
              <a:t>seem to be straightforward; indeed, most of the major requirements for</a:t>
            </a:r>
          </a:p>
          <a:p>
            <a:r>
              <a:rPr lang="en-US">
                <a:latin typeface="Arial" pitchFamily="34" charset="0"/>
                <a:ea typeface="ＭＳ Ｐゴシック" pitchFamily="34" charset="-128"/>
              </a:rPr>
              <a:t>security services can be given self-explanatory, one-word labels: confidentiality,</a:t>
            </a:r>
          </a:p>
          <a:p>
            <a:r>
              <a:rPr lang="en-US">
                <a:latin typeface="Arial" pitchFamily="34" charset="0"/>
                <a:ea typeface="ＭＳ Ｐゴシック" pitchFamily="34" charset="-128"/>
              </a:rPr>
              <a:t>authentication, nonrepudiation, and integrity. But the mechanisms used to</a:t>
            </a:r>
          </a:p>
          <a:p>
            <a:r>
              <a:rPr lang="en-US">
                <a:latin typeface="Arial" pitchFamily="34" charset="0"/>
                <a:ea typeface="ＭＳ Ｐゴシック" pitchFamily="34" charset="-128"/>
              </a:rPr>
              <a:t>meet those requirements can be quite complex, and understanding them may</a:t>
            </a:r>
          </a:p>
          <a:p>
            <a:r>
              <a:rPr lang="en-US">
                <a:latin typeface="Arial" pitchFamily="34" charset="0"/>
                <a:ea typeface="ＭＳ Ｐゴシック" pitchFamily="34" charset="-128"/>
              </a:rPr>
              <a:t>involve rather subtle reasoning.</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2.  In developing a particular security mechanism or algorithm, one must always</a:t>
            </a:r>
          </a:p>
          <a:p>
            <a:r>
              <a:rPr lang="en-US">
                <a:latin typeface="Arial" pitchFamily="34" charset="0"/>
                <a:ea typeface="ＭＳ Ｐゴシック" pitchFamily="34" charset="-128"/>
              </a:rPr>
              <a:t>consider potential attacks on those security features. In many cases, successful</a:t>
            </a:r>
          </a:p>
          <a:p>
            <a:r>
              <a:rPr lang="en-US">
                <a:latin typeface="Arial" pitchFamily="34" charset="0"/>
                <a:ea typeface="ＭＳ Ｐゴシック" pitchFamily="34" charset="-128"/>
              </a:rPr>
              <a:t>attacks are designed by looking at the problem in a completely different way,</a:t>
            </a:r>
          </a:p>
          <a:p>
            <a:r>
              <a:rPr lang="en-US">
                <a:latin typeface="Arial" pitchFamily="34" charset="0"/>
                <a:ea typeface="ＭＳ Ｐゴシック" pitchFamily="34" charset="-128"/>
              </a:rPr>
              <a:t>therefore exploiting an unexpected weakness in the mechanism.</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3.  Because of point 2, the procedures used to provide particular services are</a:t>
            </a:r>
          </a:p>
          <a:p>
            <a:r>
              <a:rPr lang="en-US">
                <a:latin typeface="Arial" pitchFamily="34" charset="0"/>
                <a:ea typeface="ＭＳ Ｐゴシック" pitchFamily="34" charset="-128"/>
              </a:rPr>
              <a:t>often counterintuitive. Typically, a security mechanism is complex, and it is not</a:t>
            </a:r>
          </a:p>
          <a:p>
            <a:r>
              <a:rPr lang="en-US">
                <a:latin typeface="Arial" pitchFamily="34" charset="0"/>
                <a:ea typeface="ＭＳ Ｐゴシック" pitchFamily="34" charset="-128"/>
              </a:rPr>
              <a:t>obvious from the statement of a particular requirement that such elaborate</a:t>
            </a:r>
          </a:p>
          <a:p>
            <a:r>
              <a:rPr lang="en-US">
                <a:latin typeface="Arial" pitchFamily="34" charset="0"/>
                <a:ea typeface="ＭＳ Ｐゴシック" pitchFamily="34" charset="-128"/>
              </a:rPr>
              <a:t>measures are needed. It is only when the various aspects of the threat are considered</a:t>
            </a:r>
          </a:p>
          <a:p>
            <a:r>
              <a:rPr lang="en-US">
                <a:latin typeface="Arial" pitchFamily="34" charset="0"/>
                <a:ea typeface="ＭＳ Ｐゴシック" pitchFamily="34" charset="-128"/>
              </a:rPr>
              <a:t>that elaborate security mechanisms make sense.</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4.  Having designed various security mechanisms, it is necessary to decide where</a:t>
            </a:r>
          </a:p>
          <a:p>
            <a:r>
              <a:rPr lang="en-US">
                <a:latin typeface="Arial" pitchFamily="34" charset="0"/>
                <a:ea typeface="ＭＳ Ｐゴシック" pitchFamily="34" charset="-128"/>
              </a:rPr>
              <a:t>to use them. This is true both in terms of physical placement (e.g., at what points</a:t>
            </a:r>
          </a:p>
          <a:p>
            <a:r>
              <a:rPr lang="en-US">
                <a:latin typeface="Arial" pitchFamily="34" charset="0"/>
                <a:ea typeface="ＭＳ Ｐゴシック" pitchFamily="34" charset="-128"/>
              </a:rPr>
              <a:t>in a network are certain security mechanisms needed) and in a logical sense</a:t>
            </a:r>
          </a:p>
          <a:p>
            <a:r>
              <a:rPr lang="en-US">
                <a:latin typeface="Arial" pitchFamily="34" charset="0"/>
                <a:ea typeface="ＭＳ Ｐゴシック" pitchFamily="34" charset="-128"/>
              </a:rPr>
              <a:t>[e.g., at what layer or layers of an architecture such as TCP/IP (Transmission</a:t>
            </a:r>
          </a:p>
          <a:p>
            <a:r>
              <a:rPr lang="en-US">
                <a:latin typeface="Arial" pitchFamily="34" charset="0"/>
                <a:ea typeface="ＭＳ Ｐゴシック" pitchFamily="34" charset="-128"/>
              </a:rPr>
              <a:t>Control Protocol/Internet Protocol) should mechanisms be placed].</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5. Security mechanisms typically involve more than a particular algorithm or</a:t>
            </a:r>
          </a:p>
          <a:p>
            <a:r>
              <a:rPr lang="en-US">
                <a:latin typeface="Arial" pitchFamily="34" charset="0"/>
                <a:ea typeface="ＭＳ Ｐゴシック" pitchFamily="34" charset="-128"/>
              </a:rPr>
              <a:t>protocol. They also require that participants be in possession of some secret information</a:t>
            </a:r>
          </a:p>
          <a:p>
            <a:r>
              <a:rPr lang="en-US">
                <a:latin typeface="Arial" pitchFamily="34" charset="0"/>
                <a:ea typeface="ＭＳ Ｐゴシック" pitchFamily="34" charset="-128"/>
              </a:rPr>
              <a:t>(e.g., an encryption key), which raises questions about the creation,</a:t>
            </a:r>
          </a:p>
          <a:p>
            <a:r>
              <a:rPr lang="en-US">
                <a:latin typeface="Arial" pitchFamily="34" charset="0"/>
                <a:ea typeface="ＭＳ Ｐゴシック" pitchFamily="34" charset="-128"/>
              </a:rPr>
              <a:t>distribution, and protection of that secret information. There also may be a reliance</a:t>
            </a:r>
          </a:p>
          <a:p>
            <a:r>
              <a:rPr lang="en-US">
                <a:latin typeface="Arial" pitchFamily="34" charset="0"/>
                <a:ea typeface="ＭＳ Ｐゴシック" pitchFamily="34" charset="-128"/>
              </a:rPr>
              <a:t>on communications protocols whose behavior may complicate the task</a:t>
            </a:r>
          </a:p>
          <a:p>
            <a:r>
              <a:rPr lang="en-US">
                <a:latin typeface="Arial" pitchFamily="34" charset="0"/>
                <a:ea typeface="ＭＳ Ｐゴシック" pitchFamily="34" charset="-128"/>
              </a:rPr>
              <a:t>of developing the security mechanism. For example, if the proper functioning</a:t>
            </a:r>
          </a:p>
          <a:p>
            <a:r>
              <a:rPr lang="en-US">
                <a:latin typeface="Arial" pitchFamily="34" charset="0"/>
                <a:ea typeface="ＭＳ Ｐゴシック" pitchFamily="34" charset="-128"/>
              </a:rPr>
              <a:t>of the security mechanism requires setting time limits on the transit time of a</a:t>
            </a:r>
          </a:p>
          <a:p>
            <a:r>
              <a:rPr lang="en-US">
                <a:latin typeface="Arial" pitchFamily="34" charset="0"/>
                <a:ea typeface="ＭＳ Ｐゴシック" pitchFamily="34" charset="-128"/>
              </a:rPr>
              <a:t>message from sender to receiver, then any protocol or network that introduces</a:t>
            </a:r>
          </a:p>
          <a:p>
            <a:r>
              <a:rPr lang="en-US">
                <a:latin typeface="Arial" pitchFamily="34" charset="0"/>
                <a:ea typeface="ＭＳ Ｐゴシック" pitchFamily="34" charset="-128"/>
              </a:rPr>
              <a:t>variable, unpredictable delays may render such time limits meaningless.</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6. Computer and network security is essentially a battle of wits between a perpetrator</a:t>
            </a:r>
          </a:p>
          <a:p>
            <a:r>
              <a:rPr lang="en-US">
                <a:latin typeface="Arial" pitchFamily="34" charset="0"/>
                <a:ea typeface="ＭＳ Ｐゴシック" pitchFamily="34" charset="-128"/>
              </a:rPr>
              <a:t>who tries to find holes and the designer or administrator who tries to</a:t>
            </a:r>
          </a:p>
          <a:p>
            <a:r>
              <a:rPr lang="en-US">
                <a:latin typeface="Arial" pitchFamily="34" charset="0"/>
                <a:ea typeface="ＭＳ Ｐゴシック" pitchFamily="34" charset="-128"/>
              </a:rPr>
              <a:t>close them. The great advantage that the attacker has is that he or she need</a:t>
            </a:r>
          </a:p>
          <a:p>
            <a:r>
              <a:rPr lang="en-US">
                <a:latin typeface="Arial" pitchFamily="34" charset="0"/>
                <a:ea typeface="ＭＳ Ｐゴシック" pitchFamily="34" charset="-128"/>
              </a:rPr>
              <a:t>only find a single weakness, while the designer must find and eliminate all</a:t>
            </a:r>
          </a:p>
          <a:p>
            <a:r>
              <a:rPr lang="en-US">
                <a:latin typeface="Arial" pitchFamily="34" charset="0"/>
                <a:ea typeface="ＭＳ Ｐゴシック" pitchFamily="34" charset="-128"/>
              </a:rPr>
              <a:t>weaknesses to achieve perfect security.</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7. There is a natural tendency on the part of users and system managers to</a:t>
            </a:r>
          </a:p>
          <a:p>
            <a:r>
              <a:rPr lang="en-US">
                <a:latin typeface="Arial" pitchFamily="34" charset="0"/>
                <a:ea typeface="ＭＳ Ｐゴシック" pitchFamily="34" charset="-128"/>
              </a:rPr>
              <a:t>perceive little benefit from security investment until a security failure occurs.</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8. Security requires regular, even constant, monitoring, and this is difficult in</a:t>
            </a:r>
          </a:p>
          <a:p>
            <a:r>
              <a:rPr lang="en-US">
                <a:latin typeface="Arial" pitchFamily="34" charset="0"/>
                <a:ea typeface="ＭＳ Ｐゴシック" pitchFamily="34" charset="-128"/>
              </a:rPr>
              <a:t>today’s short-term, overloaded environment.</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9. Security is still too often an afterthought to be incorporated into a system after</a:t>
            </a:r>
          </a:p>
          <a:p>
            <a:r>
              <a:rPr lang="en-US">
                <a:latin typeface="Arial" pitchFamily="34" charset="0"/>
                <a:ea typeface="ＭＳ Ｐゴシック" pitchFamily="34" charset="-128"/>
              </a:rPr>
              <a:t>the design is complete rather than being an integral part of the design process.</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10. Many users (and even security administrators) view strong security as an</a:t>
            </a:r>
          </a:p>
          <a:p>
            <a:r>
              <a:rPr lang="en-US">
                <a:latin typeface="Arial" pitchFamily="34" charset="0"/>
                <a:ea typeface="ＭＳ Ｐゴシック" pitchFamily="34" charset="-128"/>
              </a:rPr>
              <a:t>impediment to efficient and user-friendly operation of an information</a:t>
            </a:r>
          </a:p>
          <a:p>
            <a:r>
              <a:rPr lang="en-US">
                <a:latin typeface="Arial" pitchFamily="34" charset="0"/>
                <a:ea typeface="ＭＳ Ｐゴシック" pitchFamily="34" charset="-128"/>
              </a:rPr>
              <a:t>system or use of information.</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The difficulties just enumerated will be encountered in numerous ways as we</a:t>
            </a:r>
          </a:p>
          <a:p>
            <a:r>
              <a:rPr lang="en-US">
                <a:latin typeface="Arial" pitchFamily="34" charset="0"/>
                <a:ea typeface="ＭＳ Ｐゴシック" pitchFamily="34" charset="-128"/>
              </a:rPr>
              <a:t>examine the various security threats and mechanisms throughout this book.</a:t>
            </a:r>
            <a:endParaRPr lang="en-US" sz="1100">
              <a:latin typeface="Arial" pitchFamily="34" charset="0"/>
              <a:ea typeface="ＭＳ Ｐゴシック" pitchFamily="34" charset="-128"/>
              <a:cs typeface="Arial" pitchFamily="34" charset="0"/>
            </a:endParaRPr>
          </a:p>
        </p:txBody>
      </p:sp>
      <p:sp>
        <p:nvSpPr>
          <p:cNvPr id="79876" name="Slide Number Placeholder 3"/>
          <p:cNvSpPr>
            <a:spLocks noGrp="1"/>
          </p:cNvSpPr>
          <p:nvPr>
            <p:ph type="sldNum" sz="quarter" idx="5"/>
          </p:nvPr>
        </p:nvSpPr>
        <p:spPr/>
        <p:txBody>
          <a:bodyPr/>
          <a:lstStyle/>
          <a:p>
            <a:pPr>
              <a:defRPr/>
            </a:pPr>
            <a:fld id="{ADBD0BFB-197F-457A-8D85-1C9FC684B63E}" type="slidenum">
              <a:rPr lang="en-AU" smtClean="0">
                <a:latin typeface="Arial" pitchFamily="34" charset="0"/>
              </a:rPr>
              <a:pPr>
                <a:defRPr/>
              </a:pPr>
              <a:t>41</a:t>
            </a:fld>
            <a:endParaRPr lang="en-AU">
              <a:latin typeface="Arial" pitchFamily="34" charset="0"/>
            </a:endParaRPr>
          </a:p>
        </p:txBody>
      </p:sp>
    </p:spTree>
    <p:extLst>
      <p:ext uri="{BB962C8B-B14F-4D97-AF65-F5344CB8AC3E}">
        <p14:creationId xmlns:p14="http://schemas.microsoft.com/office/powerpoint/2010/main" val="29249736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p:cNvSpPr>
            <a:spLocks noGrp="1" noRot="1" noChangeAspect="1" noTextEdit="1"/>
          </p:cNvSpPr>
          <p:nvPr>
            <p:ph type="sldImg"/>
          </p:nvPr>
        </p:nvSpPr>
        <p:spPr>
          <a:ln/>
        </p:spPr>
      </p:sp>
      <p:sp>
        <p:nvSpPr>
          <p:cNvPr id="93187" name="Notes Placeholder 2"/>
          <p:cNvSpPr>
            <a:spLocks noGrp="1"/>
          </p:cNvSpPr>
          <p:nvPr>
            <p:ph type="body" idx="1"/>
          </p:nvPr>
        </p:nvSpPr>
        <p:spPr>
          <a:noFill/>
          <a:ln/>
        </p:spPr>
        <p:txBody>
          <a:bodyPr/>
          <a:lstStyle/>
          <a:p>
            <a:r>
              <a:rPr lang="en-US">
                <a:latin typeface="Arial" pitchFamily="34" charset="0"/>
                <a:ea typeface="ＭＳ Ｐゴシック" pitchFamily="34" charset="-128"/>
              </a:rPr>
              <a:t>Computer and network security is both fascinating and complex. Some of the reasons</a:t>
            </a:r>
          </a:p>
          <a:p>
            <a:r>
              <a:rPr lang="en-US">
                <a:latin typeface="Arial" pitchFamily="34" charset="0"/>
                <a:ea typeface="ＭＳ Ｐゴシック" pitchFamily="34" charset="-128"/>
              </a:rPr>
              <a:t>include:</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1.  Security is not as simple as it might first appear to the novice. The requirements</a:t>
            </a:r>
          </a:p>
          <a:p>
            <a:r>
              <a:rPr lang="en-US">
                <a:latin typeface="Arial" pitchFamily="34" charset="0"/>
                <a:ea typeface="ＭＳ Ｐゴシック" pitchFamily="34" charset="-128"/>
              </a:rPr>
              <a:t>seem to be straightforward; indeed, most of the major requirements for</a:t>
            </a:r>
          </a:p>
          <a:p>
            <a:r>
              <a:rPr lang="en-US">
                <a:latin typeface="Arial" pitchFamily="34" charset="0"/>
                <a:ea typeface="ＭＳ Ｐゴシック" pitchFamily="34" charset="-128"/>
              </a:rPr>
              <a:t>security services can be given self-explanatory, one-word labels: confidentiality,</a:t>
            </a:r>
          </a:p>
          <a:p>
            <a:r>
              <a:rPr lang="en-US">
                <a:latin typeface="Arial" pitchFamily="34" charset="0"/>
                <a:ea typeface="ＭＳ Ｐゴシック" pitchFamily="34" charset="-128"/>
              </a:rPr>
              <a:t>authentication, nonrepudiation, and integrity. But the mechanisms used to</a:t>
            </a:r>
          </a:p>
          <a:p>
            <a:r>
              <a:rPr lang="en-US">
                <a:latin typeface="Arial" pitchFamily="34" charset="0"/>
                <a:ea typeface="ＭＳ Ｐゴシック" pitchFamily="34" charset="-128"/>
              </a:rPr>
              <a:t>meet those requirements can be quite complex, and understanding them may</a:t>
            </a:r>
          </a:p>
          <a:p>
            <a:r>
              <a:rPr lang="en-US">
                <a:latin typeface="Arial" pitchFamily="34" charset="0"/>
                <a:ea typeface="ＭＳ Ｐゴシック" pitchFamily="34" charset="-128"/>
              </a:rPr>
              <a:t>involve rather subtle reasoning.</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2.  In developing a particular security mechanism or algorithm, one must always</a:t>
            </a:r>
          </a:p>
          <a:p>
            <a:r>
              <a:rPr lang="en-US">
                <a:latin typeface="Arial" pitchFamily="34" charset="0"/>
                <a:ea typeface="ＭＳ Ｐゴシック" pitchFamily="34" charset="-128"/>
              </a:rPr>
              <a:t>consider potential attacks on those security features. In many cases, successful</a:t>
            </a:r>
          </a:p>
          <a:p>
            <a:r>
              <a:rPr lang="en-US">
                <a:latin typeface="Arial" pitchFamily="34" charset="0"/>
                <a:ea typeface="ＭＳ Ｐゴシック" pitchFamily="34" charset="-128"/>
              </a:rPr>
              <a:t>attacks are designed by looking at the problem in a completely different way,</a:t>
            </a:r>
          </a:p>
          <a:p>
            <a:r>
              <a:rPr lang="en-US">
                <a:latin typeface="Arial" pitchFamily="34" charset="0"/>
                <a:ea typeface="ＭＳ Ｐゴシック" pitchFamily="34" charset="-128"/>
              </a:rPr>
              <a:t>therefore exploiting an unexpected weakness in the mechanism.</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3.  Because of point 2, the procedures used to provide particular services are</a:t>
            </a:r>
          </a:p>
          <a:p>
            <a:r>
              <a:rPr lang="en-US">
                <a:latin typeface="Arial" pitchFamily="34" charset="0"/>
                <a:ea typeface="ＭＳ Ｐゴシック" pitchFamily="34" charset="-128"/>
              </a:rPr>
              <a:t>often counterintuitive. Typically, a security mechanism is complex, and it is not</a:t>
            </a:r>
          </a:p>
          <a:p>
            <a:r>
              <a:rPr lang="en-US">
                <a:latin typeface="Arial" pitchFamily="34" charset="0"/>
                <a:ea typeface="ＭＳ Ｐゴシック" pitchFamily="34" charset="-128"/>
              </a:rPr>
              <a:t>obvious from the statement of a particular requirement that such elaborate</a:t>
            </a:r>
          </a:p>
          <a:p>
            <a:r>
              <a:rPr lang="en-US">
                <a:latin typeface="Arial" pitchFamily="34" charset="0"/>
                <a:ea typeface="ＭＳ Ｐゴシック" pitchFamily="34" charset="-128"/>
              </a:rPr>
              <a:t>measures are needed. It is only when the various aspects of the threat are considered</a:t>
            </a:r>
          </a:p>
          <a:p>
            <a:r>
              <a:rPr lang="en-US">
                <a:latin typeface="Arial" pitchFamily="34" charset="0"/>
                <a:ea typeface="ＭＳ Ｐゴシック" pitchFamily="34" charset="-128"/>
              </a:rPr>
              <a:t>that elaborate security mechanisms make sense.</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4.  Having designed various security mechanisms, it is necessary to decide where</a:t>
            </a:r>
          </a:p>
          <a:p>
            <a:r>
              <a:rPr lang="en-US">
                <a:latin typeface="Arial" pitchFamily="34" charset="0"/>
                <a:ea typeface="ＭＳ Ｐゴシック" pitchFamily="34" charset="-128"/>
              </a:rPr>
              <a:t>to use them. This is true both in terms of physical placement (e.g., at what points</a:t>
            </a:r>
          </a:p>
          <a:p>
            <a:r>
              <a:rPr lang="en-US">
                <a:latin typeface="Arial" pitchFamily="34" charset="0"/>
                <a:ea typeface="ＭＳ Ｐゴシック" pitchFamily="34" charset="-128"/>
              </a:rPr>
              <a:t>in a network are certain security mechanisms needed) and in a logical sense</a:t>
            </a:r>
          </a:p>
          <a:p>
            <a:r>
              <a:rPr lang="en-US">
                <a:latin typeface="Arial" pitchFamily="34" charset="0"/>
                <a:ea typeface="ＭＳ Ｐゴシック" pitchFamily="34" charset="-128"/>
              </a:rPr>
              <a:t>[e.g., at what layer or layers of an architecture such as TCP/IP (Transmission</a:t>
            </a:r>
          </a:p>
          <a:p>
            <a:r>
              <a:rPr lang="en-US">
                <a:latin typeface="Arial" pitchFamily="34" charset="0"/>
                <a:ea typeface="ＭＳ Ｐゴシック" pitchFamily="34" charset="-128"/>
              </a:rPr>
              <a:t>Control Protocol/Internet Protocol) should mechanisms be placed].</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5. Security mechanisms typically involve more than a particular algorithm or</a:t>
            </a:r>
          </a:p>
          <a:p>
            <a:r>
              <a:rPr lang="en-US">
                <a:latin typeface="Arial" pitchFamily="34" charset="0"/>
                <a:ea typeface="ＭＳ Ｐゴシック" pitchFamily="34" charset="-128"/>
              </a:rPr>
              <a:t>protocol. They also require that participants be in possession of some secret information</a:t>
            </a:r>
          </a:p>
          <a:p>
            <a:r>
              <a:rPr lang="en-US">
                <a:latin typeface="Arial" pitchFamily="34" charset="0"/>
                <a:ea typeface="ＭＳ Ｐゴシック" pitchFamily="34" charset="-128"/>
              </a:rPr>
              <a:t>(e.g., an encryption key), which raises questions about the creation,</a:t>
            </a:r>
          </a:p>
          <a:p>
            <a:r>
              <a:rPr lang="en-US">
                <a:latin typeface="Arial" pitchFamily="34" charset="0"/>
                <a:ea typeface="ＭＳ Ｐゴシック" pitchFamily="34" charset="-128"/>
              </a:rPr>
              <a:t>distribution, and protection of that secret information. There also may be a reliance</a:t>
            </a:r>
          </a:p>
          <a:p>
            <a:r>
              <a:rPr lang="en-US">
                <a:latin typeface="Arial" pitchFamily="34" charset="0"/>
                <a:ea typeface="ＭＳ Ｐゴシック" pitchFamily="34" charset="-128"/>
              </a:rPr>
              <a:t>on communications protocols whose behavior may complicate the task</a:t>
            </a:r>
          </a:p>
          <a:p>
            <a:r>
              <a:rPr lang="en-US">
                <a:latin typeface="Arial" pitchFamily="34" charset="0"/>
                <a:ea typeface="ＭＳ Ｐゴシック" pitchFamily="34" charset="-128"/>
              </a:rPr>
              <a:t>of developing the security mechanism. For example, if the proper functioning</a:t>
            </a:r>
          </a:p>
          <a:p>
            <a:r>
              <a:rPr lang="en-US">
                <a:latin typeface="Arial" pitchFamily="34" charset="0"/>
                <a:ea typeface="ＭＳ Ｐゴシック" pitchFamily="34" charset="-128"/>
              </a:rPr>
              <a:t>of the security mechanism requires setting time limits on the transit time of a</a:t>
            </a:r>
          </a:p>
          <a:p>
            <a:r>
              <a:rPr lang="en-US">
                <a:latin typeface="Arial" pitchFamily="34" charset="0"/>
                <a:ea typeface="ＭＳ Ｐゴシック" pitchFamily="34" charset="-128"/>
              </a:rPr>
              <a:t>message from sender to receiver, then any protocol or network that introduces</a:t>
            </a:r>
          </a:p>
          <a:p>
            <a:r>
              <a:rPr lang="en-US">
                <a:latin typeface="Arial" pitchFamily="34" charset="0"/>
                <a:ea typeface="ＭＳ Ｐゴシック" pitchFamily="34" charset="-128"/>
              </a:rPr>
              <a:t>variable, unpredictable delays may render such time limits meaningless.</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6. Computer and network security is essentially a battle of wits between a perpetrator</a:t>
            </a:r>
          </a:p>
          <a:p>
            <a:r>
              <a:rPr lang="en-US">
                <a:latin typeface="Arial" pitchFamily="34" charset="0"/>
                <a:ea typeface="ＭＳ Ｐゴシック" pitchFamily="34" charset="-128"/>
              </a:rPr>
              <a:t>who tries to find holes and the designer or administrator who tries to</a:t>
            </a:r>
          </a:p>
          <a:p>
            <a:r>
              <a:rPr lang="en-US">
                <a:latin typeface="Arial" pitchFamily="34" charset="0"/>
                <a:ea typeface="ＭＳ Ｐゴシック" pitchFamily="34" charset="-128"/>
              </a:rPr>
              <a:t>close them. The great advantage that the attacker has is that he or she need</a:t>
            </a:r>
          </a:p>
          <a:p>
            <a:r>
              <a:rPr lang="en-US">
                <a:latin typeface="Arial" pitchFamily="34" charset="0"/>
                <a:ea typeface="ＭＳ Ｐゴシック" pitchFamily="34" charset="-128"/>
              </a:rPr>
              <a:t>only find a single weakness, while the designer must find and eliminate all</a:t>
            </a:r>
          </a:p>
          <a:p>
            <a:r>
              <a:rPr lang="en-US">
                <a:latin typeface="Arial" pitchFamily="34" charset="0"/>
                <a:ea typeface="ＭＳ Ｐゴシック" pitchFamily="34" charset="-128"/>
              </a:rPr>
              <a:t>weaknesses to achieve perfect security.</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7. There is a natural tendency on the part of users and system managers to</a:t>
            </a:r>
          </a:p>
          <a:p>
            <a:r>
              <a:rPr lang="en-US">
                <a:latin typeface="Arial" pitchFamily="34" charset="0"/>
                <a:ea typeface="ＭＳ Ｐゴシック" pitchFamily="34" charset="-128"/>
              </a:rPr>
              <a:t>perceive little benefit from security investment until a security failure occurs.</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8. Security requires regular, even constant, monitoring, and this is difficult in</a:t>
            </a:r>
          </a:p>
          <a:p>
            <a:r>
              <a:rPr lang="en-US">
                <a:latin typeface="Arial" pitchFamily="34" charset="0"/>
                <a:ea typeface="ＭＳ Ｐゴシック" pitchFamily="34" charset="-128"/>
              </a:rPr>
              <a:t>today’s short-term, overloaded environment.</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9. Security is still too often an afterthought to be incorporated into a system after</a:t>
            </a:r>
          </a:p>
          <a:p>
            <a:r>
              <a:rPr lang="en-US">
                <a:latin typeface="Arial" pitchFamily="34" charset="0"/>
                <a:ea typeface="ＭＳ Ｐゴシック" pitchFamily="34" charset="-128"/>
              </a:rPr>
              <a:t>the design is complete rather than being an integral part of the design process.</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10. Many users (and even security administrators) view strong security as an</a:t>
            </a:r>
          </a:p>
          <a:p>
            <a:r>
              <a:rPr lang="en-US">
                <a:latin typeface="Arial" pitchFamily="34" charset="0"/>
                <a:ea typeface="ＭＳ Ｐゴシック" pitchFamily="34" charset="-128"/>
              </a:rPr>
              <a:t>impediment to efficient and user-friendly operation of an information</a:t>
            </a:r>
          </a:p>
          <a:p>
            <a:r>
              <a:rPr lang="en-US">
                <a:latin typeface="Arial" pitchFamily="34" charset="0"/>
                <a:ea typeface="ＭＳ Ｐゴシック" pitchFamily="34" charset="-128"/>
              </a:rPr>
              <a:t>system or use of information.</a:t>
            </a:r>
          </a:p>
          <a:p>
            <a:endParaRPr lang="en-US">
              <a:latin typeface="Arial" pitchFamily="34" charset="0"/>
              <a:ea typeface="ＭＳ Ｐゴシック" pitchFamily="34" charset="-128"/>
            </a:endParaRPr>
          </a:p>
          <a:p>
            <a:r>
              <a:rPr lang="en-US">
                <a:latin typeface="Arial" pitchFamily="34" charset="0"/>
                <a:ea typeface="ＭＳ Ｐゴシック" pitchFamily="34" charset="-128"/>
              </a:rPr>
              <a:t>The difficulties just enumerated will be encountered in numerous ways as we</a:t>
            </a:r>
          </a:p>
          <a:p>
            <a:r>
              <a:rPr lang="en-US">
                <a:latin typeface="Arial" pitchFamily="34" charset="0"/>
                <a:ea typeface="ＭＳ Ｐゴシック" pitchFamily="34" charset="-128"/>
              </a:rPr>
              <a:t>examine the various security threats and mechanisms throughout this book.</a:t>
            </a:r>
            <a:endParaRPr lang="en-US" sz="1100">
              <a:latin typeface="Arial" pitchFamily="34" charset="0"/>
              <a:ea typeface="ＭＳ Ｐゴシック" pitchFamily="34" charset="-128"/>
              <a:cs typeface="Arial" pitchFamily="34" charset="0"/>
            </a:endParaRPr>
          </a:p>
        </p:txBody>
      </p:sp>
      <p:sp>
        <p:nvSpPr>
          <p:cNvPr id="79876" name="Slide Number Placeholder 3"/>
          <p:cNvSpPr>
            <a:spLocks noGrp="1"/>
          </p:cNvSpPr>
          <p:nvPr>
            <p:ph type="sldNum" sz="quarter" idx="5"/>
          </p:nvPr>
        </p:nvSpPr>
        <p:spPr/>
        <p:txBody>
          <a:bodyPr/>
          <a:lstStyle/>
          <a:p>
            <a:pPr>
              <a:defRPr/>
            </a:pPr>
            <a:fld id="{ADBD0BFB-197F-457A-8D85-1C9FC684B63E}" type="slidenum">
              <a:rPr lang="en-AU" smtClean="0">
                <a:latin typeface="Arial" pitchFamily="34" charset="0"/>
              </a:rPr>
              <a:pPr>
                <a:defRPr/>
              </a:pPr>
              <a:t>42</a:t>
            </a:fld>
            <a:endParaRPr lang="en-AU">
              <a:latin typeface="Arial" pitchFamily="34" charset="0"/>
            </a:endParaRPr>
          </a:p>
        </p:txBody>
      </p:sp>
    </p:spTree>
    <p:extLst>
      <p:ext uri="{BB962C8B-B14F-4D97-AF65-F5344CB8AC3E}">
        <p14:creationId xmlns:p14="http://schemas.microsoft.com/office/powerpoint/2010/main" val="19429858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1031"/>
          <p:cNvSpPr>
            <a:spLocks noGrp="1" noChangeArrowheads="1"/>
          </p:cNvSpPr>
          <p:nvPr>
            <p:ph type="sldNum" sz="quarter" idx="5"/>
          </p:nvPr>
        </p:nvSpPr>
        <p:spPr/>
        <p:txBody>
          <a:bodyPr/>
          <a:lstStyle/>
          <a:p>
            <a:pPr>
              <a:defRPr/>
            </a:pPr>
            <a:fld id="{7347CEF2-8D09-4F1A-82E5-1762CC54401C}" type="slidenum">
              <a:rPr lang="en-AU" smtClean="0">
                <a:latin typeface="Arial" pitchFamily="34" charset="0"/>
              </a:rPr>
              <a:pPr>
                <a:defRPr/>
              </a:pPr>
              <a:t>47</a:t>
            </a:fld>
            <a:endParaRPr lang="en-AU">
              <a:latin typeface="Arial" pitchFamily="34" charset="0"/>
            </a:endParaRPr>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r>
              <a:rPr lang="en-US">
                <a:latin typeface="Arial" pitchFamily="34" charset="0"/>
                <a:ea typeface="ＭＳ Ｐゴシック" pitchFamily="34" charset="-128"/>
              </a:rPr>
              <a:t> </a:t>
            </a:r>
            <a:endParaRPr lang="en-US">
              <a:latin typeface="Arial" pitchFamily="34" charset="0"/>
              <a:ea typeface="ＭＳ Ｐゴシック" pitchFamily="34" charset="-128"/>
              <a:cs typeface="Arial" pitchFamily="34" charset="0"/>
            </a:endParaRPr>
          </a:p>
        </p:txBody>
      </p:sp>
    </p:spTree>
    <p:extLst>
      <p:ext uri="{BB962C8B-B14F-4D97-AF65-F5344CB8AC3E}">
        <p14:creationId xmlns:p14="http://schemas.microsoft.com/office/powerpoint/2010/main" val="12059923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a:ln/>
        </p:spPr>
      </p:sp>
      <p:sp>
        <p:nvSpPr>
          <p:cNvPr id="95235" name="Notes Placeholder 2"/>
          <p:cNvSpPr>
            <a:spLocks noGrp="1"/>
          </p:cNvSpPr>
          <p:nvPr>
            <p:ph type="body" idx="1"/>
          </p:nvPr>
        </p:nvSpPr>
        <p:spPr>
          <a:noFill/>
          <a:ln/>
        </p:spPr>
        <p:txBody>
          <a:bodyPr/>
          <a:lstStyle/>
          <a:p>
            <a:r>
              <a:rPr lang="en-US">
                <a:latin typeface="Arial" pitchFamily="34" charset="0"/>
                <a:ea typeface="ＭＳ Ｐゴシック" pitchFamily="34" charset="-128"/>
              </a:rPr>
              <a:t> In the literature, the terms threat  and attack  are commonly used to mean more</a:t>
            </a:r>
          </a:p>
          <a:p>
            <a:r>
              <a:rPr lang="en-US">
                <a:latin typeface="Arial" pitchFamily="34" charset="0"/>
                <a:ea typeface="ＭＳ Ｐゴシック" pitchFamily="34" charset="-128"/>
              </a:rPr>
              <a:t>or less the same thing. Table 1.1 provides definitions taken from RFC 4949, </a:t>
            </a:r>
            <a:r>
              <a:rPr lang="en-US" i="1">
                <a:latin typeface="Arial" pitchFamily="34" charset="0"/>
                <a:ea typeface="ＭＳ Ｐゴシック" pitchFamily="34" charset="-128"/>
              </a:rPr>
              <a:t>Internet</a:t>
            </a:r>
          </a:p>
          <a:p>
            <a:r>
              <a:rPr lang="en-US" i="1">
                <a:latin typeface="Arial" pitchFamily="34" charset="0"/>
                <a:ea typeface="ＭＳ Ｐゴシック" pitchFamily="34" charset="-128"/>
              </a:rPr>
              <a:t>Security Glossary.</a:t>
            </a:r>
          </a:p>
        </p:txBody>
      </p:sp>
      <p:sp>
        <p:nvSpPr>
          <p:cNvPr id="81924" name="Slide Number Placeholder 3"/>
          <p:cNvSpPr>
            <a:spLocks noGrp="1"/>
          </p:cNvSpPr>
          <p:nvPr>
            <p:ph type="sldNum" sz="quarter" idx="5"/>
          </p:nvPr>
        </p:nvSpPr>
        <p:spPr/>
        <p:txBody>
          <a:bodyPr/>
          <a:lstStyle/>
          <a:p>
            <a:pPr>
              <a:defRPr/>
            </a:pPr>
            <a:fld id="{6220D11E-34F4-4517-AB06-589E74786E09}" type="slidenum">
              <a:rPr lang="en-AU" smtClean="0">
                <a:latin typeface="Arial" pitchFamily="34" charset="0"/>
              </a:rPr>
              <a:pPr>
                <a:defRPr/>
              </a:pPr>
              <a:t>50</a:t>
            </a:fld>
            <a:endParaRPr lang="en-AU">
              <a:latin typeface="Arial" pitchFamily="34" charset="0"/>
            </a:endParaRPr>
          </a:p>
        </p:txBody>
      </p:sp>
    </p:spTree>
    <p:extLst>
      <p:ext uri="{BB962C8B-B14F-4D97-AF65-F5344CB8AC3E}">
        <p14:creationId xmlns:p14="http://schemas.microsoft.com/office/powerpoint/2010/main" val="39535580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1031"/>
          <p:cNvSpPr>
            <a:spLocks noGrp="1" noChangeArrowheads="1"/>
          </p:cNvSpPr>
          <p:nvPr>
            <p:ph type="sldNum" sz="quarter" idx="5"/>
          </p:nvPr>
        </p:nvSpPr>
        <p:spPr/>
        <p:txBody>
          <a:bodyPr/>
          <a:lstStyle/>
          <a:p>
            <a:pPr>
              <a:defRPr/>
            </a:pPr>
            <a:fld id="{AE93138B-8C2D-4B28-9914-C048C6F6FC81}" type="slidenum">
              <a:rPr lang="en-AU" smtClean="0">
                <a:latin typeface="Arial" pitchFamily="34" charset="0"/>
              </a:rPr>
              <a:pPr>
                <a:defRPr/>
              </a:pPr>
              <a:t>52</a:t>
            </a:fld>
            <a:endParaRPr lang="en-AU">
              <a:latin typeface="Arial" pitchFamily="34" charset="0"/>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p:spPr>
        <p:txBody>
          <a:bodyPr/>
          <a:lstStyle/>
          <a:p>
            <a:endParaRPr lang="en-US">
              <a:latin typeface="Arial" pitchFamily="34" charset="0"/>
              <a:ea typeface="ＭＳ Ｐゴシック" pitchFamily="34" charset="-128"/>
              <a:cs typeface="Arial" pitchFamily="34" charset="0"/>
            </a:endParaRPr>
          </a:p>
        </p:txBody>
      </p:sp>
    </p:spTree>
    <p:extLst>
      <p:ext uri="{BB962C8B-B14F-4D97-AF65-F5344CB8AC3E}">
        <p14:creationId xmlns:p14="http://schemas.microsoft.com/office/powerpoint/2010/main" val="3466782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a:bodyPr>
          <a:lstStyle/>
          <a:p>
            <a:pPr>
              <a:defRPr/>
            </a:pPr>
            <a:r>
              <a:rPr lang="en-US" dirty="0"/>
              <a:t> </a:t>
            </a:r>
          </a:p>
        </p:txBody>
      </p:sp>
      <p:sp>
        <p:nvSpPr>
          <p:cNvPr id="83972" name="Slide Number Placeholder 3"/>
          <p:cNvSpPr>
            <a:spLocks noGrp="1"/>
          </p:cNvSpPr>
          <p:nvPr>
            <p:ph type="sldNum" sz="quarter" idx="5"/>
          </p:nvPr>
        </p:nvSpPr>
        <p:spPr/>
        <p:txBody>
          <a:bodyPr/>
          <a:lstStyle/>
          <a:p>
            <a:pPr>
              <a:defRPr/>
            </a:pPr>
            <a:fld id="{C77000E2-27EC-46F5-A2CB-E1219C8EC814}" type="slidenum">
              <a:rPr lang="en-AU" smtClean="0">
                <a:latin typeface="Arial" pitchFamily="34" charset="0"/>
              </a:rPr>
              <a:pPr>
                <a:defRPr/>
              </a:pPr>
              <a:t>53</a:t>
            </a:fld>
            <a:endParaRPr lang="en-AU">
              <a:latin typeface="Arial" pitchFamily="34" charset="0"/>
            </a:endParaRPr>
          </a:p>
        </p:txBody>
      </p:sp>
    </p:spTree>
    <p:extLst>
      <p:ext uri="{BB962C8B-B14F-4D97-AF65-F5344CB8AC3E}">
        <p14:creationId xmlns:p14="http://schemas.microsoft.com/office/powerpoint/2010/main" val="13761613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1031"/>
          <p:cNvSpPr>
            <a:spLocks noGrp="1" noChangeArrowheads="1"/>
          </p:cNvSpPr>
          <p:nvPr>
            <p:ph type="sldNum" sz="quarter" idx="5"/>
          </p:nvPr>
        </p:nvSpPr>
        <p:spPr/>
        <p:txBody>
          <a:bodyPr/>
          <a:lstStyle/>
          <a:p>
            <a:pPr>
              <a:defRPr/>
            </a:pPr>
            <a:fld id="{EC632EB1-3A39-4105-83E2-3C80C128801A}" type="slidenum">
              <a:rPr lang="en-AU" smtClean="0">
                <a:latin typeface="Arial" pitchFamily="34" charset="0"/>
              </a:rPr>
              <a:pPr>
                <a:defRPr/>
              </a:pPr>
              <a:t>56</a:t>
            </a:fld>
            <a:endParaRPr lang="en-AU">
              <a:latin typeface="Arial" pitchFamily="34"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p:spPr>
        <p:txBody>
          <a:bodyPr/>
          <a:lstStyle/>
          <a:p>
            <a:r>
              <a:rPr lang="en-US">
                <a:latin typeface="Arial" pitchFamily="34" charset="0"/>
                <a:ea typeface="ＭＳ Ｐゴシック" pitchFamily="34" charset="-128"/>
              </a:rPr>
              <a:t> </a:t>
            </a:r>
            <a:endParaRPr lang="en-US">
              <a:latin typeface="Arial" pitchFamily="34" charset="0"/>
              <a:ea typeface="ＭＳ Ｐゴシック" pitchFamily="34" charset="-128"/>
              <a:cs typeface="Arial" pitchFamily="34" charset="0"/>
            </a:endParaRPr>
          </a:p>
        </p:txBody>
      </p:sp>
    </p:spTree>
    <p:extLst>
      <p:ext uri="{BB962C8B-B14F-4D97-AF65-F5344CB8AC3E}">
        <p14:creationId xmlns:p14="http://schemas.microsoft.com/office/powerpoint/2010/main" val="12327071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Arial" pitchFamily="34" charset="0"/>
            </a:endParaRPr>
          </a:p>
        </p:txBody>
      </p:sp>
      <p:sp>
        <p:nvSpPr>
          <p:cNvPr id="624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30250" indent="-280988">
              <a:defRPr sz="1200">
                <a:solidFill>
                  <a:schemeClr val="tx1"/>
                </a:solidFill>
                <a:latin typeface="Arial" pitchFamily="34" charset="0"/>
              </a:defRPr>
            </a:lvl2pPr>
            <a:lvl3pPr marL="1123950" indent="-223838">
              <a:defRPr sz="1200">
                <a:solidFill>
                  <a:schemeClr val="tx1"/>
                </a:solidFill>
                <a:latin typeface="Arial" pitchFamily="34" charset="0"/>
              </a:defRPr>
            </a:lvl3pPr>
            <a:lvl4pPr marL="1574800" indent="-223838">
              <a:defRPr sz="1200">
                <a:solidFill>
                  <a:schemeClr val="tx1"/>
                </a:solidFill>
                <a:latin typeface="Arial" pitchFamily="34" charset="0"/>
              </a:defRPr>
            </a:lvl4pPr>
            <a:lvl5pPr marL="2024063" indent="-223838">
              <a:defRPr sz="1200">
                <a:solidFill>
                  <a:schemeClr val="tx1"/>
                </a:solidFill>
                <a:latin typeface="Arial" pitchFamily="34" charset="0"/>
              </a:defRPr>
            </a:lvl5pPr>
            <a:lvl6pPr marL="2481263" indent="-223838" eaLnBrk="0" fontAlgn="base" hangingPunct="0">
              <a:spcBef>
                <a:spcPct val="30000"/>
              </a:spcBef>
              <a:spcAft>
                <a:spcPct val="0"/>
              </a:spcAft>
              <a:defRPr sz="1200">
                <a:solidFill>
                  <a:schemeClr val="tx1"/>
                </a:solidFill>
                <a:latin typeface="Arial" pitchFamily="34" charset="0"/>
              </a:defRPr>
            </a:lvl6pPr>
            <a:lvl7pPr marL="2938463" indent="-223838" eaLnBrk="0" fontAlgn="base" hangingPunct="0">
              <a:spcBef>
                <a:spcPct val="30000"/>
              </a:spcBef>
              <a:spcAft>
                <a:spcPct val="0"/>
              </a:spcAft>
              <a:defRPr sz="1200">
                <a:solidFill>
                  <a:schemeClr val="tx1"/>
                </a:solidFill>
                <a:latin typeface="Arial" pitchFamily="34" charset="0"/>
              </a:defRPr>
            </a:lvl7pPr>
            <a:lvl8pPr marL="3395663" indent="-223838" eaLnBrk="0" fontAlgn="base" hangingPunct="0">
              <a:spcBef>
                <a:spcPct val="30000"/>
              </a:spcBef>
              <a:spcAft>
                <a:spcPct val="0"/>
              </a:spcAft>
              <a:defRPr sz="1200">
                <a:solidFill>
                  <a:schemeClr val="tx1"/>
                </a:solidFill>
                <a:latin typeface="Arial" pitchFamily="34" charset="0"/>
              </a:defRPr>
            </a:lvl8pPr>
            <a:lvl9pPr marL="3852863" indent="-223838" eaLnBrk="0" fontAlgn="base" hangingPunct="0">
              <a:spcBef>
                <a:spcPct val="30000"/>
              </a:spcBef>
              <a:spcAft>
                <a:spcPct val="0"/>
              </a:spcAft>
              <a:defRPr sz="1200">
                <a:solidFill>
                  <a:schemeClr val="tx1"/>
                </a:solidFill>
                <a:latin typeface="Arial" pitchFamily="34" charset="0"/>
              </a:defRPr>
            </a:lvl9pPr>
          </a:lstStyle>
          <a:p>
            <a:fld id="{8802D9F9-8A35-42F5-A07F-35B3FE8D8C01}" type="slidenum">
              <a:rPr lang="en-AU" altLang="tr-TR" sz="1300"/>
              <a:pPr/>
              <a:t>62</a:t>
            </a:fld>
            <a:endParaRPr lang="en-AU" altLang="tr-TR" sz="1300"/>
          </a:p>
        </p:txBody>
      </p:sp>
    </p:spTree>
    <p:extLst>
      <p:ext uri="{BB962C8B-B14F-4D97-AF65-F5344CB8AC3E}">
        <p14:creationId xmlns:p14="http://schemas.microsoft.com/office/powerpoint/2010/main" val="24210964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30250" indent="-280988">
              <a:defRPr sz="1200">
                <a:solidFill>
                  <a:schemeClr val="tx1"/>
                </a:solidFill>
                <a:latin typeface="Arial" pitchFamily="34" charset="0"/>
              </a:defRPr>
            </a:lvl2pPr>
            <a:lvl3pPr marL="1123950" indent="-223838">
              <a:defRPr sz="1200">
                <a:solidFill>
                  <a:schemeClr val="tx1"/>
                </a:solidFill>
                <a:latin typeface="Arial" pitchFamily="34" charset="0"/>
              </a:defRPr>
            </a:lvl3pPr>
            <a:lvl4pPr marL="1574800" indent="-223838">
              <a:defRPr sz="1200">
                <a:solidFill>
                  <a:schemeClr val="tx1"/>
                </a:solidFill>
                <a:latin typeface="Arial" pitchFamily="34" charset="0"/>
              </a:defRPr>
            </a:lvl4pPr>
            <a:lvl5pPr marL="2024063" indent="-223838">
              <a:defRPr sz="1200">
                <a:solidFill>
                  <a:schemeClr val="tx1"/>
                </a:solidFill>
                <a:latin typeface="Arial" pitchFamily="34" charset="0"/>
              </a:defRPr>
            </a:lvl5pPr>
            <a:lvl6pPr marL="2481263" indent="-223838" eaLnBrk="0" fontAlgn="base" hangingPunct="0">
              <a:spcBef>
                <a:spcPct val="30000"/>
              </a:spcBef>
              <a:spcAft>
                <a:spcPct val="0"/>
              </a:spcAft>
              <a:defRPr sz="1200">
                <a:solidFill>
                  <a:schemeClr val="tx1"/>
                </a:solidFill>
                <a:latin typeface="Arial" pitchFamily="34" charset="0"/>
              </a:defRPr>
            </a:lvl6pPr>
            <a:lvl7pPr marL="2938463" indent="-223838" eaLnBrk="0" fontAlgn="base" hangingPunct="0">
              <a:spcBef>
                <a:spcPct val="30000"/>
              </a:spcBef>
              <a:spcAft>
                <a:spcPct val="0"/>
              </a:spcAft>
              <a:defRPr sz="1200">
                <a:solidFill>
                  <a:schemeClr val="tx1"/>
                </a:solidFill>
                <a:latin typeface="Arial" pitchFamily="34" charset="0"/>
              </a:defRPr>
            </a:lvl7pPr>
            <a:lvl8pPr marL="3395663" indent="-223838" eaLnBrk="0" fontAlgn="base" hangingPunct="0">
              <a:spcBef>
                <a:spcPct val="30000"/>
              </a:spcBef>
              <a:spcAft>
                <a:spcPct val="0"/>
              </a:spcAft>
              <a:defRPr sz="1200">
                <a:solidFill>
                  <a:schemeClr val="tx1"/>
                </a:solidFill>
                <a:latin typeface="Arial" pitchFamily="34" charset="0"/>
              </a:defRPr>
            </a:lvl8pPr>
            <a:lvl9pPr marL="3852863" indent="-223838" eaLnBrk="0" fontAlgn="base" hangingPunct="0">
              <a:spcBef>
                <a:spcPct val="30000"/>
              </a:spcBef>
              <a:spcAft>
                <a:spcPct val="0"/>
              </a:spcAft>
              <a:defRPr sz="1200">
                <a:solidFill>
                  <a:schemeClr val="tx1"/>
                </a:solidFill>
                <a:latin typeface="Arial" pitchFamily="34" charset="0"/>
              </a:defRPr>
            </a:lvl9pPr>
          </a:lstStyle>
          <a:p>
            <a:fld id="{80CD5568-4DC1-498A-A3A6-0779E2C58377}" type="slidenum">
              <a:rPr lang="en-AU" altLang="tr-TR" sz="1300"/>
              <a:pPr/>
              <a:t>63</a:t>
            </a:fld>
            <a:endParaRPr lang="en-AU" altLang="tr-TR" sz="1300"/>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tr-TR">
              <a:latin typeface="Arial" pitchFamily="34" charset="0"/>
            </a:endParaRPr>
          </a:p>
        </p:txBody>
      </p:sp>
    </p:spTree>
    <p:extLst>
      <p:ext uri="{BB962C8B-B14F-4D97-AF65-F5344CB8AC3E}">
        <p14:creationId xmlns:p14="http://schemas.microsoft.com/office/powerpoint/2010/main" val="38819123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a:ln/>
        </p:spPr>
      </p:sp>
      <p:sp>
        <p:nvSpPr>
          <p:cNvPr id="686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Arial" pitchFamily="34" charset="0"/>
            </a:endParaRPr>
          </a:p>
        </p:txBody>
      </p:sp>
      <p:sp>
        <p:nvSpPr>
          <p:cNvPr id="686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30250" indent="-280988">
              <a:defRPr sz="1200">
                <a:solidFill>
                  <a:schemeClr val="tx1"/>
                </a:solidFill>
                <a:latin typeface="Arial" pitchFamily="34" charset="0"/>
              </a:defRPr>
            </a:lvl2pPr>
            <a:lvl3pPr marL="1123950" indent="-223838">
              <a:defRPr sz="1200">
                <a:solidFill>
                  <a:schemeClr val="tx1"/>
                </a:solidFill>
                <a:latin typeface="Arial" pitchFamily="34" charset="0"/>
              </a:defRPr>
            </a:lvl3pPr>
            <a:lvl4pPr marL="1574800" indent="-223838">
              <a:defRPr sz="1200">
                <a:solidFill>
                  <a:schemeClr val="tx1"/>
                </a:solidFill>
                <a:latin typeface="Arial" pitchFamily="34" charset="0"/>
              </a:defRPr>
            </a:lvl4pPr>
            <a:lvl5pPr marL="2024063" indent="-223838">
              <a:defRPr sz="1200">
                <a:solidFill>
                  <a:schemeClr val="tx1"/>
                </a:solidFill>
                <a:latin typeface="Arial" pitchFamily="34" charset="0"/>
              </a:defRPr>
            </a:lvl5pPr>
            <a:lvl6pPr marL="2481263" indent="-223838" eaLnBrk="0" fontAlgn="base" hangingPunct="0">
              <a:spcBef>
                <a:spcPct val="30000"/>
              </a:spcBef>
              <a:spcAft>
                <a:spcPct val="0"/>
              </a:spcAft>
              <a:defRPr sz="1200">
                <a:solidFill>
                  <a:schemeClr val="tx1"/>
                </a:solidFill>
                <a:latin typeface="Arial" pitchFamily="34" charset="0"/>
              </a:defRPr>
            </a:lvl6pPr>
            <a:lvl7pPr marL="2938463" indent="-223838" eaLnBrk="0" fontAlgn="base" hangingPunct="0">
              <a:spcBef>
                <a:spcPct val="30000"/>
              </a:spcBef>
              <a:spcAft>
                <a:spcPct val="0"/>
              </a:spcAft>
              <a:defRPr sz="1200">
                <a:solidFill>
                  <a:schemeClr val="tx1"/>
                </a:solidFill>
                <a:latin typeface="Arial" pitchFamily="34" charset="0"/>
              </a:defRPr>
            </a:lvl7pPr>
            <a:lvl8pPr marL="3395663" indent="-223838" eaLnBrk="0" fontAlgn="base" hangingPunct="0">
              <a:spcBef>
                <a:spcPct val="30000"/>
              </a:spcBef>
              <a:spcAft>
                <a:spcPct val="0"/>
              </a:spcAft>
              <a:defRPr sz="1200">
                <a:solidFill>
                  <a:schemeClr val="tx1"/>
                </a:solidFill>
                <a:latin typeface="Arial" pitchFamily="34" charset="0"/>
              </a:defRPr>
            </a:lvl8pPr>
            <a:lvl9pPr marL="3852863" indent="-223838" eaLnBrk="0" fontAlgn="base" hangingPunct="0">
              <a:spcBef>
                <a:spcPct val="30000"/>
              </a:spcBef>
              <a:spcAft>
                <a:spcPct val="0"/>
              </a:spcAft>
              <a:defRPr sz="1200">
                <a:solidFill>
                  <a:schemeClr val="tx1"/>
                </a:solidFill>
                <a:latin typeface="Arial" pitchFamily="34" charset="0"/>
              </a:defRPr>
            </a:lvl9pPr>
          </a:lstStyle>
          <a:p>
            <a:fld id="{ECB71291-A51D-4B65-ADF8-382521CC0B02}" type="slidenum">
              <a:rPr lang="en-AU" altLang="tr-TR" sz="1300"/>
              <a:pPr/>
              <a:t>64</a:t>
            </a:fld>
            <a:endParaRPr lang="en-AU" altLang="tr-TR" sz="1300"/>
          </a:p>
        </p:txBody>
      </p:sp>
    </p:spTree>
    <p:extLst>
      <p:ext uri="{BB962C8B-B14F-4D97-AF65-F5344CB8AC3E}">
        <p14:creationId xmlns:p14="http://schemas.microsoft.com/office/powerpoint/2010/main" val="128217711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a:ln/>
        </p:spPr>
      </p:sp>
      <p:sp>
        <p:nvSpPr>
          <p:cNvPr id="706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Arial" pitchFamily="34" charset="0"/>
            </a:endParaRPr>
          </a:p>
        </p:txBody>
      </p:sp>
      <p:sp>
        <p:nvSpPr>
          <p:cNvPr id="706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30250" indent="-280988">
              <a:defRPr sz="1200">
                <a:solidFill>
                  <a:schemeClr val="tx1"/>
                </a:solidFill>
                <a:latin typeface="Arial" pitchFamily="34" charset="0"/>
              </a:defRPr>
            </a:lvl2pPr>
            <a:lvl3pPr marL="1123950" indent="-223838">
              <a:defRPr sz="1200">
                <a:solidFill>
                  <a:schemeClr val="tx1"/>
                </a:solidFill>
                <a:latin typeface="Arial" pitchFamily="34" charset="0"/>
              </a:defRPr>
            </a:lvl3pPr>
            <a:lvl4pPr marL="1574800" indent="-223838">
              <a:defRPr sz="1200">
                <a:solidFill>
                  <a:schemeClr val="tx1"/>
                </a:solidFill>
                <a:latin typeface="Arial" pitchFamily="34" charset="0"/>
              </a:defRPr>
            </a:lvl4pPr>
            <a:lvl5pPr marL="2024063" indent="-223838">
              <a:defRPr sz="1200">
                <a:solidFill>
                  <a:schemeClr val="tx1"/>
                </a:solidFill>
                <a:latin typeface="Arial" pitchFamily="34" charset="0"/>
              </a:defRPr>
            </a:lvl5pPr>
            <a:lvl6pPr marL="2481263" indent="-223838" eaLnBrk="0" fontAlgn="base" hangingPunct="0">
              <a:spcBef>
                <a:spcPct val="30000"/>
              </a:spcBef>
              <a:spcAft>
                <a:spcPct val="0"/>
              </a:spcAft>
              <a:defRPr sz="1200">
                <a:solidFill>
                  <a:schemeClr val="tx1"/>
                </a:solidFill>
                <a:latin typeface="Arial" pitchFamily="34" charset="0"/>
              </a:defRPr>
            </a:lvl6pPr>
            <a:lvl7pPr marL="2938463" indent="-223838" eaLnBrk="0" fontAlgn="base" hangingPunct="0">
              <a:spcBef>
                <a:spcPct val="30000"/>
              </a:spcBef>
              <a:spcAft>
                <a:spcPct val="0"/>
              </a:spcAft>
              <a:defRPr sz="1200">
                <a:solidFill>
                  <a:schemeClr val="tx1"/>
                </a:solidFill>
                <a:latin typeface="Arial" pitchFamily="34" charset="0"/>
              </a:defRPr>
            </a:lvl7pPr>
            <a:lvl8pPr marL="3395663" indent="-223838" eaLnBrk="0" fontAlgn="base" hangingPunct="0">
              <a:spcBef>
                <a:spcPct val="30000"/>
              </a:spcBef>
              <a:spcAft>
                <a:spcPct val="0"/>
              </a:spcAft>
              <a:defRPr sz="1200">
                <a:solidFill>
                  <a:schemeClr val="tx1"/>
                </a:solidFill>
                <a:latin typeface="Arial" pitchFamily="34" charset="0"/>
              </a:defRPr>
            </a:lvl8pPr>
            <a:lvl9pPr marL="3852863" indent="-223838" eaLnBrk="0" fontAlgn="base" hangingPunct="0">
              <a:spcBef>
                <a:spcPct val="30000"/>
              </a:spcBef>
              <a:spcAft>
                <a:spcPct val="0"/>
              </a:spcAft>
              <a:defRPr sz="1200">
                <a:solidFill>
                  <a:schemeClr val="tx1"/>
                </a:solidFill>
                <a:latin typeface="Arial" pitchFamily="34" charset="0"/>
              </a:defRPr>
            </a:lvl9pPr>
          </a:lstStyle>
          <a:p>
            <a:fld id="{2B9E3779-B611-4B0D-8F6E-7B1DF8F609E3}" type="slidenum">
              <a:rPr lang="en-AU" altLang="tr-TR" sz="1300"/>
              <a:pPr/>
              <a:t>65</a:t>
            </a:fld>
            <a:endParaRPr lang="en-AU" altLang="tr-TR" sz="1300"/>
          </a:p>
        </p:txBody>
      </p:sp>
    </p:spTree>
    <p:extLst>
      <p:ext uri="{BB962C8B-B14F-4D97-AF65-F5344CB8AC3E}">
        <p14:creationId xmlns:p14="http://schemas.microsoft.com/office/powerpoint/2010/main" val="4088124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031"/>
          <p:cNvSpPr>
            <a:spLocks noGrp="1" noChangeArrowheads="1"/>
          </p:cNvSpPr>
          <p:nvPr>
            <p:ph type="sldNum" sz="quarter" idx="5"/>
          </p:nvPr>
        </p:nvSpPr>
        <p:spPr/>
        <p:txBody>
          <a:bodyPr/>
          <a:lstStyle/>
          <a:p>
            <a:pPr>
              <a:defRPr/>
            </a:pPr>
            <a:fld id="{1DFB0C16-C52F-4B6C-8325-D7B38F826686}" type="slidenum">
              <a:rPr lang="en-AU" smtClean="0">
                <a:latin typeface="Arial" pitchFamily="34" charset="0"/>
              </a:rPr>
              <a:pPr>
                <a:defRPr/>
              </a:pPr>
              <a:t>67</a:t>
            </a:fld>
            <a:endParaRPr lang="en-AU">
              <a:latin typeface="Arial" pitchFamily="34" charset="0"/>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p:spPr>
        <p:txBody>
          <a:bodyPr/>
          <a:lstStyle/>
          <a:p>
            <a:r>
              <a:rPr lang="en-US">
                <a:latin typeface="Arial" pitchFamily="34" charset="0"/>
                <a:ea typeface="ＭＳ Ｐゴシック" pitchFamily="34" charset="-128"/>
              </a:rPr>
              <a:t> </a:t>
            </a:r>
            <a:endParaRPr lang="en-US">
              <a:solidFill>
                <a:srgbClr val="000000"/>
              </a:solidFill>
              <a:latin typeface="Arial" pitchFamily="34" charset="0"/>
              <a:ea typeface="ＭＳ Ｐゴシック" pitchFamily="34" charset="-128"/>
              <a:cs typeface="Arial" pitchFamily="34" charset="0"/>
            </a:endParaRPr>
          </a:p>
        </p:txBody>
      </p:sp>
    </p:spTree>
    <p:extLst>
      <p:ext uri="{BB962C8B-B14F-4D97-AF65-F5344CB8AC3E}">
        <p14:creationId xmlns:p14="http://schemas.microsoft.com/office/powerpoint/2010/main" val="27902056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p:cNvSpPr>
            <a:spLocks noGrp="1" noRot="1" noChangeAspect="1" noTextEdit="1"/>
          </p:cNvSpPr>
          <p:nvPr>
            <p:ph type="sldImg"/>
          </p:nvPr>
        </p:nvSpPr>
        <p:spPr>
          <a:ln/>
        </p:spPr>
      </p:sp>
      <p:sp>
        <p:nvSpPr>
          <p:cNvPr id="100355" name="Notes Placeholder 2"/>
          <p:cNvSpPr>
            <a:spLocks noGrp="1"/>
          </p:cNvSpPr>
          <p:nvPr>
            <p:ph type="body" idx="1"/>
          </p:nvPr>
        </p:nvSpPr>
        <p:spPr>
          <a:noFill/>
          <a:ln/>
        </p:spPr>
        <p:txBody>
          <a:bodyPr/>
          <a:lstStyle/>
          <a:p>
            <a:r>
              <a:rPr lang="en-US">
                <a:latin typeface="Arial" pitchFamily="34" charset="0"/>
                <a:ea typeface="ＭＳ Ｐゴシック" pitchFamily="34" charset="-128"/>
              </a:rPr>
              <a:t> </a:t>
            </a:r>
          </a:p>
        </p:txBody>
      </p:sp>
      <p:sp>
        <p:nvSpPr>
          <p:cNvPr id="87044" name="Slide Number Placeholder 3"/>
          <p:cNvSpPr>
            <a:spLocks noGrp="1"/>
          </p:cNvSpPr>
          <p:nvPr>
            <p:ph type="sldNum" sz="quarter" idx="5"/>
          </p:nvPr>
        </p:nvSpPr>
        <p:spPr/>
        <p:txBody>
          <a:bodyPr/>
          <a:lstStyle/>
          <a:p>
            <a:pPr>
              <a:defRPr/>
            </a:pPr>
            <a:fld id="{E8B357C7-C57A-4EAF-8BE1-BF761628A967}" type="slidenum">
              <a:rPr lang="en-AU" smtClean="0">
                <a:latin typeface="Arial" pitchFamily="34" charset="0"/>
              </a:rPr>
              <a:pPr>
                <a:defRPr/>
              </a:pPr>
              <a:t>68</a:t>
            </a:fld>
            <a:endParaRPr lang="en-AU">
              <a:latin typeface="Arial" pitchFamily="34" charset="0"/>
            </a:endParaRPr>
          </a:p>
        </p:txBody>
      </p:sp>
    </p:spTree>
    <p:extLst>
      <p:ext uri="{BB962C8B-B14F-4D97-AF65-F5344CB8AC3E}">
        <p14:creationId xmlns:p14="http://schemas.microsoft.com/office/powerpoint/2010/main" val="29322691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p:spPr>
        <p:txBody>
          <a:bodyPr/>
          <a:lstStyle/>
          <a:p>
            <a:r>
              <a:rPr lang="en-US">
                <a:latin typeface="Arial" pitchFamily="34" charset="0"/>
                <a:ea typeface="ＭＳ Ｐゴシック" pitchFamily="34" charset="-128"/>
              </a:rPr>
              <a:t> </a:t>
            </a:r>
          </a:p>
        </p:txBody>
      </p:sp>
      <p:sp>
        <p:nvSpPr>
          <p:cNvPr id="88068" name="Slide Number Placeholder 3"/>
          <p:cNvSpPr>
            <a:spLocks noGrp="1"/>
          </p:cNvSpPr>
          <p:nvPr>
            <p:ph type="sldNum" sz="quarter" idx="5"/>
          </p:nvPr>
        </p:nvSpPr>
        <p:spPr/>
        <p:txBody>
          <a:bodyPr/>
          <a:lstStyle/>
          <a:p>
            <a:pPr>
              <a:defRPr/>
            </a:pPr>
            <a:fld id="{E4CDAE7E-B4B5-4159-B354-DF8881789915}" type="slidenum">
              <a:rPr lang="en-AU" smtClean="0">
                <a:latin typeface="Arial" pitchFamily="34" charset="0"/>
              </a:rPr>
              <a:pPr>
                <a:defRPr/>
              </a:pPr>
              <a:t>70</a:t>
            </a:fld>
            <a:endParaRPr lang="en-AU">
              <a:latin typeface="Arial" pitchFamily="34" charset="0"/>
            </a:endParaRPr>
          </a:p>
        </p:txBody>
      </p:sp>
    </p:spTree>
    <p:extLst>
      <p:ext uri="{BB962C8B-B14F-4D97-AF65-F5344CB8AC3E}">
        <p14:creationId xmlns:p14="http://schemas.microsoft.com/office/powerpoint/2010/main" val="240119242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1031"/>
          <p:cNvSpPr>
            <a:spLocks noGrp="1" noChangeArrowheads="1"/>
          </p:cNvSpPr>
          <p:nvPr>
            <p:ph type="sldNum" sz="quarter" idx="5"/>
          </p:nvPr>
        </p:nvSpPr>
        <p:spPr/>
        <p:txBody>
          <a:bodyPr/>
          <a:lstStyle/>
          <a:p>
            <a:pPr>
              <a:defRPr/>
            </a:pPr>
            <a:fld id="{3CDD19B2-1FC1-42DA-8613-B6F4501E5B8E}" type="slidenum">
              <a:rPr lang="en-AU" smtClean="0">
                <a:latin typeface="Arial" pitchFamily="34" charset="0"/>
              </a:rPr>
              <a:pPr>
                <a:defRPr/>
              </a:pPr>
              <a:t>71</a:t>
            </a:fld>
            <a:endParaRPr lang="en-AU">
              <a:latin typeface="Arial" pitchFamily="34" charset="0"/>
            </a:endParaRPr>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p:spPr>
        <p:txBody>
          <a:bodyPr/>
          <a:lstStyle/>
          <a:p>
            <a:endParaRPr lang="en-US">
              <a:solidFill>
                <a:srgbClr val="0000FF"/>
              </a:solidFill>
              <a:latin typeface="Arial" pitchFamily="34" charset="0"/>
              <a:ea typeface="ＭＳ Ｐゴシック" pitchFamily="34" charset="-128"/>
              <a:cs typeface="Arial" pitchFamily="34" charset="0"/>
            </a:endParaRPr>
          </a:p>
        </p:txBody>
      </p:sp>
    </p:spTree>
    <p:extLst>
      <p:ext uri="{BB962C8B-B14F-4D97-AF65-F5344CB8AC3E}">
        <p14:creationId xmlns:p14="http://schemas.microsoft.com/office/powerpoint/2010/main" val="4517258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lide Image Placeholder 1"/>
          <p:cNvSpPr>
            <a:spLocks noGrp="1" noRot="1" noChangeAspect="1" noTextEdit="1"/>
          </p:cNvSpPr>
          <p:nvPr>
            <p:ph type="sldImg"/>
          </p:nvPr>
        </p:nvSpPr>
        <p:spPr>
          <a:ln/>
        </p:spPr>
      </p:sp>
      <p:sp>
        <p:nvSpPr>
          <p:cNvPr id="103427" name="Notes Placeholder 2"/>
          <p:cNvSpPr>
            <a:spLocks noGrp="1"/>
          </p:cNvSpPr>
          <p:nvPr>
            <p:ph type="body" idx="1"/>
          </p:nvPr>
        </p:nvSpPr>
        <p:spPr>
          <a:noFill/>
          <a:ln/>
        </p:spPr>
        <p:txBody>
          <a:bodyPr/>
          <a:lstStyle/>
          <a:p>
            <a:endParaRPr lang="en-US">
              <a:latin typeface="Arial" pitchFamily="34" charset="0"/>
              <a:ea typeface="ＭＳ Ｐゴシック" pitchFamily="34" charset="-128"/>
            </a:endParaRPr>
          </a:p>
        </p:txBody>
      </p:sp>
      <p:sp>
        <p:nvSpPr>
          <p:cNvPr id="90116" name="Slide Number Placeholder 3"/>
          <p:cNvSpPr>
            <a:spLocks noGrp="1"/>
          </p:cNvSpPr>
          <p:nvPr>
            <p:ph type="sldNum" sz="quarter" idx="5"/>
          </p:nvPr>
        </p:nvSpPr>
        <p:spPr/>
        <p:txBody>
          <a:bodyPr/>
          <a:lstStyle/>
          <a:p>
            <a:pPr>
              <a:defRPr/>
            </a:pPr>
            <a:fld id="{601BC388-835C-45EC-A552-6B5AD686651C}" type="slidenum">
              <a:rPr lang="en-AU" smtClean="0">
                <a:latin typeface="Arial" pitchFamily="34" charset="0"/>
              </a:rPr>
              <a:pPr>
                <a:defRPr/>
              </a:pPr>
              <a:t>72</a:t>
            </a:fld>
            <a:endParaRPr lang="en-AU">
              <a:latin typeface="Arial" pitchFamily="34" charset="0"/>
            </a:endParaRPr>
          </a:p>
        </p:txBody>
      </p:sp>
    </p:spTree>
    <p:extLst>
      <p:ext uri="{BB962C8B-B14F-4D97-AF65-F5344CB8AC3E}">
        <p14:creationId xmlns:p14="http://schemas.microsoft.com/office/powerpoint/2010/main" val="426510050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a:bodyPr>
          <a:lstStyle/>
          <a:p>
            <a:pPr>
              <a:defRPr/>
            </a:pPr>
            <a:r>
              <a:rPr lang="en-US" dirty="0"/>
              <a:t> </a:t>
            </a:r>
          </a:p>
        </p:txBody>
      </p:sp>
      <p:sp>
        <p:nvSpPr>
          <p:cNvPr id="91140" name="Slide Number Placeholder 3"/>
          <p:cNvSpPr>
            <a:spLocks noGrp="1"/>
          </p:cNvSpPr>
          <p:nvPr>
            <p:ph type="sldNum" sz="quarter" idx="5"/>
          </p:nvPr>
        </p:nvSpPr>
        <p:spPr/>
        <p:txBody>
          <a:bodyPr/>
          <a:lstStyle/>
          <a:p>
            <a:pPr>
              <a:defRPr/>
            </a:pPr>
            <a:fld id="{BB883EF5-DE2C-43A7-A414-F47403791ACB}" type="slidenum">
              <a:rPr lang="en-AU" smtClean="0">
                <a:latin typeface="Arial" pitchFamily="34" charset="0"/>
              </a:rPr>
              <a:pPr>
                <a:defRPr/>
              </a:pPr>
              <a:t>73</a:t>
            </a:fld>
            <a:endParaRPr lang="en-AU">
              <a:latin typeface="Arial" pitchFamily="34" charset="0"/>
            </a:endParaRPr>
          </a:p>
        </p:txBody>
      </p:sp>
    </p:spTree>
    <p:extLst>
      <p:ext uri="{BB962C8B-B14F-4D97-AF65-F5344CB8AC3E}">
        <p14:creationId xmlns:p14="http://schemas.microsoft.com/office/powerpoint/2010/main" val="225525564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a:bodyPr>
          <a:lstStyle/>
          <a:p>
            <a:pPr>
              <a:defRPr/>
            </a:pPr>
            <a:r>
              <a:rPr lang="en-US" dirty="0"/>
              <a:t> </a:t>
            </a:r>
          </a:p>
        </p:txBody>
      </p:sp>
      <p:sp>
        <p:nvSpPr>
          <p:cNvPr id="92164" name="Slide Number Placeholder 3"/>
          <p:cNvSpPr>
            <a:spLocks noGrp="1"/>
          </p:cNvSpPr>
          <p:nvPr>
            <p:ph type="sldNum" sz="quarter" idx="5"/>
          </p:nvPr>
        </p:nvSpPr>
        <p:spPr/>
        <p:txBody>
          <a:bodyPr/>
          <a:lstStyle/>
          <a:p>
            <a:pPr>
              <a:defRPr/>
            </a:pPr>
            <a:fld id="{D0C485E8-7B8B-4A1F-B493-42F727AA5A35}" type="slidenum">
              <a:rPr lang="en-AU" smtClean="0">
                <a:latin typeface="Arial" pitchFamily="34" charset="0"/>
              </a:rPr>
              <a:pPr>
                <a:defRPr/>
              </a:pPr>
              <a:t>74</a:t>
            </a:fld>
            <a:endParaRPr lang="en-AU">
              <a:latin typeface="Arial" pitchFamily="34" charset="0"/>
            </a:endParaRPr>
          </a:p>
        </p:txBody>
      </p:sp>
    </p:spTree>
    <p:extLst>
      <p:ext uri="{BB962C8B-B14F-4D97-AF65-F5344CB8AC3E}">
        <p14:creationId xmlns:p14="http://schemas.microsoft.com/office/powerpoint/2010/main" val="168164573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p:cNvSpPr>
            <a:spLocks noGrp="1" noRot="1" noChangeAspect="1" noTextEdit="1"/>
          </p:cNvSpPr>
          <p:nvPr>
            <p:ph type="sldImg"/>
          </p:nvPr>
        </p:nvSpPr>
        <p:spPr>
          <a:ln/>
        </p:spPr>
      </p:sp>
      <p:sp>
        <p:nvSpPr>
          <p:cNvPr id="106499" name="Notes Placeholder 2"/>
          <p:cNvSpPr>
            <a:spLocks noGrp="1"/>
          </p:cNvSpPr>
          <p:nvPr>
            <p:ph type="body" idx="1"/>
          </p:nvPr>
        </p:nvSpPr>
        <p:spPr>
          <a:noFill/>
          <a:ln/>
        </p:spPr>
        <p:txBody>
          <a:bodyPr/>
          <a:lstStyle/>
          <a:p>
            <a:r>
              <a:rPr lang="en-US">
                <a:latin typeface="Arial" pitchFamily="34" charset="0"/>
                <a:ea typeface="ＭＳ Ｐゴシック" pitchFamily="34" charset="-128"/>
              </a:rPr>
              <a:t> </a:t>
            </a:r>
          </a:p>
        </p:txBody>
      </p:sp>
      <p:sp>
        <p:nvSpPr>
          <p:cNvPr id="93188" name="Slide Number Placeholder 3"/>
          <p:cNvSpPr>
            <a:spLocks noGrp="1"/>
          </p:cNvSpPr>
          <p:nvPr>
            <p:ph type="sldNum" sz="quarter" idx="5"/>
          </p:nvPr>
        </p:nvSpPr>
        <p:spPr/>
        <p:txBody>
          <a:bodyPr/>
          <a:lstStyle/>
          <a:p>
            <a:pPr>
              <a:defRPr/>
            </a:pPr>
            <a:fld id="{345C7764-8581-4B0B-A69B-D26A3E1E0F09}" type="slidenum">
              <a:rPr lang="en-AU" smtClean="0">
                <a:latin typeface="Arial" pitchFamily="34" charset="0"/>
              </a:rPr>
              <a:pPr>
                <a:defRPr/>
              </a:pPr>
              <a:t>75</a:t>
            </a:fld>
            <a:endParaRPr lang="en-AU">
              <a:latin typeface="Arial" pitchFamily="34" charset="0"/>
            </a:endParaRPr>
          </a:p>
        </p:txBody>
      </p:sp>
    </p:spTree>
    <p:extLst>
      <p:ext uri="{BB962C8B-B14F-4D97-AF65-F5344CB8AC3E}">
        <p14:creationId xmlns:p14="http://schemas.microsoft.com/office/powerpoint/2010/main" val="283261087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a:bodyPr>
          <a:lstStyle/>
          <a:p>
            <a:pPr>
              <a:defRPr/>
            </a:pPr>
            <a:endParaRPr lang="en-US" dirty="0"/>
          </a:p>
        </p:txBody>
      </p:sp>
      <p:sp>
        <p:nvSpPr>
          <p:cNvPr id="94212" name="Slide Number Placeholder 3"/>
          <p:cNvSpPr>
            <a:spLocks noGrp="1"/>
          </p:cNvSpPr>
          <p:nvPr>
            <p:ph type="sldNum" sz="quarter" idx="5"/>
          </p:nvPr>
        </p:nvSpPr>
        <p:spPr/>
        <p:txBody>
          <a:bodyPr/>
          <a:lstStyle/>
          <a:p>
            <a:pPr>
              <a:defRPr/>
            </a:pPr>
            <a:fld id="{6848490A-F288-4FF5-A533-C03E366B8AF4}" type="slidenum">
              <a:rPr lang="en-AU" smtClean="0">
                <a:latin typeface="Arial" pitchFamily="34" charset="0"/>
              </a:rPr>
              <a:pPr>
                <a:defRPr/>
              </a:pPr>
              <a:t>76</a:t>
            </a:fld>
            <a:endParaRPr lang="en-AU">
              <a:latin typeface="Arial" pitchFamily="34" charset="0"/>
            </a:endParaRPr>
          </a:p>
        </p:txBody>
      </p:sp>
    </p:spTree>
    <p:extLst>
      <p:ext uri="{BB962C8B-B14F-4D97-AF65-F5344CB8AC3E}">
        <p14:creationId xmlns:p14="http://schemas.microsoft.com/office/powerpoint/2010/main" val="320927984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ln/>
        </p:spPr>
      </p:sp>
      <p:sp>
        <p:nvSpPr>
          <p:cNvPr id="727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Arial" pitchFamily="34" charset="0"/>
            </a:endParaRPr>
          </a:p>
        </p:txBody>
      </p:sp>
      <p:sp>
        <p:nvSpPr>
          <p:cNvPr id="727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30250" indent="-280988">
              <a:defRPr sz="1200">
                <a:solidFill>
                  <a:schemeClr val="tx1"/>
                </a:solidFill>
                <a:latin typeface="Arial" pitchFamily="34" charset="0"/>
              </a:defRPr>
            </a:lvl2pPr>
            <a:lvl3pPr marL="1123950" indent="-223838">
              <a:defRPr sz="1200">
                <a:solidFill>
                  <a:schemeClr val="tx1"/>
                </a:solidFill>
                <a:latin typeface="Arial" pitchFamily="34" charset="0"/>
              </a:defRPr>
            </a:lvl3pPr>
            <a:lvl4pPr marL="1574800" indent="-223838">
              <a:defRPr sz="1200">
                <a:solidFill>
                  <a:schemeClr val="tx1"/>
                </a:solidFill>
                <a:latin typeface="Arial" pitchFamily="34" charset="0"/>
              </a:defRPr>
            </a:lvl4pPr>
            <a:lvl5pPr marL="2024063" indent="-223838">
              <a:defRPr sz="1200">
                <a:solidFill>
                  <a:schemeClr val="tx1"/>
                </a:solidFill>
                <a:latin typeface="Arial" pitchFamily="34" charset="0"/>
              </a:defRPr>
            </a:lvl5pPr>
            <a:lvl6pPr marL="2481263" indent="-223838" eaLnBrk="0" fontAlgn="base" hangingPunct="0">
              <a:spcBef>
                <a:spcPct val="30000"/>
              </a:spcBef>
              <a:spcAft>
                <a:spcPct val="0"/>
              </a:spcAft>
              <a:defRPr sz="1200">
                <a:solidFill>
                  <a:schemeClr val="tx1"/>
                </a:solidFill>
                <a:latin typeface="Arial" pitchFamily="34" charset="0"/>
              </a:defRPr>
            </a:lvl6pPr>
            <a:lvl7pPr marL="2938463" indent="-223838" eaLnBrk="0" fontAlgn="base" hangingPunct="0">
              <a:spcBef>
                <a:spcPct val="30000"/>
              </a:spcBef>
              <a:spcAft>
                <a:spcPct val="0"/>
              </a:spcAft>
              <a:defRPr sz="1200">
                <a:solidFill>
                  <a:schemeClr val="tx1"/>
                </a:solidFill>
                <a:latin typeface="Arial" pitchFamily="34" charset="0"/>
              </a:defRPr>
            </a:lvl7pPr>
            <a:lvl8pPr marL="3395663" indent="-223838" eaLnBrk="0" fontAlgn="base" hangingPunct="0">
              <a:spcBef>
                <a:spcPct val="30000"/>
              </a:spcBef>
              <a:spcAft>
                <a:spcPct val="0"/>
              </a:spcAft>
              <a:defRPr sz="1200">
                <a:solidFill>
                  <a:schemeClr val="tx1"/>
                </a:solidFill>
                <a:latin typeface="Arial" pitchFamily="34" charset="0"/>
              </a:defRPr>
            </a:lvl8pPr>
            <a:lvl9pPr marL="3852863" indent="-223838" eaLnBrk="0" fontAlgn="base" hangingPunct="0">
              <a:spcBef>
                <a:spcPct val="30000"/>
              </a:spcBef>
              <a:spcAft>
                <a:spcPct val="0"/>
              </a:spcAft>
              <a:defRPr sz="1200">
                <a:solidFill>
                  <a:schemeClr val="tx1"/>
                </a:solidFill>
                <a:latin typeface="Arial" pitchFamily="34" charset="0"/>
              </a:defRPr>
            </a:lvl9pPr>
          </a:lstStyle>
          <a:p>
            <a:fld id="{2EAD10F6-E8AD-4F96-8383-F7AC70FD6733}" type="slidenum">
              <a:rPr lang="en-AU" altLang="tr-TR" sz="1300"/>
              <a:pPr/>
              <a:t>77</a:t>
            </a:fld>
            <a:endParaRPr lang="en-AU" altLang="tr-TR" sz="1300"/>
          </a:p>
        </p:txBody>
      </p:sp>
    </p:spTree>
    <p:extLst>
      <p:ext uri="{BB962C8B-B14F-4D97-AF65-F5344CB8AC3E}">
        <p14:creationId xmlns:p14="http://schemas.microsoft.com/office/powerpoint/2010/main" val="73907933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ln/>
        </p:spPr>
      </p:sp>
      <p:sp>
        <p:nvSpPr>
          <p:cNvPr id="727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Arial" pitchFamily="34" charset="0"/>
            </a:endParaRPr>
          </a:p>
        </p:txBody>
      </p:sp>
      <p:sp>
        <p:nvSpPr>
          <p:cNvPr id="727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30250" indent="-280988">
              <a:defRPr sz="1200">
                <a:solidFill>
                  <a:schemeClr val="tx1"/>
                </a:solidFill>
                <a:latin typeface="Arial" pitchFamily="34" charset="0"/>
              </a:defRPr>
            </a:lvl2pPr>
            <a:lvl3pPr marL="1123950" indent="-223838">
              <a:defRPr sz="1200">
                <a:solidFill>
                  <a:schemeClr val="tx1"/>
                </a:solidFill>
                <a:latin typeface="Arial" pitchFamily="34" charset="0"/>
              </a:defRPr>
            </a:lvl3pPr>
            <a:lvl4pPr marL="1574800" indent="-223838">
              <a:defRPr sz="1200">
                <a:solidFill>
                  <a:schemeClr val="tx1"/>
                </a:solidFill>
                <a:latin typeface="Arial" pitchFamily="34" charset="0"/>
              </a:defRPr>
            </a:lvl4pPr>
            <a:lvl5pPr marL="2024063" indent="-223838">
              <a:defRPr sz="1200">
                <a:solidFill>
                  <a:schemeClr val="tx1"/>
                </a:solidFill>
                <a:latin typeface="Arial" pitchFamily="34" charset="0"/>
              </a:defRPr>
            </a:lvl5pPr>
            <a:lvl6pPr marL="2481263" indent="-223838" eaLnBrk="0" fontAlgn="base" hangingPunct="0">
              <a:spcBef>
                <a:spcPct val="30000"/>
              </a:spcBef>
              <a:spcAft>
                <a:spcPct val="0"/>
              </a:spcAft>
              <a:defRPr sz="1200">
                <a:solidFill>
                  <a:schemeClr val="tx1"/>
                </a:solidFill>
                <a:latin typeface="Arial" pitchFamily="34" charset="0"/>
              </a:defRPr>
            </a:lvl6pPr>
            <a:lvl7pPr marL="2938463" indent="-223838" eaLnBrk="0" fontAlgn="base" hangingPunct="0">
              <a:spcBef>
                <a:spcPct val="30000"/>
              </a:spcBef>
              <a:spcAft>
                <a:spcPct val="0"/>
              </a:spcAft>
              <a:defRPr sz="1200">
                <a:solidFill>
                  <a:schemeClr val="tx1"/>
                </a:solidFill>
                <a:latin typeface="Arial" pitchFamily="34" charset="0"/>
              </a:defRPr>
            </a:lvl7pPr>
            <a:lvl8pPr marL="3395663" indent="-223838" eaLnBrk="0" fontAlgn="base" hangingPunct="0">
              <a:spcBef>
                <a:spcPct val="30000"/>
              </a:spcBef>
              <a:spcAft>
                <a:spcPct val="0"/>
              </a:spcAft>
              <a:defRPr sz="1200">
                <a:solidFill>
                  <a:schemeClr val="tx1"/>
                </a:solidFill>
                <a:latin typeface="Arial" pitchFamily="34" charset="0"/>
              </a:defRPr>
            </a:lvl8pPr>
            <a:lvl9pPr marL="3852863" indent="-223838" eaLnBrk="0" fontAlgn="base" hangingPunct="0">
              <a:spcBef>
                <a:spcPct val="30000"/>
              </a:spcBef>
              <a:spcAft>
                <a:spcPct val="0"/>
              </a:spcAft>
              <a:defRPr sz="1200">
                <a:solidFill>
                  <a:schemeClr val="tx1"/>
                </a:solidFill>
                <a:latin typeface="Arial" pitchFamily="34" charset="0"/>
              </a:defRPr>
            </a:lvl9pPr>
          </a:lstStyle>
          <a:p>
            <a:fld id="{2EAD10F6-E8AD-4F96-8383-F7AC70FD6733}" type="slidenum">
              <a:rPr lang="en-AU" altLang="tr-TR" sz="1300"/>
              <a:pPr/>
              <a:t>78</a:t>
            </a:fld>
            <a:endParaRPr lang="en-AU" altLang="tr-TR" sz="1300"/>
          </a:p>
        </p:txBody>
      </p:sp>
    </p:spTree>
    <p:extLst>
      <p:ext uri="{BB962C8B-B14F-4D97-AF65-F5344CB8AC3E}">
        <p14:creationId xmlns:p14="http://schemas.microsoft.com/office/powerpoint/2010/main" val="351692586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a:ln/>
        </p:spPr>
      </p:sp>
      <p:sp>
        <p:nvSpPr>
          <p:cNvPr id="747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Arial" pitchFamily="34" charset="0"/>
            </a:endParaRPr>
          </a:p>
        </p:txBody>
      </p:sp>
      <p:sp>
        <p:nvSpPr>
          <p:cNvPr id="747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30250" indent="-280988">
              <a:defRPr sz="1200">
                <a:solidFill>
                  <a:schemeClr val="tx1"/>
                </a:solidFill>
                <a:latin typeface="Arial" pitchFamily="34" charset="0"/>
              </a:defRPr>
            </a:lvl2pPr>
            <a:lvl3pPr marL="1123950" indent="-223838">
              <a:defRPr sz="1200">
                <a:solidFill>
                  <a:schemeClr val="tx1"/>
                </a:solidFill>
                <a:latin typeface="Arial" pitchFamily="34" charset="0"/>
              </a:defRPr>
            </a:lvl3pPr>
            <a:lvl4pPr marL="1574800" indent="-223838">
              <a:defRPr sz="1200">
                <a:solidFill>
                  <a:schemeClr val="tx1"/>
                </a:solidFill>
                <a:latin typeface="Arial" pitchFamily="34" charset="0"/>
              </a:defRPr>
            </a:lvl4pPr>
            <a:lvl5pPr marL="2024063" indent="-223838">
              <a:defRPr sz="1200">
                <a:solidFill>
                  <a:schemeClr val="tx1"/>
                </a:solidFill>
                <a:latin typeface="Arial" pitchFamily="34" charset="0"/>
              </a:defRPr>
            </a:lvl5pPr>
            <a:lvl6pPr marL="2481263" indent="-223838" eaLnBrk="0" fontAlgn="base" hangingPunct="0">
              <a:spcBef>
                <a:spcPct val="30000"/>
              </a:spcBef>
              <a:spcAft>
                <a:spcPct val="0"/>
              </a:spcAft>
              <a:defRPr sz="1200">
                <a:solidFill>
                  <a:schemeClr val="tx1"/>
                </a:solidFill>
                <a:latin typeface="Arial" pitchFamily="34" charset="0"/>
              </a:defRPr>
            </a:lvl6pPr>
            <a:lvl7pPr marL="2938463" indent="-223838" eaLnBrk="0" fontAlgn="base" hangingPunct="0">
              <a:spcBef>
                <a:spcPct val="30000"/>
              </a:spcBef>
              <a:spcAft>
                <a:spcPct val="0"/>
              </a:spcAft>
              <a:defRPr sz="1200">
                <a:solidFill>
                  <a:schemeClr val="tx1"/>
                </a:solidFill>
                <a:latin typeface="Arial" pitchFamily="34" charset="0"/>
              </a:defRPr>
            </a:lvl7pPr>
            <a:lvl8pPr marL="3395663" indent="-223838" eaLnBrk="0" fontAlgn="base" hangingPunct="0">
              <a:spcBef>
                <a:spcPct val="30000"/>
              </a:spcBef>
              <a:spcAft>
                <a:spcPct val="0"/>
              </a:spcAft>
              <a:defRPr sz="1200">
                <a:solidFill>
                  <a:schemeClr val="tx1"/>
                </a:solidFill>
                <a:latin typeface="Arial" pitchFamily="34" charset="0"/>
              </a:defRPr>
            </a:lvl8pPr>
            <a:lvl9pPr marL="3852863" indent="-223838" eaLnBrk="0" fontAlgn="base" hangingPunct="0">
              <a:spcBef>
                <a:spcPct val="30000"/>
              </a:spcBef>
              <a:spcAft>
                <a:spcPct val="0"/>
              </a:spcAft>
              <a:defRPr sz="1200">
                <a:solidFill>
                  <a:schemeClr val="tx1"/>
                </a:solidFill>
                <a:latin typeface="Arial" pitchFamily="34" charset="0"/>
              </a:defRPr>
            </a:lvl9pPr>
          </a:lstStyle>
          <a:p>
            <a:fld id="{7BD2E7CC-0F88-4509-867A-2529A043E26C}" type="slidenum">
              <a:rPr lang="en-AU" altLang="tr-TR" sz="1300"/>
              <a:pPr/>
              <a:t>79</a:t>
            </a:fld>
            <a:endParaRPr lang="en-AU" altLang="tr-TR" sz="1300"/>
          </a:p>
        </p:txBody>
      </p:sp>
    </p:spTree>
    <p:extLst>
      <p:ext uri="{BB962C8B-B14F-4D97-AF65-F5344CB8AC3E}">
        <p14:creationId xmlns:p14="http://schemas.microsoft.com/office/powerpoint/2010/main" val="377063525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a:ln/>
        </p:spPr>
      </p:sp>
      <p:sp>
        <p:nvSpPr>
          <p:cNvPr id="768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Arial" pitchFamily="34" charset="0"/>
            </a:endParaRPr>
          </a:p>
        </p:txBody>
      </p:sp>
      <p:sp>
        <p:nvSpPr>
          <p:cNvPr id="768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30250" indent="-280988">
              <a:defRPr sz="1200">
                <a:solidFill>
                  <a:schemeClr val="tx1"/>
                </a:solidFill>
                <a:latin typeface="Arial" pitchFamily="34" charset="0"/>
              </a:defRPr>
            </a:lvl2pPr>
            <a:lvl3pPr marL="1123950" indent="-223838">
              <a:defRPr sz="1200">
                <a:solidFill>
                  <a:schemeClr val="tx1"/>
                </a:solidFill>
                <a:latin typeface="Arial" pitchFamily="34" charset="0"/>
              </a:defRPr>
            </a:lvl3pPr>
            <a:lvl4pPr marL="1574800" indent="-223838">
              <a:defRPr sz="1200">
                <a:solidFill>
                  <a:schemeClr val="tx1"/>
                </a:solidFill>
                <a:latin typeface="Arial" pitchFamily="34" charset="0"/>
              </a:defRPr>
            </a:lvl4pPr>
            <a:lvl5pPr marL="2024063" indent="-223838">
              <a:defRPr sz="1200">
                <a:solidFill>
                  <a:schemeClr val="tx1"/>
                </a:solidFill>
                <a:latin typeface="Arial" pitchFamily="34" charset="0"/>
              </a:defRPr>
            </a:lvl5pPr>
            <a:lvl6pPr marL="2481263" indent="-223838" eaLnBrk="0" fontAlgn="base" hangingPunct="0">
              <a:spcBef>
                <a:spcPct val="30000"/>
              </a:spcBef>
              <a:spcAft>
                <a:spcPct val="0"/>
              </a:spcAft>
              <a:defRPr sz="1200">
                <a:solidFill>
                  <a:schemeClr val="tx1"/>
                </a:solidFill>
                <a:latin typeface="Arial" pitchFamily="34" charset="0"/>
              </a:defRPr>
            </a:lvl6pPr>
            <a:lvl7pPr marL="2938463" indent="-223838" eaLnBrk="0" fontAlgn="base" hangingPunct="0">
              <a:spcBef>
                <a:spcPct val="30000"/>
              </a:spcBef>
              <a:spcAft>
                <a:spcPct val="0"/>
              </a:spcAft>
              <a:defRPr sz="1200">
                <a:solidFill>
                  <a:schemeClr val="tx1"/>
                </a:solidFill>
                <a:latin typeface="Arial" pitchFamily="34" charset="0"/>
              </a:defRPr>
            </a:lvl7pPr>
            <a:lvl8pPr marL="3395663" indent="-223838" eaLnBrk="0" fontAlgn="base" hangingPunct="0">
              <a:spcBef>
                <a:spcPct val="30000"/>
              </a:spcBef>
              <a:spcAft>
                <a:spcPct val="0"/>
              </a:spcAft>
              <a:defRPr sz="1200">
                <a:solidFill>
                  <a:schemeClr val="tx1"/>
                </a:solidFill>
                <a:latin typeface="Arial" pitchFamily="34" charset="0"/>
              </a:defRPr>
            </a:lvl8pPr>
            <a:lvl9pPr marL="3852863" indent="-223838" eaLnBrk="0" fontAlgn="base" hangingPunct="0">
              <a:spcBef>
                <a:spcPct val="30000"/>
              </a:spcBef>
              <a:spcAft>
                <a:spcPct val="0"/>
              </a:spcAft>
              <a:defRPr sz="1200">
                <a:solidFill>
                  <a:schemeClr val="tx1"/>
                </a:solidFill>
                <a:latin typeface="Arial" pitchFamily="34" charset="0"/>
              </a:defRPr>
            </a:lvl9pPr>
          </a:lstStyle>
          <a:p>
            <a:fld id="{39A4D996-C57C-43BF-8C2B-CEAF1B9A2C11}" type="slidenum">
              <a:rPr lang="en-AU" altLang="tr-TR" sz="1300"/>
              <a:pPr/>
              <a:t>80</a:t>
            </a:fld>
            <a:endParaRPr lang="en-AU" altLang="tr-TR" sz="1300"/>
          </a:p>
        </p:txBody>
      </p:sp>
    </p:spTree>
    <p:extLst>
      <p:ext uri="{BB962C8B-B14F-4D97-AF65-F5344CB8AC3E}">
        <p14:creationId xmlns:p14="http://schemas.microsoft.com/office/powerpoint/2010/main" val="349709589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a:ln/>
        </p:spPr>
      </p:sp>
      <p:sp>
        <p:nvSpPr>
          <p:cNvPr id="788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Arial" pitchFamily="34" charset="0"/>
            </a:endParaRPr>
          </a:p>
        </p:txBody>
      </p:sp>
      <p:sp>
        <p:nvSpPr>
          <p:cNvPr id="788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30250" indent="-280988">
              <a:defRPr sz="1200">
                <a:solidFill>
                  <a:schemeClr val="tx1"/>
                </a:solidFill>
                <a:latin typeface="Arial" pitchFamily="34" charset="0"/>
              </a:defRPr>
            </a:lvl2pPr>
            <a:lvl3pPr marL="1123950" indent="-223838">
              <a:defRPr sz="1200">
                <a:solidFill>
                  <a:schemeClr val="tx1"/>
                </a:solidFill>
                <a:latin typeface="Arial" pitchFamily="34" charset="0"/>
              </a:defRPr>
            </a:lvl3pPr>
            <a:lvl4pPr marL="1574800" indent="-223838">
              <a:defRPr sz="1200">
                <a:solidFill>
                  <a:schemeClr val="tx1"/>
                </a:solidFill>
                <a:latin typeface="Arial" pitchFamily="34" charset="0"/>
              </a:defRPr>
            </a:lvl4pPr>
            <a:lvl5pPr marL="2024063" indent="-223838">
              <a:defRPr sz="1200">
                <a:solidFill>
                  <a:schemeClr val="tx1"/>
                </a:solidFill>
                <a:latin typeface="Arial" pitchFamily="34" charset="0"/>
              </a:defRPr>
            </a:lvl5pPr>
            <a:lvl6pPr marL="2481263" indent="-223838" eaLnBrk="0" fontAlgn="base" hangingPunct="0">
              <a:spcBef>
                <a:spcPct val="30000"/>
              </a:spcBef>
              <a:spcAft>
                <a:spcPct val="0"/>
              </a:spcAft>
              <a:defRPr sz="1200">
                <a:solidFill>
                  <a:schemeClr val="tx1"/>
                </a:solidFill>
                <a:latin typeface="Arial" pitchFamily="34" charset="0"/>
              </a:defRPr>
            </a:lvl6pPr>
            <a:lvl7pPr marL="2938463" indent="-223838" eaLnBrk="0" fontAlgn="base" hangingPunct="0">
              <a:spcBef>
                <a:spcPct val="30000"/>
              </a:spcBef>
              <a:spcAft>
                <a:spcPct val="0"/>
              </a:spcAft>
              <a:defRPr sz="1200">
                <a:solidFill>
                  <a:schemeClr val="tx1"/>
                </a:solidFill>
                <a:latin typeface="Arial" pitchFamily="34" charset="0"/>
              </a:defRPr>
            </a:lvl7pPr>
            <a:lvl8pPr marL="3395663" indent="-223838" eaLnBrk="0" fontAlgn="base" hangingPunct="0">
              <a:spcBef>
                <a:spcPct val="30000"/>
              </a:spcBef>
              <a:spcAft>
                <a:spcPct val="0"/>
              </a:spcAft>
              <a:defRPr sz="1200">
                <a:solidFill>
                  <a:schemeClr val="tx1"/>
                </a:solidFill>
                <a:latin typeface="Arial" pitchFamily="34" charset="0"/>
              </a:defRPr>
            </a:lvl8pPr>
            <a:lvl9pPr marL="3852863" indent="-223838" eaLnBrk="0" fontAlgn="base" hangingPunct="0">
              <a:spcBef>
                <a:spcPct val="30000"/>
              </a:spcBef>
              <a:spcAft>
                <a:spcPct val="0"/>
              </a:spcAft>
              <a:defRPr sz="1200">
                <a:solidFill>
                  <a:schemeClr val="tx1"/>
                </a:solidFill>
                <a:latin typeface="Arial" pitchFamily="34" charset="0"/>
              </a:defRPr>
            </a:lvl9pPr>
          </a:lstStyle>
          <a:p>
            <a:fld id="{12ED5260-E286-45CE-B9F4-5BECAF38FBAF}" type="slidenum">
              <a:rPr lang="en-AU" altLang="tr-TR" sz="1300"/>
              <a:pPr/>
              <a:t>81</a:t>
            </a:fld>
            <a:endParaRPr lang="en-AU" altLang="tr-TR" sz="1300"/>
          </a:p>
        </p:txBody>
      </p:sp>
    </p:spTree>
    <p:extLst>
      <p:ext uri="{BB962C8B-B14F-4D97-AF65-F5344CB8AC3E}">
        <p14:creationId xmlns:p14="http://schemas.microsoft.com/office/powerpoint/2010/main" val="45677860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1031"/>
          <p:cNvSpPr>
            <a:spLocks noGrp="1" noChangeArrowheads="1"/>
          </p:cNvSpPr>
          <p:nvPr>
            <p:ph type="sldNum" sz="quarter" idx="5"/>
          </p:nvPr>
        </p:nvSpPr>
        <p:spPr/>
        <p:txBody>
          <a:bodyPr/>
          <a:lstStyle/>
          <a:p>
            <a:pPr>
              <a:defRPr/>
            </a:pPr>
            <a:fld id="{CF2A69EB-6DB8-49E3-B5E3-86821A68B4E2}" type="slidenum">
              <a:rPr lang="en-AU" smtClean="0">
                <a:latin typeface="Arial" pitchFamily="34" charset="0"/>
              </a:rPr>
              <a:pPr>
                <a:defRPr/>
              </a:pPr>
              <a:t>84</a:t>
            </a:fld>
            <a:endParaRPr lang="en-AU">
              <a:latin typeface="Arial" pitchFamily="34" charset="0"/>
            </a:endParaRPr>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p:spPr>
        <p:txBody>
          <a:bodyPr/>
          <a:lstStyle/>
          <a:p>
            <a:r>
              <a:rPr lang="en-US">
                <a:latin typeface="Arial" pitchFamily="34" charset="0"/>
                <a:ea typeface="ＭＳ Ｐゴシック" pitchFamily="34" charset="-128"/>
              </a:rPr>
              <a:t> </a:t>
            </a:r>
          </a:p>
        </p:txBody>
      </p:sp>
    </p:spTree>
    <p:extLst>
      <p:ext uri="{BB962C8B-B14F-4D97-AF65-F5344CB8AC3E}">
        <p14:creationId xmlns:p14="http://schemas.microsoft.com/office/powerpoint/2010/main" val="183092545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1031"/>
          <p:cNvSpPr>
            <a:spLocks noGrp="1" noChangeArrowheads="1"/>
          </p:cNvSpPr>
          <p:nvPr>
            <p:ph type="sldNum" sz="quarter" idx="5"/>
          </p:nvPr>
        </p:nvSpPr>
        <p:spPr/>
        <p:txBody>
          <a:bodyPr/>
          <a:lstStyle/>
          <a:p>
            <a:pPr>
              <a:defRPr/>
            </a:pPr>
            <a:fld id="{69B966FD-4263-49EF-8236-5E4F7D8956FF}" type="slidenum">
              <a:rPr lang="en-AU" smtClean="0">
                <a:latin typeface="Arial" pitchFamily="34" charset="0"/>
              </a:rPr>
              <a:pPr>
                <a:defRPr/>
              </a:pPr>
              <a:t>87</a:t>
            </a:fld>
            <a:endParaRPr lang="en-AU">
              <a:latin typeface="Arial" pitchFamily="34" charset="0"/>
            </a:endParaRPr>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a:ln/>
        </p:spPr>
        <p:txBody>
          <a:bodyPr/>
          <a:lstStyle/>
          <a:p>
            <a:endParaRPr lang="en-US">
              <a:latin typeface="Arial" pitchFamily="34" charset="0"/>
              <a:ea typeface="ＭＳ Ｐゴシック" pitchFamily="34" charset="-128"/>
            </a:endParaRPr>
          </a:p>
        </p:txBody>
      </p:sp>
    </p:spTree>
    <p:extLst>
      <p:ext uri="{BB962C8B-B14F-4D97-AF65-F5344CB8AC3E}">
        <p14:creationId xmlns:p14="http://schemas.microsoft.com/office/powerpoint/2010/main" val="2637661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1031"/>
          <p:cNvSpPr>
            <a:spLocks noGrp="1" noChangeArrowheads="1"/>
          </p:cNvSpPr>
          <p:nvPr>
            <p:ph type="sldNum" sz="quarter" idx="5"/>
          </p:nvPr>
        </p:nvSpPr>
        <p:spPr/>
        <p:txBody>
          <a:bodyPr/>
          <a:lstStyle/>
          <a:p>
            <a:pPr>
              <a:defRPr/>
            </a:pPr>
            <a:fld id="{9882823B-9437-4F74-82AE-16461BE960F5}" type="slidenum">
              <a:rPr lang="zh-TW" altLang="en-AU" smtClean="0">
                <a:latin typeface="Arial" pitchFamily="34" charset="0"/>
                <a:ea typeface="ＭＳ Ｐゴシック" pitchFamily="34" charset="-128"/>
              </a:rPr>
              <a:pPr>
                <a:defRPr/>
              </a:pPr>
              <a:t>88</a:t>
            </a:fld>
            <a:endParaRPr lang="en-AU" altLang="zh-TW">
              <a:latin typeface="Arial" pitchFamily="34" charset="0"/>
              <a:ea typeface="ＭＳ Ｐゴシック" pitchFamily="34" charset="-128"/>
            </a:endParaRPr>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noFill/>
          <a:ln/>
        </p:spPr>
        <p:txBody>
          <a:bodyPr/>
          <a:lstStyle/>
          <a:p>
            <a:pPr eaLnBrk="1" hangingPunct="1"/>
            <a:endParaRPr lang="en-US" altLang="zh-TW">
              <a:latin typeface="Arial" pitchFamily="34" charset="0"/>
              <a:ea typeface="ＭＳ Ｐゴシック" pitchFamily="34" charset="-128"/>
              <a:cs typeface="Arial" pitchFamily="34" charset="0"/>
            </a:endParaRPr>
          </a:p>
        </p:txBody>
      </p:sp>
    </p:spTree>
    <p:extLst>
      <p:ext uri="{BB962C8B-B14F-4D97-AF65-F5344CB8AC3E}">
        <p14:creationId xmlns:p14="http://schemas.microsoft.com/office/powerpoint/2010/main" val="33007651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a:bodyPr>
          <a:lstStyle/>
          <a:p>
            <a:pPr>
              <a:defRPr/>
            </a:pPr>
            <a:r>
              <a:rPr lang="en-US" dirty="0"/>
              <a:t> </a:t>
            </a:r>
          </a:p>
        </p:txBody>
      </p:sp>
      <p:sp>
        <p:nvSpPr>
          <p:cNvPr id="98308" name="Slide Number Placeholder 3"/>
          <p:cNvSpPr>
            <a:spLocks noGrp="1"/>
          </p:cNvSpPr>
          <p:nvPr>
            <p:ph type="sldNum" sz="quarter" idx="5"/>
          </p:nvPr>
        </p:nvSpPr>
        <p:spPr/>
        <p:txBody>
          <a:bodyPr/>
          <a:lstStyle/>
          <a:p>
            <a:pPr>
              <a:defRPr/>
            </a:pPr>
            <a:fld id="{BBA6A32D-B68F-427C-8274-960A4E2E379A}" type="slidenum">
              <a:rPr lang="en-AU" smtClean="0">
                <a:latin typeface="Arial" pitchFamily="34" charset="0"/>
              </a:rPr>
              <a:pPr>
                <a:defRPr/>
              </a:pPr>
              <a:t>89</a:t>
            </a:fld>
            <a:endParaRPr lang="en-AU">
              <a:latin typeface="Arial" pitchFamily="34" charset="0"/>
            </a:endParaRPr>
          </a:p>
        </p:txBody>
      </p:sp>
    </p:spTree>
    <p:extLst>
      <p:ext uri="{BB962C8B-B14F-4D97-AF65-F5344CB8AC3E}">
        <p14:creationId xmlns:p14="http://schemas.microsoft.com/office/powerpoint/2010/main" val="31176539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a:bodyPr>
          <a:lstStyle/>
          <a:p>
            <a:pPr>
              <a:defRPr/>
            </a:pPr>
            <a:r>
              <a:rPr lang="en-US" dirty="0"/>
              <a:t> </a:t>
            </a:r>
          </a:p>
        </p:txBody>
      </p:sp>
      <p:sp>
        <p:nvSpPr>
          <p:cNvPr id="98308" name="Slide Number Placeholder 3"/>
          <p:cNvSpPr>
            <a:spLocks noGrp="1"/>
          </p:cNvSpPr>
          <p:nvPr>
            <p:ph type="sldNum" sz="quarter" idx="5"/>
          </p:nvPr>
        </p:nvSpPr>
        <p:spPr/>
        <p:txBody>
          <a:bodyPr/>
          <a:lstStyle/>
          <a:p>
            <a:pPr>
              <a:defRPr/>
            </a:pPr>
            <a:fld id="{BBA6A32D-B68F-427C-8274-960A4E2E379A}" type="slidenum">
              <a:rPr lang="en-AU" smtClean="0">
                <a:latin typeface="Arial" pitchFamily="34" charset="0"/>
              </a:rPr>
              <a:pPr>
                <a:defRPr/>
              </a:pPr>
              <a:t>90</a:t>
            </a:fld>
            <a:endParaRPr lang="en-AU">
              <a:latin typeface="Arial" pitchFamily="34" charset="0"/>
            </a:endParaRPr>
          </a:p>
        </p:txBody>
      </p:sp>
    </p:spTree>
    <p:extLst>
      <p:ext uri="{BB962C8B-B14F-4D97-AF65-F5344CB8AC3E}">
        <p14:creationId xmlns:p14="http://schemas.microsoft.com/office/powerpoint/2010/main" val="188176897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1031"/>
          <p:cNvSpPr>
            <a:spLocks noGrp="1" noChangeArrowheads="1"/>
          </p:cNvSpPr>
          <p:nvPr>
            <p:ph type="sldNum" sz="quarter" idx="5"/>
          </p:nvPr>
        </p:nvSpPr>
        <p:spPr/>
        <p:txBody>
          <a:bodyPr/>
          <a:lstStyle/>
          <a:p>
            <a:pPr>
              <a:defRPr/>
            </a:pPr>
            <a:fld id="{206A738B-ED8C-4595-A1E4-E7717BE37114}" type="slidenum">
              <a:rPr lang="zh-TW" altLang="en-AU" smtClean="0">
                <a:latin typeface="Arial" pitchFamily="34" charset="0"/>
                <a:ea typeface="ＭＳ Ｐゴシック" pitchFamily="34" charset="-128"/>
              </a:rPr>
              <a:pPr>
                <a:defRPr/>
              </a:pPr>
              <a:t>91</a:t>
            </a:fld>
            <a:endParaRPr lang="en-AU" altLang="zh-TW">
              <a:latin typeface="Arial" pitchFamily="34" charset="0"/>
              <a:ea typeface="ＭＳ Ｐゴシック" pitchFamily="34" charset="-128"/>
            </a:endParaRPr>
          </a:p>
        </p:txBody>
      </p:sp>
      <p:sp>
        <p:nvSpPr>
          <p:cNvPr id="116739" name="Rectangle 2"/>
          <p:cNvSpPr>
            <a:spLocks noGrp="1" noRot="1" noChangeAspect="1" noChangeArrowheads="1" noTextEdit="1"/>
          </p:cNvSpPr>
          <p:nvPr>
            <p:ph type="sldImg"/>
          </p:nvPr>
        </p:nvSpPr>
        <p:spPr>
          <a:ln/>
        </p:spPr>
      </p:sp>
      <p:sp>
        <p:nvSpPr>
          <p:cNvPr id="116740" name="Rectangle 3"/>
          <p:cNvSpPr>
            <a:spLocks noGrp="1" noChangeArrowheads="1"/>
          </p:cNvSpPr>
          <p:nvPr>
            <p:ph type="body" idx="1"/>
          </p:nvPr>
        </p:nvSpPr>
        <p:spPr>
          <a:noFill/>
          <a:ln/>
        </p:spPr>
        <p:txBody>
          <a:bodyPr/>
          <a:lstStyle/>
          <a:p>
            <a:pPr eaLnBrk="1" hangingPunct="1"/>
            <a:endParaRPr lang="en-US" altLang="zh-TW">
              <a:latin typeface="Arial" pitchFamily="34" charset="0"/>
              <a:ea typeface="ＭＳ Ｐゴシック" pitchFamily="34" charset="-128"/>
            </a:endParaRPr>
          </a:p>
        </p:txBody>
      </p:sp>
    </p:spTree>
    <p:extLst>
      <p:ext uri="{BB962C8B-B14F-4D97-AF65-F5344CB8AC3E}">
        <p14:creationId xmlns:p14="http://schemas.microsoft.com/office/powerpoint/2010/main" val="39573599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30250" indent="-280988">
              <a:defRPr sz="1200">
                <a:solidFill>
                  <a:schemeClr val="tx1"/>
                </a:solidFill>
                <a:latin typeface="Arial" pitchFamily="34" charset="0"/>
              </a:defRPr>
            </a:lvl2pPr>
            <a:lvl3pPr marL="1123950" indent="-223838">
              <a:defRPr sz="1200">
                <a:solidFill>
                  <a:schemeClr val="tx1"/>
                </a:solidFill>
                <a:latin typeface="Arial" pitchFamily="34" charset="0"/>
              </a:defRPr>
            </a:lvl3pPr>
            <a:lvl4pPr marL="1574800" indent="-223838">
              <a:defRPr sz="1200">
                <a:solidFill>
                  <a:schemeClr val="tx1"/>
                </a:solidFill>
                <a:latin typeface="Arial" pitchFamily="34" charset="0"/>
              </a:defRPr>
            </a:lvl4pPr>
            <a:lvl5pPr marL="2024063" indent="-223838">
              <a:defRPr sz="1200">
                <a:solidFill>
                  <a:schemeClr val="tx1"/>
                </a:solidFill>
                <a:latin typeface="Arial" pitchFamily="34" charset="0"/>
              </a:defRPr>
            </a:lvl5pPr>
            <a:lvl6pPr marL="2481263" indent="-223838" eaLnBrk="0" fontAlgn="base" hangingPunct="0">
              <a:spcBef>
                <a:spcPct val="30000"/>
              </a:spcBef>
              <a:spcAft>
                <a:spcPct val="0"/>
              </a:spcAft>
              <a:defRPr sz="1200">
                <a:solidFill>
                  <a:schemeClr val="tx1"/>
                </a:solidFill>
                <a:latin typeface="Arial" pitchFamily="34" charset="0"/>
              </a:defRPr>
            </a:lvl6pPr>
            <a:lvl7pPr marL="2938463" indent="-223838" eaLnBrk="0" fontAlgn="base" hangingPunct="0">
              <a:spcBef>
                <a:spcPct val="30000"/>
              </a:spcBef>
              <a:spcAft>
                <a:spcPct val="0"/>
              </a:spcAft>
              <a:defRPr sz="1200">
                <a:solidFill>
                  <a:schemeClr val="tx1"/>
                </a:solidFill>
                <a:latin typeface="Arial" pitchFamily="34" charset="0"/>
              </a:defRPr>
            </a:lvl7pPr>
            <a:lvl8pPr marL="3395663" indent="-223838" eaLnBrk="0" fontAlgn="base" hangingPunct="0">
              <a:spcBef>
                <a:spcPct val="30000"/>
              </a:spcBef>
              <a:spcAft>
                <a:spcPct val="0"/>
              </a:spcAft>
              <a:defRPr sz="1200">
                <a:solidFill>
                  <a:schemeClr val="tx1"/>
                </a:solidFill>
                <a:latin typeface="Arial" pitchFamily="34" charset="0"/>
              </a:defRPr>
            </a:lvl8pPr>
            <a:lvl9pPr marL="3852863" indent="-223838" eaLnBrk="0" fontAlgn="base" hangingPunct="0">
              <a:spcBef>
                <a:spcPct val="30000"/>
              </a:spcBef>
              <a:spcAft>
                <a:spcPct val="0"/>
              </a:spcAft>
              <a:defRPr sz="1200">
                <a:solidFill>
                  <a:schemeClr val="tx1"/>
                </a:solidFill>
                <a:latin typeface="Arial" pitchFamily="34" charset="0"/>
              </a:defRPr>
            </a:lvl9pPr>
          </a:lstStyle>
          <a:p>
            <a:fld id="{63A0E03C-FF4B-4264-81C5-F862D2AFBE5C}" type="slidenum">
              <a:rPr lang="en-AU" altLang="tr-TR" sz="1300"/>
              <a:pPr/>
              <a:t>92</a:t>
            </a:fld>
            <a:endParaRPr lang="en-AU" altLang="tr-TR" sz="1300"/>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tr-TR" sz="1100">
                <a:latin typeface="Arial" pitchFamily="34" charset="0"/>
              </a:rPr>
              <a:t>Organizational security policy: Laws, rules, and practices that regulate how an organization manages and protects resources to achieve its security objectives.</a:t>
            </a:r>
            <a:endParaRPr lang="tr-TR" altLang="tr-TR" sz="1100">
              <a:latin typeface="Arial" pitchFamily="34" charset="0"/>
            </a:endParaRPr>
          </a:p>
          <a:p>
            <a:pPr eaLnBrk="1" hangingPunct="1"/>
            <a:r>
              <a:rPr lang="en-GB" altLang="tr-TR" sz="1100">
                <a:latin typeface="Arial" pitchFamily="34" charset="0"/>
              </a:rPr>
              <a:t>Automated security policy: Restrictions and properties that specify how a computing system prevents security violations.</a:t>
            </a:r>
            <a:endParaRPr lang="tr-TR" altLang="tr-TR" sz="1100">
              <a:latin typeface="Arial" pitchFamily="34" charset="0"/>
            </a:endParaRPr>
          </a:p>
          <a:p>
            <a:pPr eaLnBrk="1" hangingPunct="1"/>
            <a:endParaRPr lang="en-US" altLang="tr-TR" sz="1100">
              <a:latin typeface="Arial" pitchFamily="34" charset="0"/>
            </a:endParaRPr>
          </a:p>
        </p:txBody>
      </p:sp>
    </p:spTree>
    <p:extLst>
      <p:ext uri="{BB962C8B-B14F-4D97-AF65-F5344CB8AC3E}">
        <p14:creationId xmlns:p14="http://schemas.microsoft.com/office/powerpoint/2010/main" val="281566180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Image Placeholder 1"/>
          <p:cNvSpPr>
            <a:spLocks noGrp="1" noRot="1" noChangeAspect="1" noTextEdit="1"/>
          </p:cNvSpPr>
          <p:nvPr>
            <p:ph type="sldImg"/>
          </p:nvPr>
        </p:nvSpPr>
        <p:spPr>
          <a:ln/>
        </p:spPr>
      </p:sp>
      <p:sp>
        <p:nvSpPr>
          <p:cNvPr id="993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itchFamily="34" charset="0"/>
                <a:ea typeface="MS PGothic" pitchFamily="34" charset="-128"/>
              </a:rPr>
              <a:t> An attack surface consists of the reachable and exploitable vulnerabilities in a system</a:t>
            </a:r>
          </a:p>
          <a:p>
            <a:r>
              <a:rPr lang="en-US" altLang="en-US">
                <a:latin typeface="Arial" pitchFamily="34" charset="0"/>
                <a:ea typeface="MS PGothic" pitchFamily="34" charset="-128"/>
              </a:rPr>
              <a:t>[MANA11, HOWA03]. Examples of attack surfaces are the following:</a:t>
            </a:r>
          </a:p>
          <a:p>
            <a:endParaRPr lang="en-US" altLang="en-US">
              <a:latin typeface="Arial" pitchFamily="34" charset="0"/>
              <a:ea typeface="MS PGothic" pitchFamily="34" charset="-128"/>
            </a:endParaRPr>
          </a:p>
          <a:p>
            <a:r>
              <a:rPr lang="en-US" altLang="en-US">
                <a:latin typeface="Arial" pitchFamily="34" charset="0"/>
                <a:ea typeface="MS PGothic" pitchFamily="34" charset="-128"/>
              </a:rPr>
              <a:t>■  Open ports on outward facing Web and other servers, and code listening on</a:t>
            </a:r>
          </a:p>
          <a:p>
            <a:r>
              <a:rPr lang="en-US" altLang="en-US">
                <a:latin typeface="Arial" pitchFamily="34" charset="0"/>
                <a:ea typeface="MS PGothic" pitchFamily="34" charset="-128"/>
              </a:rPr>
              <a:t>those ports</a:t>
            </a:r>
          </a:p>
          <a:p>
            <a:endParaRPr lang="en-US" altLang="en-US">
              <a:latin typeface="Arial" pitchFamily="34" charset="0"/>
              <a:ea typeface="MS PGothic" pitchFamily="34" charset="-128"/>
            </a:endParaRPr>
          </a:p>
          <a:p>
            <a:r>
              <a:rPr lang="en-US" altLang="en-US">
                <a:latin typeface="Arial" pitchFamily="34" charset="0"/>
                <a:ea typeface="MS PGothic" pitchFamily="34" charset="-128"/>
              </a:rPr>
              <a:t>■  Services available on the inside of a firewall</a:t>
            </a:r>
          </a:p>
          <a:p>
            <a:endParaRPr lang="en-US" altLang="en-US">
              <a:latin typeface="Arial" pitchFamily="34" charset="0"/>
              <a:ea typeface="MS PGothic" pitchFamily="34" charset="-128"/>
            </a:endParaRPr>
          </a:p>
          <a:p>
            <a:r>
              <a:rPr lang="en-US" altLang="en-US">
                <a:latin typeface="Arial" pitchFamily="34" charset="0"/>
                <a:ea typeface="MS PGothic" pitchFamily="34" charset="-128"/>
              </a:rPr>
              <a:t>■  Code that processes incoming data, email, XML, office documents, and industry-</a:t>
            </a:r>
          </a:p>
          <a:p>
            <a:r>
              <a:rPr lang="en-US" altLang="en-US">
                <a:latin typeface="Arial" pitchFamily="34" charset="0"/>
                <a:ea typeface="MS PGothic" pitchFamily="34" charset="-128"/>
              </a:rPr>
              <a:t>specific custom data exchange formats</a:t>
            </a:r>
          </a:p>
          <a:p>
            <a:endParaRPr lang="en-US" altLang="en-US">
              <a:latin typeface="Arial" pitchFamily="34" charset="0"/>
              <a:ea typeface="MS PGothic" pitchFamily="34" charset="-128"/>
            </a:endParaRPr>
          </a:p>
          <a:p>
            <a:r>
              <a:rPr lang="en-US" altLang="en-US">
                <a:latin typeface="Arial" pitchFamily="34" charset="0"/>
                <a:ea typeface="MS PGothic" pitchFamily="34" charset="-128"/>
              </a:rPr>
              <a:t>■  Interfaces, SQL, and Web forms</a:t>
            </a:r>
          </a:p>
          <a:p>
            <a:endParaRPr lang="en-US" altLang="en-US">
              <a:latin typeface="Arial" pitchFamily="34" charset="0"/>
              <a:ea typeface="MS PGothic" pitchFamily="34" charset="-128"/>
            </a:endParaRPr>
          </a:p>
          <a:p>
            <a:r>
              <a:rPr lang="en-US" altLang="en-US">
                <a:latin typeface="Arial" pitchFamily="34" charset="0"/>
                <a:ea typeface="MS PGothic" pitchFamily="34" charset="-128"/>
              </a:rPr>
              <a:t>■  An employee with access to sensitive information vulnerable to a social</a:t>
            </a:r>
          </a:p>
          <a:p>
            <a:r>
              <a:rPr lang="en-US" altLang="en-US">
                <a:latin typeface="Arial" pitchFamily="34" charset="0"/>
                <a:ea typeface="MS PGothic" pitchFamily="34" charset="-128"/>
              </a:rPr>
              <a:t>Engineering attack</a:t>
            </a:r>
            <a:endParaRPr lang="en-US" altLang="en-US">
              <a:latin typeface="Arial" pitchFamily="34" charset="0"/>
            </a:endParaRPr>
          </a:p>
        </p:txBody>
      </p:sp>
      <p:sp>
        <p:nvSpPr>
          <p:cNvPr id="993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42950" indent="-285750">
              <a:defRPr sz="1200">
                <a:solidFill>
                  <a:schemeClr val="tx1"/>
                </a:solidFill>
                <a:latin typeface="Arial" pitchFamily="34" charset="0"/>
              </a:defRPr>
            </a:lvl2pPr>
            <a:lvl3pPr marL="1143000" indent="-228600">
              <a:defRPr sz="1200">
                <a:solidFill>
                  <a:schemeClr val="tx1"/>
                </a:solidFill>
                <a:latin typeface="Arial" pitchFamily="34" charset="0"/>
              </a:defRPr>
            </a:lvl3pPr>
            <a:lvl4pPr marL="1600200" indent="-228600">
              <a:defRPr sz="1200">
                <a:solidFill>
                  <a:schemeClr val="tx1"/>
                </a:solidFill>
                <a:latin typeface="Arial" pitchFamily="34" charset="0"/>
              </a:defRPr>
            </a:lvl4pPr>
            <a:lvl5pPr marL="2057400" indent="-228600">
              <a:defRPr sz="1200">
                <a:solidFill>
                  <a:schemeClr val="tx1"/>
                </a:solidFill>
                <a:latin typeface="Arial" pitchFamily="34" charset="0"/>
              </a:defRPr>
            </a:lvl5pPr>
            <a:lvl6pPr marL="2514600" indent="-228600" eaLnBrk="0" fontAlgn="base" hangingPunct="0">
              <a:spcBef>
                <a:spcPct val="30000"/>
              </a:spcBef>
              <a:spcAft>
                <a:spcPct val="0"/>
              </a:spcAft>
              <a:defRPr sz="1200">
                <a:solidFill>
                  <a:schemeClr val="tx1"/>
                </a:solidFill>
                <a:latin typeface="Arial" pitchFamily="34" charset="0"/>
              </a:defRPr>
            </a:lvl6pPr>
            <a:lvl7pPr marL="2971800" indent="-228600" eaLnBrk="0" fontAlgn="base" hangingPunct="0">
              <a:spcBef>
                <a:spcPct val="30000"/>
              </a:spcBef>
              <a:spcAft>
                <a:spcPct val="0"/>
              </a:spcAft>
              <a:defRPr sz="1200">
                <a:solidFill>
                  <a:schemeClr val="tx1"/>
                </a:solidFill>
                <a:latin typeface="Arial" pitchFamily="34" charset="0"/>
              </a:defRPr>
            </a:lvl7pPr>
            <a:lvl8pPr marL="3429000" indent="-228600" eaLnBrk="0" fontAlgn="base" hangingPunct="0">
              <a:spcBef>
                <a:spcPct val="30000"/>
              </a:spcBef>
              <a:spcAft>
                <a:spcPct val="0"/>
              </a:spcAft>
              <a:defRPr sz="1200">
                <a:solidFill>
                  <a:schemeClr val="tx1"/>
                </a:solidFill>
                <a:latin typeface="Arial" pitchFamily="34" charset="0"/>
              </a:defRPr>
            </a:lvl8pPr>
            <a:lvl9pPr marL="3886200" indent="-228600" eaLnBrk="0" fontAlgn="base" hangingPunct="0">
              <a:spcBef>
                <a:spcPct val="30000"/>
              </a:spcBef>
              <a:spcAft>
                <a:spcPct val="0"/>
              </a:spcAft>
              <a:defRPr sz="1200">
                <a:solidFill>
                  <a:schemeClr val="tx1"/>
                </a:solidFill>
                <a:latin typeface="Arial" pitchFamily="34" charset="0"/>
              </a:defRPr>
            </a:lvl9pPr>
          </a:lstStyle>
          <a:p>
            <a:fld id="{B3304193-B4BD-4C6C-B09E-5A38164ACE04}" type="slidenum">
              <a:rPr lang="en-AU" altLang="en-US" sz="1300"/>
              <a:pPr/>
              <a:t>93</a:t>
            </a:fld>
            <a:endParaRPr lang="en-AU" altLang="en-US" sz="1300"/>
          </a:p>
        </p:txBody>
      </p:sp>
    </p:spTree>
    <p:extLst>
      <p:ext uri="{BB962C8B-B14F-4D97-AF65-F5344CB8AC3E}">
        <p14:creationId xmlns:p14="http://schemas.microsoft.com/office/powerpoint/2010/main" val="192521579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itchFamily="34" charset="0"/>
                <a:ea typeface="MS PGothic" pitchFamily="34" charset="-128"/>
              </a:rPr>
              <a:t> Attack surfaces can be categorized as follows:</a:t>
            </a:r>
          </a:p>
          <a:p>
            <a:endParaRPr lang="en-US" altLang="en-US">
              <a:latin typeface="Arial" pitchFamily="34" charset="0"/>
              <a:ea typeface="MS PGothic" pitchFamily="34" charset="-128"/>
            </a:endParaRPr>
          </a:p>
          <a:p>
            <a:r>
              <a:rPr lang="en-US" altLang="en-US">
                <a:latin typeface="Arial" pitchFamily="34" charset="0"/>
                <a:ea typeface="MS PGothic" pitchFamily="34" charset="-128"/>
              </a:rPr>
              <a:t>■ Network attack surface:  This category refers to vulnerabilities over an enterprise</a:t>
            </a:r>
          </a:p>
          <a:p>
            <a:r>
              <a:rPr lang="en-US" altLang="en-US">
                <a:latin typeface="Arial" pitchFamily="34" charset="0"/>
                <a:ea typeface="MS PGothic" pitchFamily="34" charset="-128"/>
              </a:rPr>
              <a:t>network, wide-area network, or the Internet. Included in this category are network</a:t>
            </a:r>
          </a:p>
          <a:p>
            <a:r>
              <a:rPr lang="en-US" altLang="en-US">
                <a:latin typeface="Arial" pitchFamily="34" charset="0"/>
                <a:ea typeface="MS PGothic" pitchFamily="34" charset="-128"/>
              </a:rPr>
              <a:t>protocol vulnerabilities, such as those used for a denial-of-service attack,</a:t>
            </a:r>
          </a:p>
          <a:p>
            <a:r>
              <a:rPr lang="en-US" altLang="en-US">
                <a:latin typeface="Arial" pitchFamily="34" charset="0"/>
                <a:ea typeface="MS PGothic" pitchFamily="34" charset="-128"/>
              </a:rPr>
              <a:t>disruption of communications links, and various forms of intruder attacks.</a:t>
            </a:r>
          </a:p>
          <a:p>
            <a:endParaRPr lang="en-US" altLang="en-US">
              <a:latin typeface="Arial" pitchFamily="34" charset="0"/>
              <a:ea typeface="MS PGothic" pitchFamily="34" charset="-128"/>
            </a:endParaRPr>
          </a:p>
          <a:p>
            <a:r>
              <a:rPr lang="en-US" altLang="en-US">
                <a:latin typeface="Arial" pitchFamily="34" charset="0"/>
                <a:ea typeface="MS PGothic" pitchFamily="34" charset="-128"/>
              </a:rPr>
              <a:t>■ Software attack surface: This refers to vulnerabilities in application, utility,</a:t>
            </a:r>
          </a:p>
          <a:p>
            <a:r>
              <a:rPr lang="en-US" altLang="en-US">
                <a:latin typeface="Arial" pitchFamily="34" charset="0"/>
                <a:ea typeface="MS PGothic" pitchFamily="34" charset="-128"/>
              </a:rPr>
              <a:t>or operating system code. A particular focus in this category is Web server</a:t>
            </a:r>
          </a:p>
          <a:p>
            <a:r>
              <a:rPr lang="en-US" altLang="en-US">
                <a:latin typeface="Arial" pitchFamily="34" charset="0"/>
                <a:ea typeface="MS PGothic" pitchFamily="34" charset="-128"/>
              </a:rPr>
              <a:t>Software.</a:t>
            </a:r>
          </a:p>
          <a:p>
            <a:endParaRPr lang="en-US" altLang="en-US">
              <a:latin typeface="Arial" pitchFamily="34" charset="0"/>
              <a:ea typeface="MS PGothic" pitchFamily="34" charset="-128"/>
            </a:endParaRPr>
          </a:p>
          <a:p>
            <a:r>
              <a:rPr lang="en-US" altLang="en-US">
                <a:latin typeface="Arial" pitchFamily="34" charset="0"/>
                <a:ea typeface="MS PGothic" pitchFamily="34" charset="-128"/>
              </a:rPr>
              <a:t>■ Human attack surface: This category refers to vulnerabilities created by</a:t>
            </a:r>
          </a:p>
          <a:p>
            <a:r>
              <a:rPr lang="en-US" altLang="en-US">
                <a:latin typeface="Arial" pitchFamily="34" charset="0"/>
                <a:ea typeface="MS PGothic" pitchFamily="34" charset="-128"/>
              </a:rPr>
              <a:t>personnel or outsiders, such as social engineering, human error, and trusted</a:t>
            </a:r>
          </a:p>
          <a:p>
            <a:r>
              <a:rPr lang="en-US" altLang="en-US">
                <a:latin typeface="Arial" pitchFamily="34" charset="0"/>
                <a:ea typeface="MS PGothic" pitchFamily="34" charset="-128"/>
              </a:rPr>
              <a:t>insiders.</a:t>
            </a:r>
            <a:endParaRPr lang="en-US" altLang="en-US">
              <a:latin typeface="Arial" pitchFamily="34" charset="0"/>
            </a:endParaRPr>
          </a:p>
        </p:txBody>
      </p:sp>
      <p:sp>
        <p:nvSpPr>
          <p:cNvPr id="1013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42950" indent="-285750">
              <a:defRPr sz="1200">
                <a:solidFill>
                  <a:schemeClr val="tx1"/>
                </a:solidFill>
                <a:latin typeface="Arial" pitchFamily="34" charset="0"/>
              </a:defRPr>
            </a:lvl2pPr>
            <a:lvl3pPr marL="1143000" indent="-228600">
              <a:defRPr sz="1200">
                <a:solidFill>
                  <a:schemeClr val="tx1"/>
                </a:solidFill>
                <a:latin typeface="Arial" pitchFamily="34" charset="0"/>
              </a:defRPr>
            </a:lvl3pPr>
            <a:lvl4pPr marL="1600200" indent="-228600">
              <a:defRPr sz="1200">
                <a:solidFill>
                  <a:schemeClr val="tx1"/>
                </a:solidFill>
                <a:latin typeface="Arial" pitchFamily="34" charset="0"/>
              </a:defRPr>
            </a:lvl4pPr>
            <a:lvl5pPr marL="2057400" indent="-228600">
              <a:defRPr sz="1200">
                <a:solidFill>
                  <a:schemeClr val="tx1"/>
                </a:solidFill>
                <a:latin typeface="Arial" pitchFamily="34" charset="0"/>
              </a:defRPr>
            </a:lvl5pPr>
            <a:lvl6pPr marL="2514600" indent="-228600" eaLnBrk="0" fontAlgn="base" hangingPunct="0">
              <a:spcBef>
                <a:spcPct val="30000"/>
              </a:spcBef>
              <a:spcAft>
                <a:spcPct val="0"/>
              </a:spcAft>
              <a:defRPr sz="1200">
                <a:solidFill>
                  <a:schemeClr val="tx1"/>
                </a:solidFill>
                <a:latin typeface="Arial" pitchFamily="34" charset="0"/>
              </a:defRPr>
            </a:lvl6pPr>
            <a:lvl7pPr marL="2971800" indent="-228600" eaLnBrk="0" fontAlgn="base" hangingPunct="0">
              <a:spcBef>
                <a:spcPct val="30000"/>
              </a:spcBef>
              <a:spcAft>
                <a:spcPct val="0"/>
              </a:spcAft>
              <a:defRPr sz="1200">
                <a:solidFill>
                  <a:schemeClr val="tx1"/>
                </a:solidFill>
                <a:latin typeface="Arial" pitchFamily="34" charset="0"/>
              </a:defRPr>
            </a:lvl7pPr>
            <a:lvl8pPr marL="3429000" indent="-228600" eaLnBrk="0" fontAlgn="base" hangingPunct="0">
              <a:spcBef>
                <a:spcPct val="30000"/>
              </a:spcBef>
              <a:spcAft>
                <a:spcPct val="0"/>
              </a:spcAft>
              <a:defRPr sz="1200">
                <a:solidFill>
                  <a:schemeClr val="tx1"/>
                </a:solidFill>
                <a:latin typeface="Arial" pitchFamily="34" charset="0"/>
              </a:defRPr>
            </a:lvl8pPr>
            <a:lvl9pPr marL="3886200" indent="-228600" eaLnBrk="0" fontAlgn="base" hangingPunct="0">
              <a:spcBef>
                <a:spcPct val="30000"/>
              </a:spcBef>
              <a:spcAft>
                <a:spcPct val="0"/>
              </a:spcAft>
              <a:defRPr sz="1200">
                <a:solidFill>
                  <a:schemeClr val="tx1"/>
                </a:solidFill>
                <a:latin typeface="Arial" pitchFamily="34" charset="0"/>
              </a:defRPr>
            </a:lvl9pPr>
          </a:lstStyle>
          <a:p>
            <a:fld id="{F09EF81A-BFE6-438D-9513-38444439B215}" type="slidenum">
              <a:rPr lang="en-AU" altLang="en-US" sz="1300"/>
              <a:pPr/>
              <a:t>94</a:t>
            </a:fld>
            <a:endParaRPr lang="en-AU" altLang="en-US" sz="1300"/>
          </a:p>
        </p:txBody>
      </p:sp>
    </p:spTree>
    <p:extLst>
      <p:ext uri="{BB962C8B-B14F-4D97-AF65-F5344CB8AC3E}">
        <p14:creationId xmlns:p14="http://schemas.microsoft.com/office/powerpoint/2010/main" val="424080090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itchFamily="34" charset="0"/>
                <a:ea typeface="MS PGothic" pitchFamily="34" charset="-128"/>
              </a:rPr>
              <a:t> Attack surfaces can be categorized as follows:</a:t>
            </a:r>
          </a:p>
          <a:p>
            <a:endParaRPr lang="en-US" altLang="en-US">
              <a:latin typeface="Arial" pitchFamily="34" charset="0"/>
              <a:ea typeface="MS PGothic" pitchFamily="34" charset="-128"/>
            </a:endParaRPr>
          </a:p>
          <a:p>
            <a:r>
              <a:rPr lang="en-US" altLang="en-US">
                <a:latin typeface="Arial" pitchFamily="34" charset="0"/>
                <a:ea typeface="MS PGothic" pitchFamily="34" charset="-128"/>
              </a:rPr>
              <a:t>■ Network attack surface:  This category refers to vulnerabilities over an enterprise</a:t>
            </a:r>
          </a:p>
          <a:p>
            <a:r>
              <a:rPr lang="en-US" altLang="en-US">
                <a:latin typeface="Arial" pitchFamily="34" charset="0"/>
                <a:ea typeface="MS PGothic" pitchFamily="34" charset="-128"/>
              </a:rPr>
              <a:t>network, wide-area network, or the Internet. Included in this category are network</a:t>
            </a:r>
          </a:p>
          <a:p>
            <a:r>
              <a:rPr lang="en-US" altLang="en-US">
                <a:latin typeface="Arial" pitchFamily="34" charset="0"/>
                <a:ea typeface="MS PGothic" pitchFamily="34" charset="-128"/>
              </a:rPr>
              <a:t>protocol vulnerabilities, such as those used for a denial-of-service attack,</a:t>
            </a:r>
          </a:p>
          <a:p>
            <a:r>
              <a:rPr lang="en-US" altLang="en-US">
                <a:latin typeface="Arial" pitchFamily="34" charset="0"/>
                <a:ea typeface="MS PGothic" pitchFamily="34" charset="-128"/>
              </a:rPr>
              <a:t>disruption of communications links, and various forms of intruder attacks.</a:t>
            </a:r>
          </a:p>
          <a:p>
            <a:endParaRPr lang="en-US" altLang="en-US">
              <a:latin typeface="Arial" pitchFamily="34" charset="0"/>
              <a:ea typeface="MS PGothic" pitchFamily="34" charset="-128"/>
            </a:endParaRPr>
          </a:p>
          <a:p>
            <a:r>
              <a:rPr lang="en-US" altLang="en-US">
                <a:latin typeface="Arial" pitchFamily="34" charset="0"/>
                <a:ea typeface="MS PGothic" pitchFamily="34" charset="-128"/>
              </a:rPr>
              <a:t>■ Software attack surface: This refers to vulnerabilities in application, utility,</a:t>
            </a:r>
          </a:p>
          <a:p>
            <a:r>
              <a:rPr lang="en-US" altLang="en-US">
                <a:latin typeface="Arial" pitchFamily="34" charset="0"/>
                <a:ea typeface="MS PGothic" pitchFamily="34" charset="-128"/>
              </a:rPr>
              <a:t>or operating system code. A particular focus in this category is Web server</a:t>
            </a:r>
          </a:p>
          <a:p>
            <a:r>
              <a:rPr lang="en-US" altLang="en-US">
                <a:latin typeface="Arial" pitchFamily="34" charset="0"/>
                <a:ea typeface="MS PGothic" pitchFamily="34" charset="-128"/>
              </a:rPr>
              <a:t>Software.</a:t>
            </a:r>
          </a:p>
          <a:p>
            <a:endParaRPr lang="en-US" altLang="en-US">
              <a:latin typeface="Arial" pitchFamily="34" charset="0"/>
              <a:ea typeface="MS PGothic" pitchFamily="34" charset="-128"/>
            </a:endParaRPr>
          </a:p>
          <a:p>
            <a:r>
              <a:rPr lang="en-US" altLang="en-US">
                <a:latin typeface="Arial" pitchFamily="34" charset="0"/>
                <a:ea typeface="MS PGothic" pitchFamily="34" charset="-128"/>
              </a:rPr>
              <a:t>■ Human attack surface: This category refers to vulnerabilities created by</a:t>
            </a:r>
          </a:p>
          <a:p>
            <a:r>
              <a:rPr lang="en-US" altLang="en-US">
                <a:latin typeface="Arial" pitchFamily="34" charset="0"/>
                <a:ea typeface="MS PGothic" pitchFamily="34" charset="-128"/>
              </a:rPr>
              <a:t>personnel or outsiders, such as social engineering, human error, and trusted</a:t>
            </a:r>
          </a:p>
          <a:p>
            <a:r>
              <a:rPr lang="en-US" altLang="en-US">
                <a:latin typeface="Arial" pitchFamily="34" charset="0"/>
                <a:ea typeface="MS PGothic" pitchFamily="34" charset="-128"/>
              </a:rPr>
              <a:t>insiders.</a:t>
            </a:r>
            <a:endParaRPr lang="en-US" altLang="en-US">
              <a:latin typeface="Arial" pitchFamily="34" charset="0"/>
            </a:endParaRPr>
          </a:p>
        </p:txBody>
      </p:sp>
      <p:sp>
        <p:nvSpPr>
          <p:cNvPr id="1013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42950" indent="-285750">
              <a:defRPr sz="1200">
                <a:solidFill>
                  <a:schemeClr val="tx1"/>
                </a:solidFill>
                <a:latin typeface="Arial" pitchFamily="34" charset="0"/>
              </a:defRPr>
            </a:lvl2pPr>
            <a:lvl3pPr marL="1143000" indent="-228600">
              <a:defRPr sz="1200">
                <a:solidFill>
                  <a:schemeClr val="tx1"/>
                </a:solidFill>
                <a:latin typeface="Arial" pitchFamily="34" charset="0"/>
              </a:defRPr>
            </a:lvl3pPr>
            <a:lvl4pPr marL="1600200" indent="-228600">
              <a:defRPr sz="1200">
                <a:solidFill>
                  <a:schemeClr val="tx1"/>
                </a:solidFill>
                <a:latin typeface="Arial" pitchFamily="34" charset="0"/>
              </a:defRPr>
            </a:lvl4pPr>
            <a:lvl5pPr marL="2057400" indent="-228600">
              <a:defRPr sz="1200">
                <a:solidFill>
                  <a:schemeClr val="tx1"/>
                </a:solidFill>
                <a:latin typeface="Arial" pitchFamily="34" charset="0"/>
              </a:defRPr>
            </a:lvl5pPr>
            <a:lvl6pPr marL="2514600" indent="-228600" eaLnBrk="0" fontAlgn="base" hangingPunct="0">
              <a:spcBef>
                <a:spcPct val="30000"/>
              </a:spcBef>
              <a:spcAft>
                <a:spcPct val="0"/>
              </a:spcAft>
              <a:defRPr sz="1200">
                <a:solidFill>
                  <a:schemeClr val="tx1"/>
                </a:solidFill>
                <a:latin typeface="Arial" pitchFamily="34" charset="0"/>
              </a:defRPr>
            </a:lvl6pPr>
            <a:lvl7pPr marL="2971800" indent="-228600" eaLnBrk="0" fontAlgn="base" hangingPunct="0">
              <a:spcBef>
                <a:spcPct val="30000"/>
              </a:spcBef>
              <a:spcAft>
                <a:spcPct val="0"/>
              </a:spcAft>
              <a:defRPr sz="1200">
                <a:solidFill>
                  <a:schemeClr val="tx1"/>
                </a:solidFill>
                <a:latin typeface="Arial" pitchFamily="34" charset="0"/>
              </a:defRPr>
            </a:lvl7pPr>
            <a:lvl8pPr marL="3429000" indent="-228600" eaLnBrk="0" fontAlgn="base" hangingPunct="0">
              <a:spcBef>
                <a:spcPct val="30000"/>
              </a:spcBef>
              <a:spcAft>
                <a:spcPct val="0"/>
              </a:spcAft>
              <a:defRPr sz="1200">
                <a:solidFill>
                  <a:schemeClr val="tx1"/>
                </a:solidFill>
                <a:latin typeface="Arial" pitchFamily="34" charset="0"/>
              </a:defRPr>
            </a:lvl8pPr>
            <a:lvl9pPr marL="3886200" indent="-228600" eaLnBrk="0" fontAlgn="base" hangingPunct="0">
              <a:spcBef>
                <a:spcPct val="30000"/>
              </a:spcBef>
              <a:spcAft>
                <a:spcPct val="0"/>
              </a:spcAft>
              <a:defRPr sz="1200">
                <a:solidFill>
                  <a:schemeClr val="tx1"/>
                </a:solidFill>
                <a:latin typeface="Arial" pitchFamily="34" charset="0"/>
              </a:defRPr>
            </a:lvl9pPr>
          </a:lstStyle>
          <a:p>
            <a:fld id="{F09EF81A-BFE6-438D-9513-38444439B215}" type="slidenum">
              <a:rPr lang="en-AU" altLang="en-US" sz="1300"/>
              <a:pPr/>
              <a:t>95</a:t>
            </a:fld>
            <a:endParaRPr lang="en-AU" altLang="en-US" sz="1300"/>
          </a:p>
        </p:txBody>
      </p:sp>
    </p:spTree>
    <p:extLst>
      <p:ext uri="{BB962C8B-B14F-4D97-AF65-F5344CB8AC3E}">
        <p14:creationId xmlns:p14="http://schemas.microsoft.com/office/powerpoint/2010/main" val="54781755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itchFamily="34" charset="0"/>
                <a:ea typeface="MS PGothic" pitchFamily="34" charset="-128"/>
              </a:rPr>
              <a:t> Attack surfaces can be categorized as follows:</a:t>
            </a:r>
          </a:p>
          <a:p>
            <a:endParaRPr lang="en-US" altLang="en-US">
              <a:latin typeface="Arial" pitchFamily="34" charset="0"/>
              <a:ea typeface="MS PGothic" pitchFamily="34" charset="-128"/>
            </a:endParaRPr>
          </a:p>
          <a:p>
            <a:r>
              <a:rPr lang="en-US" altLang="en-US">
                <a:latin typeface="Arial" pitchFamily="34" charset="0"/>
                <a:ea typeface="MS PGothic" pitchFamily="34" charset="-128"/>
              </a:rPr>
              <a:t>■ Network attack surface:  This category refers to vulnerabilities over an enterprise</a:t>
            </a:r>
          </a:p>
          <a:p>
            <a:r>
              <a:rPr lang="en-US" altLang="en-US">
                <a:latin typeface="Arial" pitchFamily="34" charset="0"/>
                <a:ea typeface="MS PGothic" pitchFamily="34" charset="-128"/>
              </a:rPr>
              <a:t>network, wide-area network, or the Internet. Included in this category are network</a:t>
            </a:r>
          </a:p>
          <a:p>
            <a:r>
              <a:rPr lang="en-US" altLang="en-US">
                <a:latin typeface="Arial" pitchFamily="34" charset="0"/>
                <a:ea typeface="MS PGothic" pitchFamily="34" charset="-128"/>
              </a:rPr>
              <a:t>protocol vulnerabilities, such as those used for a denial-of-service attack,</a:t>
            </a:r>
          </a:p>
          <a:p>
            <a:r>
              <a:rPr lang="en-US" altLang="en-US">
                <a:latin typeface="Arial" pitchFamily="34" charset="0"/>
                <a:ea typeface="MS PGothic" pitchFamily="34" charset="-128"/>
              </a:rPr>
              <a:t>disruption of communications links, and various forms of intruder attacks.</a:t>
            </a:r>
          </a:p>
          <a:p>
            <a:endParaRPr lang="en-US" altLang="en-US">
              <a:latin typeface="Arial" pitchFamily="34" charset="0"/>
              <a:ea typeface="MS PGothic" pitchFamily="34" charset="-128"/>
            </a:endParaRPr>
          </a:p>
          <a:p>
            <a:r>
              <a:rPr lang="en-US" altLang="en-US">
                <a:latin typeface="Arial" pitchFamily="34" charset="0"/>
                <a:ea typeface="MS PGothic" pitchFamily="34" charset="-128"/>
              </a:rPr>
              <a:t>■ Software attack surface: This refers to vulnerabilities in application, utility,</a:t>
            </a:r>
          </a:p>
          <a:p>
            <a:r>
              <a:rPr lang="en-US" altLang="en-US">
                <a:latin typeface="Arial" pitchFamily="34" charset="0"/>
                <a:ea typeface="MS PGothic" pitchFamily="34" charset="-128"/>
              </a:rPr>
              <a:t>or operating system code. A particular focus in this category is Web server</a:t>
            </a:r>
          </a:p>
          <a:p>
            <a:r>
              <a:rPr lang="en-US" altLang="en-US">
                <a:latin typeface="Arial" pitchFamily="34" charset="0"/>
                <a:ea typeface="MS PGothic" pitchFamily="34" charset="-128"/>
              </a:rPr>
              <a:t>Software.</a:t>
            </a:r>
          </a:p>
          <a:p>
            <a:endParaRPr lang="en-US" altLang="en-US">
              <a:latin typeface="Arial" pitchFamily="34" charset="0"/>
              <a:ea typeface="MS PGothic" pitchFamily="34" charset="-128"/>
            </a:endParaRPr>
          </a:p>
          <a:p>
            <a:r>
              <a:rPr lang="en-US" altLang="en-US">
                <a:latin typeface="Arial" pitchFamily="34" charset="0"/>
                <a:ea typeface="MS PGothic" pitchFamily="34" charset="-128"/>
              </a:rPr>
              <a:t>■ Human attack surface: This category refers to vulnerabilities created by</a:t>
            </a:r>
          </a:p>
          <a:p>
            <a:r>
              <a:rPr lang="en-US" altLang="en-US">
                <a:latin typeface="Arial" pitchFamily="34" charset="0"/>
                <a:ea typeface="MS PGothic" pitchFamily="34" charset="-128"/>
              </a:rPr>
              <a:t>personnel or outsiders, such as social engineering, human error, and trusted</a:t>
            </a:r>
          </a:p>
          <a:p>
            <a:r>
              <a:rPr lang="en-US" altLang="en-US">
                <a:latin typeface="Arial" pitchFamily="34" charset="0"/>
                <a:ea typeface="MS PGothic" pitchFamily="34" charset="-128"/>
              </a:rPr>
              <a:t>insiders.</a:t>
            </a:r>
            <a:endParaRPr lang="en-US" altLang="en-US">
              <a:latin typeface="Arial" pitchFamily="34" charset="0"/>
            </a:endParaRPr>
          </a:p>
        </p:txBody>
      </p:sp>
      <p:sp>
        <p:nvSpPr>
          <p:cNvPr id="1013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42950" indent="-285750">
              <a:defRPr sz="1200">
                <a:solidFill>
                  <a:schemeClr val="tx1"/>
                </a:solidFill>
                <a:latin typeface="Arial" pitchFamily="34" charset="0"/>
              </a:defRPr>
            </a:lvl2pPr>
            <a:lvl3pPr marL="1143000" indent="-228600">
              <a:defRPr sz="1200">
                <a:solidFill>
                  <a:schemeClr val="tx1"/>
                </a:solidFill>
                <a:latin typeface="Arial" pitchFamily="34" charset="0"/>
              </a:defRPr>
            </a:lvl3pPr>
            <a:lvl4pPr marL="1600200" indent="-228600">
              <a:defRPr sz="1200">
                <a:solidFill>
                  <a:schemeClr val="tx1"/>
                </a:solidFill>
                <a:latin typeface="Arial" pitchFamily="34" charset="0"/>
              </a:defRPr>
            </a:lvl4pPr>
            <a:lvl5pPr marL="2057400" indent="-228600">
              <a:defRPr sz="1200">
                <a:solidFill>
                  <a:schemeClr val="tx1"/>
                </a:solidFill>
                <a:latin typeface="Arial" pitchFamily="34" charset="0"/>
              </a:defRPr>
            </a:lvl5pPr>
            <a:lvl6pPr marL="2514600" indent="-228600" eaLnBrk="0" fontAlgn="base" hangingPunct="0">
              <a:spcBef>
                <a:spcPct val="30000"/>
              </a:spcBef>
              <a:spcAft>
                <a:spcPct val="0"/>
              </a:spcAft>
              <a:defRPr sz="1200">
                <a:solidFill>
                  <a:schemeClr val="tx1"/>
                </a:solidFill>
                <a:latin typeface="Arial" pitchFamily="34" charset="0"/>
              </a:defRPr>
            </a:lvl6pPr>
            <a:lvl7pPr marL="2971800" indent="-228600" eaLnBrk="0" fontAlgn="base" hangingPunct="0">
              <a:spcBef>
                <a:spcPct val="30000"/>
              </a:spcBef>
              <a:spcAft>
                <a:spcPct val="0"/>
              </a:spcAft>
              <a:defRPr sz="1200">
                <a:solidFill>
                  <a:schemeClr val="tx1"/>
                </a:solidFill>
                <a:latin typeface="Arial" pitchFamily="34" charset="0"/>
              </a:defRPr>
            </a:lvl7pPr>
            <a:lvl8pPr marL="3429000" indent="-228600" eaLnBrk="0" fontAlgn="base" hangingPunct="0">
              <a:spcBef>
                <a:spcPct val="30000"/>
              </a:spcBef>
              <a:spcAft>
                <a:spcPct val="0"/>
              </a:spcAft>
              <a:defRPr sz="1200">
                <a:solidFill>
                  <a:schemeClr val="tx1"/>
                </a:solidFill>
                <a:latin typeface="Arial" pitchFamily="34" charset="0"/>
              </a:defRPr>
            </a:lvl8pPr>
            <a:lvl9pPr marL="3886200" indent="-228600" eaLnBrk="0" fontAlgn="base" hangingPunct="0">
              <a:spcBef>
                <a:spcPct val="30000"/>
              </a:spcBef>
              <a:spcAft>
                <a:spcPct val="0"/>
              </a:spcAft>
              <a:defRPr sz="1200">
                <a:solidFill>
                  <a:schemeClr val="tx1"/>
                </a:solidFill>
                <a:latin typeface="Arial" pitchFamily="34" charset="0"/>
              </a:defRPr>
            </a:lvl9pPr>
          </a:lstStyle>
          <a:p>
            <a:fld id="{F09EF81A-BFE6-438D-9513-38444439B215}" type="slidenum">
              <a:rPr lang="en-AU" altLang="en-US" sz="1300"/>
              <a:pPr/>
              <a:t>96</a:t>
            </a:fld>
            <a:endParaRPr lang="en-AU" altLang="en-US" sz="1300"/>
          </a:p>
        </p:txBody>
      </p:sp>
    </p:spTree>
    <p:extLst>
      <p:ext uri="{BB962C8B-B14F-4D97-AF65-F5344CB8AC3E}">
        <p14:creationId xmlns:p14="http://schemas.microsoft.com/office/powerpoint/2010/main" val="215694808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itchFamily="34" charset="0"/>
                <a:ea typeface="MS PGothic" pitchFamily="34" charset="-128"/>
              </a:rPr>
              <a:t> Attack surfaces can be categorized as follows:</a:t>
            </a:r>
          </a:p>
          <a:p>
            <a:endParaRPr lang="en-US" altLang="en-US">
              <a:latin typeface="Arial" pitchFamily="34" charset="0"/>
              <a:ea typeface="MS PGothic" pitchFamily="34" charset="-128"/>
            </a:endParaRPr>
          </a:p>
          <a:p>
            <a:r>
              <a:rPr lang="en-US" altLang="en-US">
                <a:latin typeface="Arial" pitchFamily="34" charset="0"/>
                <a:ea typeface="MS PGothic" pitchFamily="34" charset="-128"/>
              </a:rPr>
              <a:t>■ Network attack surface:  This category refers to vulnerabilities over an enterprise</a:t>
            </a:r>
          </a:p>
          <a:p>
            <a:r>
              <a:rPr lang="en-US" altLang="en-US">
                <a:latin typeface="Arial" pitchFamily="34" charset="0"/>
                <a:ea typeface="MS PGothic" pitchFamily="34" charset="-128"/>
              </a:rPr>
              <a:t>network, wide-area network, or the Internet. Included in this category are network</a:t>
            </a:r>
          </a:p>
          <a:p>
            <a:r>
              <a:rPr lang="en-US" altLang="en-US">
                <a:latin typeface="Arial" pitchFamily="34" charset="0"/>
                <a:ea typeface="MS PGothic" pitchFamily="34" charset="-128"/>
              </a:rPr>
              <a:t>protocol vulnerabilities, such as those used for a denial-of-service attack,</a:t>
            </a:r>
          </a:p>
          <a:p>
            <a:r>
              <a:rPr lang="en-US" altLang="en-US">
                <a:latin typeface="Arial" pitchFamily="34" charset="0"/>
                <a:ea typeface="MS PGothic" pitchFamily="34" charset="-128"/>
              </a:rPr>
              <a:t>disruption of communications links, and various forms of intruder attacks.</a:t>
            </a:r>
          </a:p>
          <a:p>
            <a:endParaRPr lang="en-US" altLang="en-US">
              <a:latin typeface="Arial" pitchFamily="34" charset="0"/>
              <a:ea typeface="MS PGothic" pitchFamily="34" charset="-128"/>
            </a:endParaRPr>
          </a:p>
          <a:p>
            <a:r>
              <a:rPr lang="en-US" altLang="en-US">
                <a:latin typeface="Arial" pitchFamily="34" charset="0"/>
                <a:ea typeface="MS PGothic" pitchFamily="34" charset="-128"/>
              </a:rPr>
              <a:t>■ Software attack surface: This refers to vulnerabilities in application, utility,</a:t>
            </a:r>
          </a:p>
          <a:p>
            <a:r>
              <a:rPr lang="en-US" altLang="en-US">
                <a:latin typeface="Arial" pitchFamily="34" charset="0"/>
                <a:ea typeface="MS PGothic" pitchFamily="34" charset="-128"/>
              </a:rPr>
              <a:t>or operating system code. A particular focus in this category is Web server</a:t>
            </a:r>
          </a:p>
          <a:p>
            <a:r>
              <a:rPr lang="en-US" altLang="en-US">
                <a:latin typeface="Arial" pitchFamily="34" charset="0"/>
                <a:ea typeface="MS PGothic" pitchFamily="34" charset="-128"/>
              </a:rPr>
              <a:t>Software.</a:t>
            </a:r>
          </a:p>
          <a:p>
            <a:endParaRPr lang="en-US" altLang="en-US">
              <a:latin typeface="Arial" pitchFamily="34" charset="0"/>
              <a:ea typeface="MS PGothic" pitchFamily="34" charset="-128"/>
            </a:endParaRPr>
          </a:p>
          <a:p>
            <a:r>
              <a:rPr lang="en-US" altLang="en-US">
                <a:latin typeface="Arial" pitchFamily="34" charset="0"/>
                <a:ea typeface="MS PGothic" pitchFamily="34" charset="-128"/>
              </a:rPr>
              <a:t>■ Human attack surface: This category refers to vulnerabilities created by</a:t>
            </a:r>
          </a:p>
          <a:p>
            <a:r>
              <a:rPr lang="en-US" altLang="en-US">
                <a:latin typeface="Arial" pitchFamily="34" charset="0"/>
                <a:ea typeface="MS PGothic" pitchFamily="34" charset="-128"/>
              </a:rPr>
              <a:t>personnel or outsiders, such as social engineering, human error, and trusted</a:t>
            </a:r>
          </a:p>
          <a:p>
            <a:r>
              <a:rPr lang="en-US" altLang="en-US">
                <a:latin typeface="Arial" pitchFamily="34" charset="0"/>
                <a:ea typeface="MS PGothic" pitchFamily="34" charset="-128"/>
              </a:rPr>
              <a:t>insiders.</a:t>
            </a:r>
            <a:endParaRPr lang="en-US" altLang="en-US">
              <a:latin typeface="Arial" pitchFamily="34" charset="0"/>
            </a:endParaRPr>
          </a:p>
        </p:txBody>
      </p:sp>
      <p:sp>
        <p:nvSpPr>
          <p:cNvPr id="1013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42950" indent="-285750">
              <a:defRPr sz="1200">
                <a:solidFill>
                  <a:schemeClr val="tx1"/>
                </a:solidFill>
                <a:latin typeface="Arial" pitchFamily="34" charset="0"/>
              </a:defRPr>
            </a:lvl2pPr>
            <a:lvl3pPr marL="1143000" indent="-228600">
              <a:defRPr sz="1200">
                <a:solidFill>
                  <a:schemeClr val="tx1"/>
                </a:solidFill>
                <a:latin typeface="Arial" pitchFamily="34" charset="0"/>
              </a:defRPr>
            </a:lvl3pPr>
            <a:lvl4pPr marL="1600200" indent="-228600">
              <a:defRPr sz="1200">
                <a:solidFill>
                  <a:schemeClr val="tx1"/>
                </a:solidFill>
                <a:latin typeface="Arial" pitchFamily="34" charset="0"/>
              </a:defRPr>
            </a:lvl4pPr>
            <a:lvl5pPr marL="2057400" indent="-228600">
              <a:defRPr sz="1200">
                <a:solidFill>
                  <a:schemeClr val="tx1"/>
                </a:solidFill>
                <a:latin typeface="Arial" pitchFamily="34" charset="0"/>
              </a:defRPr>
            </a:lvl5pPr>
            <a:lvl6pPr marL="2514600" indent="-228600" eaLnBrk="0" fontAlgn="base" hangingPunct="0">
              <a:spcBef>
                <a:spcPct val="30000"/>
              </a:spcBef>
              <a:spcAft>
                <a:spcPct val="0"/>
              </a:spcAft>
              <a:defRPr sz="1200">
                <a:solidFill>
                  <a:schemeClr val="tx1"/>
                </a:solidFill>
                <a:latin typeface="Arial" pitchFamily="34" charset="0"/>
              </a:defRPr>
            </a:lvl6pPr>
            <a:lvl7pPr marL="2971800" indent="-228600" eaLnBrk="0" fontAlgn="base" hangingPunct="0">
              <a:spcBef>
                <a:spcPct val="30000"/>
              </a:spcBef>
              <a:spcAft>
                <a:spcPct val="0"/>
              </a:spcAft>
              <a:defRPr sz="1200">
                <a:solidFill>
                  <a:schemeClr val="tx1"/>
                </a:solidFill>
                <a:latin typeface="Arial" pitchFamily="34" charset="0"/>
              </a:defRPr>
            </a:lvl7pPr>
            <a:lvl8pPr marL="3429000" indent="-228600" eaLnBrk="0" fontAlgn="base" hangingPunct="0">
              <a:spcBef>
                <a:spcPct val="30000"/>
              </a:spcBef>
              <a:spcAft>
                <a:spcPct val="0"/>
              </a:spcAft>
              <a:defRPr sz="1200">
                <a:solidFill>
                  <a:schemeClr val="tx1"/>
                </a:solidFill>
                <a:latin typeface="Arial" pitchFamily="34" charset="0"/>
              </a:defRPr>
            </a:lvl8pPr>
            <a:lvl9pPr marL="3886200" indent="-228600" eaLnBrk="0" fontAlgn="base" hangingPunct="0">
              <a:spcBef>
                <a:spcPct val="30000"/>
              </a:spcBef>
              <a:spcAft>
                <a:spcPct val="0"/>
              </a:spcAft>
              <a:defRPr sz="1200">
                <a:solidFill>
                  <a:schemeClr val="tx1"/>
                </a:solidFill>
                <a:latin typeface="Arial" pitchFamily="34" charset="0"/>
              </a:defRPr>
            </a:lvl9pPr>
          </a:lstStyle>
          <a:p>
            <a:fld id="{F09EF81A-BFE6-438D-9513-38444439B215}" type="slidenum">
              <a:rPr lang="en-AU" altLang="en-US" sz="1300"/>
              <a:pPr/>
              <a:t>97</a:t>
            </a:fld>
            <a:endParaRPr lang="en-AU" altLang="en-US" sz="1300"/>
          </a:p>
        </p:txBody>
      </p:sp>
    </p:spTree>
    <p:extLst>
      <p:ext uri="{BB962C8B-B14F-4D97-AF65-F5344CB8AC3E}">
        <p14:creationId xmlns:p14="http://schemas.microsoft.com/office/powerpoint/2010/main" val="30573255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a:bodyPr>
          <a:lstStyle/>
          <a:p>
            <a:pPr>
              <a:defRPr/>
            </a:pPr>
            <a:endParaRPr lang="en-US" dirty="0"/>
          </a:p>
        </p:txBody>
      </p:sp>
      <p:sp>
        <p:nvSpPr>
          <p:cNvPr id="100356" name="Slide Number Placeholder 3"/>
          <p:cNvSpPr>
            <a:spLocks noGrp="1"/>
          </p:cNvSpPr>
          <p:nvPr>
            <p:ph type="sldNum" sz="quarter" idx="5"/>
          </p:nvPr>
        </p:nvSpPr>
        <p:spPr/>
        <p:txBody>
          <a:bodyPr/>
          <a:lstStyle/>
          <a:p>
            <a:pPr>
              <a:defRPr/>
            </a:pPr>
            <a:fld id="{85EC05E4-BF01-416B-BD57-4CB81FD9ECBF}" type="slidenum">
              <a:rPr lang="en-AU" smtClean="0">
                <a:latin typeface="Arial" pitchFamily="34" charset="0"/>
              </a:rPr>
              <a:pPr>
                <a:defRPr/>
              </a:pPr>
              <a:t>98</a:t>
            </a:fld>
            <a:endParaRPr lang="en-AU">
              <a:latin typeface="Arial" pitchFamily="34" charset="0"/>
            </a:endParaRPr>
          </a:p>
        </p:txBody>
      </p:sp>
    </p:spTree>
    <p:extLst>
      <p:ext uri="{BB962C8B-B14F-4D97-AF65-F5344CB8AC3E}">
        <p14:creationId xmlns:p14="http://schemas.microsoft.com/office/powerpoint/2010/main" val="299234284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a:bodyPr>
          <a:lstStyle/>
          <a:p>
            <a:pPr>
              <a:defRPr/>
            </a:pPr>
            <a:endParaRPr lang="en-US" dirty="0"/>
          </a:p>
        </p:txBody>
      </p:sp>
      <p:sp>
        <p:nvSpPr>
          <p:cNvPr id="101380" name="Slide Number Placeholder 3"/>
          <p:cNvSpPr>
            <a:spLocks noGrp="1"/>
          </p:cNvSpPr>
          <p:nvPr>
            <p:ph type="sldNum" sz="quarter" idx="5"/>
          </p:nvPr>
        </p:nvSpPr>
        <p:spPr/>
        <p:txBody>
          <a:bodyPr/>
          <a:lstStyle/>
          <a:p>
            <a:pPr>
              <a:defRPr/>
            </a:pPr>
            <a:fld id="{9ACB9018-2469-47C6-8F6E-02EEFDE5137C}" type="slidenum">
              <a:rPr lang="en-AU" smtClean="0">
                <a:latin typeface="Arial" pitchFamily="34" charset="0"/>
              </a:rPr>
              <a:pPr>
                <a:defRPr/>
              </a:pPr>
              <a:t>99</a:t>
            </a:fld>
            <a:endParaRPr lang="en-AU">
              <a:latin typeface="Arial" pitchFamily="34" charset="0"/>
            </a:endParaRPr>
          </a:p>
        </p:txBody>
      </p:sp>
    </p:spTree>
    <p:extLst>
      <p:ext uri="{BB962C8B-B14F-4D97-AF65-F5344CB8AC3E}">
        <p14:creationId xmlns:p14="http://schemas.microsoft.com/office/powerpoint/2010/main" val="289056709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p:cNvSpPr>
            <a:spLocks noGrp="1" noChangeArrowheads="1"/>
          </p:cNvSpPr>
          <p:nvPr>
            <p:ph type="ftr" sz="quarter" idx="4"/>
          </p:nvPr>
        </p:nvSpPr>
        <p:spPr/>
        <p:txBody>
          <a:bodyPr/>
          <a:lstStyle/>
          <a:p>
            <a:pPr>
              <a:defRPr/>
            </a:pPr>
            <a:r>
              <a:rPr lang="en-US"/>
              <a:t>1.#</a:t>
            </a:r>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p:spPr>
        <p:txBody>
          <a:bodyPr/>
          <a:lstStyle/>
          <a:p>
            <a:endParaRPr lang="en-US">
              <a:latin typeface="Arial" pitchFamily="34" charset="0"/>
              <a:ea typeface="ＭＳ Ｐゴシック" pitchFamily="34" charset="-128"/>
            </a:endParaRPr>
          </a:p>
        </p:txBody>
      </p:sp>
    </p:spTree>
    <p:extLst>
      <p:ext uri="{BB962C8B-B14F-4D97-AF65-F5344CB8AC3E}">
        <p14:creationId xmlns:p14="http://schemas.microsoft.com/office/powerpoint/2010/main" val="231043256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p:cNvSpPr>
            <a:spLocks noGrp="1" noChangeArrowheads="1"/>
          </p:cNvSpPr>
          <p:nvPr>
            <p:ph type="ftr" sz="quarter" idx="4"/>
          </p:nvPr>
        </p:nvSpPr>
        <p:spPr/>
        <p:txBody>
          <a:bodyPr/>
          <a:lstStyle/>
          <a:p>
            <a:pPr>
              <a:defRPr/>
            </a:pPr>
            <a:r>
              <a:rPr lang="en-US"/>
              <a:t>1.#</a:t>
            </a:r>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p:spPr>
        <p:txBody>
          <a:bodyPr/>
          <a:lstStyle/>
          <a:p>
            <a:endParaRPr lang="en-US">
              <a:latin typeface="Arial" pitchFamily="34" charset="0"/>
              <a:ea typeface="ＭＳ Ｐゴシック" pitchFamily="34" charset="-128"/>
            </a:endParaRPr>
          </a:p>
        </p:txBody>
      </p:sp>
    </p:spTree>
    <p:extLst>
      <p:ext uri="{BB962C8B-B14F-4D97-AF65-F5344CB8AC3E}">
        <p14:creationId xmlns:p14="http://schemas.microsoft.com/office/powerpoint/2010/main" val="393685277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p:cNvSpPr>
            <a:spLocks noGrp="1" noChangeArrowheads="1"/>
          </p:cNvSpPr>
          <p:nvPr>
            <p:ph type="ftr" sz="quarter" idx="4"/>
          </p:nvPr>
        </p:nvSpPr>
        <p:spPr/>
        <p:txBody>
          <a:bodyPr/>
          <a:lstStyle/>
          <a:p>
            <a:pPr>
              <a:defRPr/>
            </a:pPr>
            <a:r>
              <a:rPr lang="en-US"/>
              <a:t>1.#</a:t>
            </a:r>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p:spPr>
        <p:txBody>
          <a:bodyPr/>
          <a:lstStyle/>
          <a:p>
            <a:endParaRPr lang="en-US">
              <a:latin typeface="Arial" pitchFamily="34" charset="0"/>
              <a:ea typeface="ＭＳ Ｐゴシック" pitchFamily="34" charset="-128"/>
            </a:endParaRPr>
          </a:p>
        </p:txBody>
      </p:sp>
    </p:spTree>
    <p:extLst>
      <p:ext uri="{BB962C8B-B14F-4D97-AF65-F5344CB8AC3E}">
        <p14:creationId xmlns:p14="http://schemas.microsoft.com/office/powerpoint/2010/main" val="274033420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p:cNvSpPr>
            <a:spLocks noGrp="1" noChangeArrowheads="1"/>
          </p:cNvSpPr>
          <p:nvPr>
            <p:ph type="ftr" sz="quarter" idx="4"/>
          </p:nvPr>
        </p:nvSpPr>
        <p:spPr/>
        <p:txBody>
          <a:bodyPr/>
          <a:lstStyle/>
          <a:p>
            <a:pPr>
              <a:defRPr/>
            </a:pPr>
            <a:r>
              <a:rPr lang="en-US"/>
              <a:t>1.#</a:t>
            </a: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p:spPr>
        <p:txBody>
          <a:bodyPr/>
          <a:lstStyle/>
          <a:p>
            <a:endParaRPr lang="en-US">
              <a:latin typeface="Arial" pitchFamily="34" charset="0"/>
              <a:ea typeface="ＭＳ Ｐゴシック" pitchFamily="34" charset="-128"/>
            </a:endParaRPr>
          </a:p>
        </p:txBody>
      </p:sp>
    </p:spTree>
    <p:extLst>
      <p:ext uri="{BB962C8B-B14F-4D97-AF65-F5344CB8AC3E}">
        <p14:creationId xmlns:p14="http://schemas.microsoft.com/office/powerpoint/2010/main" val="286787996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30250" indent="-280988">
              <a:defRPr sz="1200">
                <a:solidFill>
                  <a:schemeClr val="tx1"/>
                </a:solidFill>
                <a:latin typeface="Arial" pitchFamily="34" charset="0"/>
              </a:defRPr>
            </a:lvl2pPr>
            <a:lvl3pPr marL="1123950" indent="-223838">
              <a:defRPr sz="1200">
                <a:solidFill>
                  <a:schemeClr val="tx1"/>
                </a:solidFill>
                <a:latin typeface="Arial" pitchFamily="34" charset="0"/>
              </a:defRPr>
            </a:lvl3pPr>
            <a:lvl4pPr marL="1574800" indent="-223838">
              <a:defRPr sz="1200">
                <a:solidFill>
                  <a:schemeClr val="tx1"/>
                </a:solidFill>
                <a:latin typeface="Arial" pitchFamily="34" charset="0"/>
              </a:defRPr>
            </a:lvl4pPr>
            <a:lvl5pPr marL="2024063" indent="-223838">
              <a:defRPr sz="1200">
                <a:solidFill>
                  <a:schemeClr val="tx1"/>
                </a:solidFill>
                <a:latin typeface="Arial" pitchFamily="34" charset="0"/>
              </a:defRPr>
            </a:lvl5pPr>
            <a:lvl6pPr marL="2481263" indent="-223838" eaLnBrk="0" fontAlgn="base" hangingPunct="0">
              <a:spcBef>
                <a:spcPct val="30000"/>
              </a:spcBef>
              <a:spcAft>
                <a:spcPct val="0"/>
              </a:spcAft>
              <a:defRPr sz="1200">
                <a:solidFill>
                  <a:schemeClr val="tx1"/>
                </a:solidFill>
                <a:latin typeface="Arial" pitchFamily="34" charset="0"/>
              </a:defRPr>
            </a:lvl6pPr>
            <a:lvl7pPr marL="2938463" indent="-223838" eaLnBrk="0" fontAlgn="base" hangingPunct="0">
              <a:spcBef>
                <a:spcPct val="30000"/>
              </a:spcBef>
              <a:spcAft>
                <a:spcPct val="0"/>
              </a:spcAft>
              <a:defRPr sz="1200">
                <a:solidFill>
                  <a:schemeClr val="tx1"/>
                </a:solidFill>
                <a:latin typeface="Arial" pitchFamily="34" charset="0"/>
              </a:defRPr>
            </a:lvl7pPr>
            <a:lvl8pPr marL="3395663" indent="-223838" eaLnBrk="0" fontAlgn="base" hangingPunct="0">
              <a:spcBef>
                <a:spcPct val="30000"/>
              </a:spcBef>
              <a:spcAft>
                <a:spcPct val="0"/>
              </a:spcAft>
              <a:defRPr sz="1200">
                <a:solidFill>
                  <a:schemeClr val="tx1"/>
                </a:solidFill>
                <a:latin typeface="Arial" pitchFamily="34" charset="0"/>
              </a:defRPr>
            </a:lvl8pPr>
            <a:lvl9pPr marL="3852863" indent="-223838" eaLnBrk="0" fontAlgn="base" hangingPunct="0">
              <a:spcBef>
                <a:spcPct val="30000"/>
              </a:spcBef>
              <a:spcAft>
                <a:spcPct val="0"/>
              </a:spcAft>
              <a:defRPr sz="1200">
                <a:solidFill>
                  <a:schemeClr val="tx1"/>
                </a:solidFill>
                <a:latin typeface="Arial" pitchFamily="34" charset="0"/>
              </a:defRPr>
            </a:lvl9pPr>
          </a:lstStyle>
          <a:p>
            <a:fld id="{D8826C29-CAA4-46FE-900E-FCBCF7C3D464}" type="slidenum">
              <a:rPr lang="en-AU" altLang="tr-TR" sz="1300"/>
              <a:pPr/>
              <a:t>107</a:t>
            </a:fld>
            <a:endParaRPr lang="en-AU" altLang="tr-TR" sz="1300"/>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tr-TR">
              <a:latin typeface="Times New Roman" pitchFamily="18" charset="0"/>
            </a:endParaRPr>
          </a:p>
        </p:txBody>
      </p:sp>
    </p:spTree>
    <p:extLst>
      <p:ext uri="{BB962C8B-B14F-4D97-AF65-F5344CB8AC3E}">
        <p14:creationId xmlns:p14="http://schemas.microsoft.com/office/powerpoint/2010/main" val="282553077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1031"/>
          <p:cNvSpPr>
            <a:spLocks noGrp="1" noChangeArrowheads="1"/>
          </p:cNvSpPr>
          <p:nvPr>
            <p:ph type="sldNum" sz="quarter" idx="5"/>
          </p:nvPr>
        </p:nvSpPr>
        <p:spPr/>
        <p:txBody>
          <a:bodyPr/>
          <a:lstStyle/>
          <a:p>
            <a:pPr>
              <a:defRPr/>
            </a:pPr>
            <a:fld id="{0FD7A5A1-6139-45F3-97B2-A2D741E9B3AA}" type="slidenum">
              <a:rPr lang="en-AU" smtClean="0">
                <a:latin typeface="Arial" pitchFamily="34" charset="0"/>
              </a:rPr>
              <a:pPr>
                <a:defRPr/>
              </a:pPr>
              <a:t>108</a:t>
            </a:fld>
            <a:endParaRPr lang="en-AU">
              <a:latin typeface="Arial" pitchFamily="34" charset="0"/>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p:spPr>
        <p:txBody>
          <a:bodyPr/>
          <a:lstStyle/>
          <a:p>
            <a:pPr eaLnBrk="1" hangingPunct="1"/>
            <a:r>
              <a:rPr lang="en-US">
                <a:latin typeface="Arial" pitchFamily="34" charset="0"/>
                <a:ea typeface="ＭＳ Ｐゴシック" pitchFamily="34" charset="-128"/>
              </a:rPr>
              <a:t>Chapter 1 summary.</a:t>
            </a:r>
          </a:p>
        </p:txBody>
      </p:sp>
    </p:spTree>
    <p:extLst>
      <p:ext uri="{BB962C8B-B14F-4D97-AF65-F5344CB8AC3E}">
        <p14:creationId xmlns:p14="http://schemas.microsoft.com/office/powerpoint/2010/main" val="291743917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749F2D50-6E2B-46EF-97FB-6F795E0BE53E}" type="slidenum">
              <a:rPr lang="en-US" smtClean="0"/>
              <a:pPr>
                <a:defRPr/>
              </a:pPr>
              <a:t>119</a:t>
            </a:fld>
            <a:endParaRPr lang="en-US" dirty="0"/>
          </a:p>
        </p:txBody>
      </p:sp>
    </p:spTree>
    <p:extLst>
      <p:ext uri="{BB962C8B-B14F-4D97-AF65-F5344CB8AC3E}">
        <p14:creationId xmlns:p14="http://schemas.microsoft.com/office/powerpoint/2010/main" val="400543490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749F2D50-6E2B-46EF-97FB-6F795E0BE53E}" type="slidenum">
              <a:rPr lang="en-US" smtClean="0"/>
              <a:pPr>
                <a:defRPr/>
              </a:pPr>
              <a:t>120</a:t>
            </a:fld>
            <a:endParaRPr lang="en-US" dirty="0"/>
          </a:p>
        </p:txBody>
      </p:sp>
    </p:spTree>
    <p:extLst>
      <p:ext uri="{BB962C8B-B14F-4D97-AF65-F5344CB8AC3E}">
        <p14:creationId xmlns:p14="http://schemas.microsoft.com/office/powerpoint/2010/main" val="400543490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749F2D50-6E2B-46EF-97FB-6F795E0BE53E}" type="slidenum">
              <a:rPr lang="en-US" smtClean="0"/>
              <a:pPr>
                <a:defRPr/>
              </a:pPr>
              <a:t>121</a:t>
            </a:fld>
            <a:endParaRPr lang="en-US" dirty="0"/>
          </a:p>
        </p:txBody>
      </p:sp>
    </p:spTree>
    <p:extLst>
      <p:ext uri="{BB962C8B-B14F-4D97-AF65-F5344CB8AC3E}">
        <p14:creationId xmlns:p14="http://schemas.microsoft.com/office/powerpoint/2010/main" val="400543490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749F2D50-6E2B-46EF-97FB-6F795E0BE53E}" type="slidenum">
              <a:rPr lang="en-US" smtClean="0"/>
              <a:pPr>
                <a:defRPr/>
              </a:pPr>
              <a:t>122</a:t>
            </a:fld>
            <a:endParaRPr lang="en-US" dirty="0"/>
          </a:p>
        </p:txBody>
      </p:sp>
    </p:spTree>
    <p:extLst>
      <p:ext uri="{BB962C8B-B14F-4D97-AF65-F5344CB8AC3E}">
        <p14:creationId xmlns:p14="http://schemas.microsoft.com/office/powerpoint/2010/main" val="400543490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749F2D50-6E2B-46EF-97FB-6F795E0BE53E}" type="slidenum">
              <a:rPr lang="en-US" smtClean="0"/>
              <a:pPr>
                <a:defRPr/>
              </a:pPr>
              <a:t>123</a:t>
            </a:fld>
            <a:endParaRPr lang="en-US" dirty="0"/>
          </a:p>
        </p:txBody>
      </p:sp>
    </p:spTree>
    <p:extLst>
      <p:ext uri="{BB962C8B-B14F-4D97-AF65-F5344CB8AC3E}">
        <p14:creationId xmlns:p14="http://schemas.microsoft.com/office/powerpoint/2010/main" val="400543490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749F2D50-6E2B-46EF-97FB-6F795E0BE53E}" type="slidenum">
              <a:rPr lang="en-US" smtClean="0"/>
              <a:pPr>
                <a:defRPr/>
              </a:pPr>
              <a:t>124</a:t>
            </a:fld>
            <a:endParaRPr lang="en-US" dirty="0"/>
          </a:p>
        </p:txBody>
      </p:sp>
    </p:spTree>
    <p:extLst>
      <p:ext uri="{BB962C8B-B14F-4D97-AF65-F5344CB8AC3E}">
        <p14:creationId xmlns:p14="http://schemas.microsoft.com/office/powerpoint/2010/main" val="400543490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749F2D50-6E2B-46EF-97FB-6F795E0BE53E}" type="slidenum">
              <a:rPr lang="en-US" smtClean="0"/>
              <a:pPr>
                <a:defRPr/>
              </a:pPr>
              <a:t>125</a:t>
            </a:fld>
            <a:endParaRPr lang="en-US" dirty="0"/>
          </a:p>
        </p:txBody>
      </p:sp>
    </p:spTree>
    <p:extLst>
      <p:ext uri="{BB962C8B-B14F-4D97-AF65-F5344CB8AC3E}">
        <p14:creationId xmlns:p14="http://schemas.microsoft.com/office/powerpoint/2010/main" val="400543490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749F2D50-6E2B-46EF-97FB-6F795E0BE53E}" type="slidenum">
              <a:rPr lang="en-US" smtClean="0"/>
              <a:pPr>
                <a:defRPr/>
              </a:pPr>
              <a:t>126</a:t>
            </a:fld>
            <a:endParaRPr lang="en-US" dirty="0"/>
          </a:p>
        </p:txBody>
      </p:sp>
    </p:spTree>
    <p:extLst>
      <p:ext uri="{BB962C8B-B14F-4D97-AF65-F5344CB8AC3E}">
        <p14:creationId xmlns:p14="http://schemas.microsoft.com/office/powerpoint/2010/main" val="40054349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4512D2D-F426-463B-A287-7F19E70A3F04}"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1C0370D3-2A0E-430D-9AB5-2A1EC2291BB5}"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CD1AD4A7-0882-4109-99AA-A63B3268F595}"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Content with Caption">
    <p:spTree>
      <p:nvGrpSpPr>
        <p:cNvPr id="1" name=""/>
        <p:cNvGrpSpPr/>
        <p:nvPr/>
      </p:nvGrpSpPr>
      <p:grpSpPr>
        <a:xfrm>
          <a:off x="0" y="0"/>
          <a:ext cx="0" cy="0"/>
          <a:chOff x="0" y="0"/>
          <a:chExt cx="0" cy="0"/>
        </a:xfrm>
      </p:grpSpPr>
      <p:sp>
        <p:nvSpPr>
          <p:cNvPr id="3" name="Slide Number Placeholder 6"/>
          <p:cNvSpPr>
            <a:spLocks noGrp="1"/>
          </p:cNvSpPr>
          <p:nvPr>
            <p:ph type="sldNum" sz="quarter" idx="11"/>
          </p:nvPr>
        </p:nvSpPr>
        <p:spPr>
          <a:xfrm>
            <a:off x="8382000" y="6324600"/>
            <a:ext cx="762000" cy="533400"/>
          </a:xfrm>
        </p:spPr>
        <p:txBody>
          <a:bodyPr>
            <a:noAutofit/>
          </a:bodyPr>
          <a:lstStyle>
            <a:lvl1pPr marL="0" algn="ctr" defTabSz="914400" rtl="0" eaLnBrk="1" latinLnBrk="0" hangingPunct="1">
              <a:spcBef>
                <a:spcPct val="0"/>
              </a:spcBef>
              <a:defRPr sz="1600" kern="1200">
                <a:solidFill>
                  <a:schemeClr val="tx1"/>
                </a:solidFill>
                <a:effectLst>
                  <a:outerShdw blurRad="50800" dist="12700" dir="2700000" sx="100500" sy="100500" algn="tl" rotWithShape="0">
                    <a:prstClr val="black">
                      <a:alpha val="60000"/>
                    </a:prstClr>
                  </a:outerShdw>
                </a:effectLst>
                <a:latin typeface="+mj-lt"/>
                <a:ea typeface="+mj-ea"/>
                <a:cs typeface="+mj-cs"/>
              </a:defRPr>
            </a:lvl1pPr>
          </a:lstStyle>
          <a:p>
            <a:pPr>
              <a:defRPr/>
            </a:pPr>
            <a:fld id="{2B45311F-D8AA-4AF7-9AF9-F279183E3F61}" type="slidenum">
              <a:rPr lang="en-US" smtClean="0"/>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6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1"/>
            <a:ext cx="7583488" cy="838200"/>
          </a:xfrm>
          <a:prstGeom prst="rect">
            <a:avLst/>
          </a:prstGeom>
        </p:spPr>
        <p:txBody>
          <a:bodyPr/>
          <a:lstStyle>
            <a:lvl1pPr>
              <a:defRPr sz="3200"/>
            </a:lvl1pPr>
          </a:lstStyle>
          <a:p>
            <a:r>
              <a:rPr lang="en-US" dirty="0"/>
              <a:t>Click to edit Master title style</a:t>
            </a:r>
            <a:endParaRPr/>
          </a:p>
        </p:txBody>
      </p:sp>
      <p:sp>
        <p:nvSpPr>
          <p:cNvPr id="7" name="Footer Placeholder 5"/>
          <p:cNvSpPr>
            <a:spLocks noGrp="1"/>
          </p:cNvSpPr>
          <p:nvPr>
            <p:ph type="ftr" sz="quarter" idx="10"/>
          </p:nvPr>
        </p:nvSpPr>
        <p:spPr>
          <a:xfrm>
            <a:off x="2743200" y="6245225"/>
            <a:ext cx="3657600" cy="476250"/>
          </a:xfrm>
          <a:prstGeom prst="rect">
            <a:avLst/>
          </a:prstGeom>
        </p:spPr>
        <p:txBody>
          <a:bodyPr/>
          <a:lstStyle>
            <a:lvl1pPr>
              <a:defRPr/>
            </a:lvl1pPr>
          </a:lstStyle>
          <a:p>
            <a:pPr>
              <a:defRPr/>
            </a:pPr>
            <a:endParaRPr lang="en-US"/>
          </a:p>
        </p:txBody>
      </p:sp>
      <p:sp>
        <p:nvSpPr>
          <p:cNvPr id="8" name="Slide Number Placeholder 6"/>
          <p:cNvSpPr>
            <a:spLocks noGrp="1"/>
          </p:cNvSpPr>
          <p:nvPr>
            <p:ph type="sldNum" sz="quarter" idx="11"/>
          </p:nvPr>
        </p:nvSpPr>
        <p:spPr/>
        <p:txBody>
          <a:bodyPr/>
          <a:lstStyle>
            <a:lvl1pPr>
              <a:defRPr/>
            </a:lvl1pPr>
          </a:lstStyle>
          <a:p>
            <a:pPr>
              <a:defRPr/>
            </a:pPr>
            <a:fld id="{3D1DDD1E-8083-4C2F-82FA-F0F2767FCC10}"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583487" cy="838200"/>
          </a:xfrm>
          <a:prstGeom prst="rect">
            <a:avLst/>
          </a:prstGeom>
        </p:spPr>
        <p:txBody>
          <a:bodyPr/>
          <a:lstStyle>
            <a:lvl1pPr>
              <a:defRPr sz="2800">
                <a:solidFill>
                  <a:srgbClr val="FFFF00"/>
                </a:solidFill>
              </a:defRPr>
            </a:lvl1pPr>
          </a:lstStyle>
          <a:p>
            <a:r>
              <a:rPr lang="en-US" dirty="0"/>
              <a:t>Click to edit Master title style</a:t>
            </a:r>
            <a:endParaRPr/>
          </a:p>
        </p:txBody>
      </p:sp>
      <p:sp>
        <p:nvSpPr>
          <p:cNvPr id="8" name="Slide Number Placeholder 5"/>
          <p:cNvSpPr>
            <a:spLocks noGrp="1"/>
          </p:cNvSpPr>
          <p:nvPr>
            <p:ph type="sldNum" sz="quarter" idx="11"/>
          </p:nvPr>
        </p:nvSpPr>
        <p:spPr/>
        <p:txBody>
          <a:bodyPr/>
          <a:lstStyle>
            <a:lvl1pPr>
              <a:defRPr/>
            </a:lvl1pPr>
          </a:lstStyle>
          <a:p>
            <a:pPr>
              <a:defRPr/>
            </a:pPr>
            <a:fld id="{A23436D4-448B-4E04-AFBA-663227BA0FD8}"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_Comparison">
    <p:spTree>
      <p:nvGrpSpPr>
        <p:cNvPr id="1" name=""/>
        <p:cNvGrpSpPr/>
        <p:nvPr/>
      </p:nvGrpSpPr>
      <p:grpSpPr>
        <a:xfrm>
          <a:off x="0" y="0"/>
          <a:ext cx="0" cy="0"/>
          <a:chOff x="0" y="0"/>
          <a:chExt cx="0" cy="0"/>
        </a:xfrm>
      </p:grpSpPr>
      <p:sp>
        <p:nvSpPr>
          <p:cNvPr id="4" name="Line 1030"/>
          <p:cNvSpPr>
            <a:spLocks noChangeShapeType="1"/>
          </p:cNvSpPr>
          <p:nvPr userDrawn="1"/>
        </p:nvSpPr>
        <p:spPr bwMode="auto">
          <a:xfrm>
            <a:off x="990600" y="-227784"/>
            <a:ext cx="7085888" cy="0"/>
          </a:xfrm>
          <a:prstGeom prst="line">
            <a:avLst/>
          </a:prstGeom>
          <a:noFill/>
          <a:ln w="44450">
            <a:solidFill>
              <a:srgbClr val="C8B452"/>
            </a:solidFill>
            <a:round/>
            <a:headEnd type="none" w="sm" len="sm"/>
            <a:tailEnd type="none" w="sm" len="sm"/>
          </a:ln>
        </p:spPr>
        <p:txBody>
          <a:bodyPr/>
          <a:lstStyle/>
          <a:p>
            <a:pPr fontAlgn="auto">
              <a:spcBef>
                <a:spcPts val="0"/>
              </a:spcBef>
              <a:spcAft>
                <a:spcPts val="0"/>
              </a:spcAft>
              <a:defRPr/>
            </a:pPr>
            <a:endParaRPr lang="en-US" kern="0">
              <a:solidFill>
                <a:sysClr val="windowText" lastClr="000000"/>
              </a:solidFill>
            </a:endParaRPr>
          </a:p>
        </p:txBody>
      </p:sp>
      <p:sp>
        <p:nvSpPr>
          <p:cNvPr id="2" name="Title 1"/>
          <p:cNvSpPr>
            <a:spLocks noGrp="1"/>
          </p:cNvSpPr>
          <p:nvPr>
            <p:ph type="title"/>
          </p:nvPr>
        </p:nvSpPr>
        <p:spPr>
          <a:xfrm>
            <a:off x="762000" y="152400"/>
            <a:ext cx="7583488" cy="775447"/>
          </a:xfrm>
          <a:prstGeom prst="rect">
            <a:avLst/>
          </a:prstGeom>
        </p:spPr>
        <p:txBody>
          <a:bodyPr/>
          <a:lstStyle>
            <a:lvl1pPr>
              <a:defRPr sz="2400"/>
            </a:lvl1pPr>
          </a:lstStyle>
          <a:p>
            <a:r>
              <a:rPr lang="en-US" dirty="0"/>
              <a:t>Click to edit Master title style</a:t>
            </a:r>
            <a:endParaRPr/>
          </a:p>
        </p:txBody>
      </p:sp>
      <p:sp>
        <p:nvSpPr>
          <p:cNvPr id="7" name="Footer Placeholder 7"/>
          <p:cNvSpPr>
            <a:spLocks noGrp="1"/>
          </p:cNvSpPr>
          <p:nvPr>
            <p:ph type="ftr" sz="quarter" idx="10"/>
          </p:nvPr>
        </p:nvSpPr>
        <p:spPr>
          <a:xfrm>
            <a:off x="2743200" y="6245225"/>
            <a:ext cx="3657600" cy="476250"/>
          </a:xfrm>
          <a:prstGeom prst="rect">
            <a:avLst/>
          </a:prstGeom>
        </p:spPr>
        <p:txBody>
          <a:bodyPr/>
          <a:lstStyle>
            <a:lvl1pPr>
              <a:defRPr/>
            </a:lvl1pPr>
          </a:lstStyle>
          <a:p>
            <a:pPr>
              <a:defRPr/>
            </a:pPr>
            <a:endParaRPr lang="en-US"/>
          </a:p>
        </p:txBody>
      </p:sp>
      <p:sp>
        <p:nvSpPr>
          <p:cNvPr id="8" name="Slide Number Placeholder 8"/>
          <p:cNvSpPr>
            <a:spLocks noGrp="1"/>
          </p:cNvSpPr>
          <p:nvPr>
            <p:ph type="sldNum" sz="quarter" idx="11"/>
          </p:nvPr>
        </p:nvSpPr>
        <p:spPr/>
        <p:txBody>
          <a:bodyPr/>
          <a:lstStyle>
            <a:lvl1pPr>
              <a:defRPr/>
            </a:lvl1pPr>
          </a:lstStyle>
          <a:p>
            <a:pPr>
              <a:defRPr/>
            </a:pPr>
            <a:fld id="{BF115A7D-E909-42B9-8383-73B725758CD1}"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lvl1pPr>
              <a:defRPr/>
            </a:lvl1pPr>
          </a:lstStyle>
          <a:p>
            <a:pPr>
              <a:defRPr/>
            </a:pPr>
            <a:fld id="{9D903451-7FB5-4754-85AC-46675494811D}"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7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1"/>
            <a:ext cx="7583488" cy="838200"/>
          </a:xfrm>
          <a:prstGeom prst="rect">
            <a:avLst/>
          </a:prstGeom>
        </p:spPr>
        <p:txBody>
          <a:bodyPr/>
          <a:lstStyle>
            <a:lvl1pPr>
              <a:defRPr sz="3200"/>
            </a:lvl1pPr>
          </a:lstStyle>
          <a:p>
            <a:r>
              <a:rPr lang="en-US" dirty="0"/>
              <a:t>Click to edit Master title style</a:t>
            </a:r>
            <a:endParaRPr/>
          </a:p>
        </p:txBody>
      </p:sp>
      <p:sp>
        <p:nvSpPr>
          <p:cNvPr id="8" name="Slide Number Placeholder 6"/>
          <p:cNvSpPr>
            <a:spLocks noGrp="1"/>
          </p:cNvSpPr>
          <p:nvPr>
            <p:ph type="sldNum" sz="quarter" idx="11"/>
          </p:nvPr>
        </p:nvSpPr>
        <p:spPr/>
        <p:txBody>
          <a:bodyPr/>
          <a:lstStyle>
            <a:lvl1pPr>
              <a:defRPr/>
            </a:lvl1pPr>
          </a:lstStyle>
          <a:p>
            <a:pPr>
              <a:defRPr/>
            </a:pPr>
            <a:fld id="{3D1DDD1E-8083-4C2F-82FA-F0F2767FCC10}"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8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583488" cy="1080247"/>
          </a:xfrm>
          <a:prstGeom prst="rect">
            <a:avLst/>
          </a:prstGeom>
        </p:spPr>
        <p:txBody>
          <a:bodyPr/>
          <a:lstStyle>
            <a:lvl1pPr>
              <a:defRPr sz="2400"/>
            </a:lvl1pPr>
          </a:lstStyle>
          <a:p>
            <a:r>
              <a:rPr lang="en-US" dirty="0"/>
              <a:t>Click to edit Master title style</a:t>
            </a:r>
            <a:endParaRPr/>
          </a:p>
        </p:txBody>
      </p:sp>
      <p:sp>
        <p:nvSpPr>
          <p:cNvPr id="8" name="Slide Number Placeholder 6"/>
          <p:cNvSpPr>
            <a:spLocks noGrp="1"/>
          </p:cNvSpPr>
          <p:nvPr>
            <p:ph type="sldNum" sz="quarter" idx="11"/>
          </p:nvPr>
        </p:nvSpPr>
        <p:spPr/>
        <p:txBody>
          <a:bodyPr/>
          <a:lstStyle>
            <a:lvl1pPr>
              <a:defRPr/>
            </a:lvl1pPr>
          </a:lstStyle>
          <a:p>
            <a:pPr>
              <a:defRPr/>
            </a:pPr>
            <a:fld id="{3D1DDD1E-8083-4C2F-82FA-F0F2767FCC10}"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lvl1pPr>
              <a:defRPr/>
            </a:lvl1pPr>
          </a:lstStyle>
          <a:p>
            <a:pPr>
              <a:defRPr/>
            </a:pPr>
            <a:fld id="{9D903451-7FB5-4754-85AC-46675494811D}"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5105400" y="6492875"/>
            <a:ext cx="2133600" cy="365125"/>
          </a:xfrm>
          <a:prstGeom prst="rect">
            <a:avLst/>
          </a:prstGeom>
        </p:spPr>
        <p:txBody>
          <a:bodyPr/>
          <a:lstStyle>
            <a:lvl1pPr>
              <a:defRPr/>
            </a:lvl1pPr>
          </a:lstStyle>
          <a:p>
            <a:pPr>
              <a:defRPr/>
            </a:pPr>
            <a:endParaRPr lang="en-US"/>
          </a:p>
        </p:txBody>
      </p:sp>
      <p:sp>
        <p:nvSpPr>
          <p:cNvPr id="3" name="Footer Placeholder 4"/>
          <p:cNvSpPr>
            <a:spLocks noGrp="1"/>
          </p:cNvSpPr>
          <p:nvPr>
            <p:ph type="ftr" sz="quarter" idx="11"/>
          </p:nvPr>
        </p:nvSpPr>
        <p:spPr>
          <a:xfrm>
            <a:off x="2743200" y="6245225"/>
            <a:ext cx="3657600" cy="476250"/>
          </a:xfrm>
          <a:prstGeom prst="rect">
            <a:avLst/>
          </a:prstGeom>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9D903451-7FB5-4754-85AC-46675494811D}" type="slidenum">
              <a:rPr lang="en-US"/>
              <a:pPr>
                <a:defRPr/>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9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583488" cy="1080247"/>
          </a:xfrm>
          <a:prstGeom prst="rect">
            <a:avLst/>
          </a:prstGeom>
        </p:spPr>
        <p:txBody>
          <a:bodyPr/>
          <a:lstStyle>
            <a:lvl1pPr>
              <a:defRPr sz="2400"/>
            </a:lvl1pPr>
          </a:lstStyle>
          <a:p>
            <a:r>
              <a:rPr lang="en-US" dirty="0"/>
              <a:t>Click to edit Master title style</a:t>
            </a:r>
            <a:endParaRPr/>
          </a:p>
        </p:txBody>
      </p:sp>
      <p:sp>
        <p:nvSpPr>
          <p:cNvPr id="7" name="Footer Placeholder 5"/>
          <p:cNvSpPr>
            <a:spLocks noGrp="1"/>
          </p:cNvSpPr>
          <p:nvPr>
            <p:ph type="ftr" sz="quarter" idx="10"/>
          </p:nvPr>
        </p:nvSpPr>
        <p:spPr>
          <a:xfrm>
            <a:off x="2743200" y="6245225"/>
            <a:ext cx="3657600" cy="476250"/>
          </a:xfrm>
          <a:prstGeom prst="rect">
            <a:avLst/>
          </a:prstGeom>
        </p:spPr>
        <p:txBody>
          <a:bodyPr/>
          <a:lstStyle>
            <a:lvl1pPr>
              <a:defRPr/>
            </a:lvl1pPr>
          </a:lstStyle>
          <a:p>
            <a:pPr>
              <a:defRPr/>
            </a:pPr>
            <a:endParaRPr lang="en-US"/>
          </a:p>
        </p:txBody>
      </p:sp>
      <p:sp>
        <p:nvSpPr>
          <p:cNvPr id="8" name="Slide Number Placeholder 6"/>
          <p:cNvSpPr>
            <a:spLocks noGrp="1"/>
          </p:cNvSpPr>
          <p:nvPr>
            <p:ph type="sldNum" sz="quarter" idx="11"/>
          </p:nvPr>
        </p:nvSpPr>
        <p:spPr/>
        <p:txBody>
          <a:bodyPr/>
          <a:lstStyle>
            <a:lvl1pPr>
              <a:defRPr/>
            </a:lvl1pPr>
          </a:lstStyle>
          <a:p>
            <a:pPr>
              <a:defRPr/>
            </a:pPr>
            <a:fld id="{3D1DDD1E-8083-4C2F-82FA-F0F2767FCC10}" type="slidenum">
              <a:rPr lang="en-US"/>
              <a:pPr>
                <a:defRPr/>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Comparison">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583488" cy="775447"/>
          </a:xfrm>
          <a:prstGeom prst="rect">
            <a:avLst/>
          </a:prstGeom>
        </p:spPr>
        <p:txBody>
          <a:bodyPr/>
          <a:lstStyle>
            <a:lvl1pPr>
              <a:defRPr sz="2400"/>
            </a:lvl1pPr>
          </a:lstStyle>
          <a:p>
            <a:r>
              <a:rPr lang="en-US" dirty="0"/>
              <a:t>Click to edit Master title style</a:t>
            </a:r>
            <a:endParaRPr/>
          </a:p>
        </p:txBody>
      </p:sp>
      <p:sp>
        <p:nvSpPr>
          <p:cNvPr id="8" name="Slide Number Placeholder 8"/>
          <p:cNvSpPr>
            <a:spLocks noGrp="1"/>
          </p:cNvSpPr>
          <p:nvPr>
            <p:ph type="sldNum" sz="quarter" idx="11"/>
          </p:nvPr>
        </p:nvSpPr>
        <p:spPr/>
        <p:txBody>
          <a:bodyPr/>
          <a:lstStyle>
            <a:lvl1pPr>
              <a:defRPr/>
            </a:lvl1pPr>
          </a:lstStyle>
          <a:p>
            <a:pPr>
              <a:defRPr/>
            </a:pPr>
            <a:fld id="{BF115A7D-E909-42B9-8383-73B725758CD1}" type="slidenum">
              <a:rPr lang="en-US"/>
              <a:pPr>
                <a:defRPr/>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_Comparison">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583488" cy="775447"/>
          </a:xfrm>
          <a:prstGeom prst="rect">
            <a:avLst/>
          </a:prstGeom>
        </p:spPr>
        <p:txBody>
          <a:bodyPr/>
          <a:lstStyle>
            <a:lvl1pPr>
              <a:defRPr sz="2400"/>
            </a:lvl1pPr>
          </a:lstStyle>
          <a:p>
            <a:r>
              <a:rPr lang="en-US" dirty="0"/>
              <a:t>Click to edit Master title style</a:t>
            </a:r>
            <a:endParaRPr/>
          </a:p>
        </p:txBody>
      </p:sp>
      <p:sp>
        <p:nvSpPr>
          <p:cNvPr id="7" name="Footer Placeholder 7"/>
          <p:cNvSpPr>
            <a:spLocks noGrp="1"/>
          </p:cNvSpPr>
          <p:nvPr>
            <p:ph type="ftr" sz="quarter" idx="10"/>
          </p:nvPr>
        </p:nvSpPr>
        <p:spPr>
          <a:xfrm>
            <a:off x="2743200" y="6245225"/>
            <a:ext cx="3657600" cy="476250"/>
          </a:xfrm>
          <a:prstGeom prst="rect">
            <a:avLst/>
          </a:prstGeom>
        </p:spPr>
        <p:txBody>
          <a:bodyPr/>
          <a:lstStyle>
            <a:lvl1pPr>
              <a:defRPr/>
            </a:lvl1pPr>
          </a:lstStyle>
          <a:p>
            <a:pPr>
              <a:defRPr/>
            </a:pPr>
            <a:endParaRPr lang="en-US"/>
          </a:p>
        </p:txBody>
      </p:sp>
      <p:sp>
        <p:nvSpPr>
          <p:cNvPr id="8" name="Slide Number Placeholder 8"/>
          <p:cNvSpPr>
            <a:spLocks noGrp="1"/>
          </p:cNvSpPr>
          <p:nvPr>
            <p:ph type="sldNum" sz="quarter" idx="11"/>
          </p:nvPr>
        </p:nvSpPr>
        <p:spPr/>
        <p:txBody>
          <a:bodyPr/>
          <a:lstStyle>
            <a:lvl1pPr>
              <a:defRPr/>
            </a:lvl1pPr>
          </a:lstStyle>
          <a:p>
            <a:pPr>
              <a:defRPr/>
            </a:pPr>
            <a:fld id="{BF115A7D-E909-42B9-8383-73B725758CD1}" type="slidenum">
              <a:rPr lang="en-US"/>
              <a:pPr>
                <a:defRPr/>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lvl1pPr>
              <a:defRPr/>
            </a:lvl1pPr>
          </a:lstStyle>
          <a:p>
            <a:pPr>
              <a:defRPr/>
            </a:pPr>
            <a:fld id="{9D903451-7FB5-4754-85AC-46675494811D}" type="slidenum">
              <a:rPr lang="en-US"/>
              <a:pPr>
                <a:defRPr/>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5_Comparison">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583488" cy="775447"/>
          </a:xfrm>
          <a:prstGeom prst="rect">
            <a:avLst/>
          </a:prstGeom>
        </p:spPr>
        <p:txBody>
          <a:bodyPr/>
          <a:lstStyle>
            <a:lvl1pPr>
              <a:defRPr sz="2400"/>
            </a:lvl1pPr>
          </a:lstStyle>
          <a:p>
            <a:r>
              <a:rPr lang="en-US" dirty="0"/>
              <a:t>Click to edit Master title style</a:t>
            </a:r>
            <a:endParaRPr/>
          </a:p>
        </p:txBody>
      </p:sp>
      <p:sp>
        <p:nvSpPr>
          <p:cNvPr id="7" name="Footer Placeholder 7"/>
          <p:cNvSpPr>
            <a:spLocks noGrp="1"/>
          </p:cNvSpPr>
          <p:nvPr>
            <p:ph type="ftr" sz="quarter" idx="10"/>
          </p:nvPr>
        </p:nvSpPr>
        <p:spPr>
          <a:xfrm>
            <a:off x="2743200" y="6245225"/>
            <a:ext cx="3657600" cy="476250"/>
          </a:xfrm>
          <a:prstGeom prst="rect">
            <a:avLst/>
          </a:prstGeom>
        </p:spPr>
        <p:txBody>
          <a:bodyPr/>
          <a:lstStyle>
            <a:lvl1pPr>
              <a:defRPr/>
            </a:lvl1pPr>
          </a:lstStyle>
          <a:p>
            <a:pPr>
              <a:defRPr/>
            </a:pPr>
            <a:endParaRPr lang="en-US"/>
          </a:p>
        </p:txBody>
      </p:sp>
      <p:sp>
        <p:nvSpPr>
          <p:cNvPr id="8" name="Slide Number Placeholder 8"/>
          <p:cNvSpPr>
            <a:spLocks noGrp="1"/>
          </p:cNvSpPr>
          <p:nvPr>
            <p:ph type="sldNum" sz="quarter" idx="11"/>
          </p:nvPr>
        </p:nvSpPr>
        <p:spPr/>
        <p:txBody>
          <a:bodyPr/>
          <a:lstStyle>
            <a:lvl1pPr>
              <a:defRPr/>
            </a:lvl1pPr>
          </a:lstStyle>
          <a:p>
            <a:pPr>
              <a:defRPr/>
            </a:pPr>
            <a:fld id="{BF115A7D-E909-42B9-8383-73B725758CD1}" type="slidenum">
              <a:rPr lang="en-US"/>
              <a:pPr>
                <a:defRPr/>
              </a:pPr>
              <a:t>‹#›</a:t>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2_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583487" cy="1282700"/>
          </a:xfrm>
          <a:prstGeom prst="rect">
            <a:avLst/>
          </a:prstGeom>
        </p:spPr>
        <p:txBody>
          <a:bodyPr/>
          <a:lstStyle>
            <a:lvl1pPr>
              <a:defRPr sz="2800">
                <a:solidFill>
                  <a:srgbClr val="000000"/>
                </a:solidFill>
              </a:defRPr>
            </a:lvl1pPr>
          </a:lstStyle>
          <a:p>
            <a:r>
              <a:rPr lang="en-US" dirty="0"/>
              <a:t>Click to edit Master title style</a:t>
            </a:r>
            <a:endParaRPr/>
          </a:p>
        </p:txBody>
      </p:sp>
      <p:sp>
        <p:nvSpPr>
          <p:cNvPr id="7" name="Footer Placeholder 4"/>
          <p:cNvSpPr>
            <a:spLocks noGrp="1"/>
          </p:cNvSpPr>
          <p:nvPr>
            <p:ph type="ftr" sz="quarter" idx="10"/>
          </p:nvPr>
        </p:nvSpPr>
        <p:spPr>
          <a:xfrm>
            <a:off x="2743200" y="6245225"/>
            <a:ext cx="3657600" cy="476250"/>
          </a:xfrm>
          <a:prstGeom prst="rect">
            <a:avLst/>
          </a:prstGeom>
        </p:spPr>
        <p:txBody>
          <a:bodyPr/>
          <a:lstStyle>
            <a:lvl1pPr>
              <a:defRPr/>
            </a:lvl1pPr>
          </a:lstStyle>
          <a:p>
            <a:pPr>
              <a:defRPr/>
            </a:pPr>
            <a:endParaRPr lang="en-US"/>
          </a:p>
        </p:txBody>
      </p:sp>
      <p:sp>
        <p:nvSpPr>
          <p:cNvPr id="8" name="Slide Number Placeholder 5"/>
          <p:cNvSpPr>
            <a:spLocks noGrp="1"/>
          </p:cNvSpPr>
          <p:nvPr>
            <p:ph type="sldNum" sz="quarter" idx="11"/>
          </p:nvPr>
        </p:nvSpPr>
        <p:spPr/>
        <p:txBody>
          <a:bodyPr/>
          <a:lstStyle>
            <a:lvl1pPr>
              <a:defRPr/>
            </a:lvl1pPr>
          </a:lstStyle>
          <a:p>
            <a:pPr>
              <a:defRPr/>
            </a:pPr>
            <a:fld id="{A23436D4-448B-4E04-AFBA-663227BA0FD8}" type="slidenum">
              <a:rPr lang="en-US"/>
              <a:pPr>
                <a:defRPr/>
              </a:pPr>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6_Comparison">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583488" cy="775447"/>
          </a:xfrm>
          <a:prstGeom prst="rect">
            <a:avLst/>
          </a:prstGeom>
        </p:spPr>
        <p:txBody>
          <a:bodyPr/>
          <a:lstStyle>
            <a:lvl1pPr>
              <a:defRPr sz="2400"/>
            </a:lvl1pPr>
          </a:lstStyle>
          <a:p>
            <a:r>
              <a:rPr lang="en-US" dirty="0"/>
              <a:t>Click to edit Master title style</a:t>
            </a:r>
            <a:endParaRPr/>
          </a:p>
        </p:txBody>
      </p:sp>
      <p:sp>
        <p:nvSpPr>
          <p:cNvPr id="7" name="Footer Placeholder 7"/>
          <p:cNvSpPr>
            <a:spLocks noGrp="1"/>
          </p:cNvSpPr>
          <p:nvPr>
            <p:ph type="ftr" sz="quarter" idx="10"/>
          </p:nvPr>
        </p:nvSpPr>
        <p:spPr>
          <a:xfrm>
            <a:off x="2743200" y="6245225"/>
            <a:ext cx="3657600" cy="476250"/>
          </a:xfrm>
          <a:prstGeom prst="rect">
            <a:avLst/>
          </a:prstGeom>
        </p:spPr>
        <p:txBody>
          <a:bodyPr/>
          <a:lstStyle>
            <a:lvl1pPr>
              <a:defRPr/>
            </a:lvl1pPr>
          </a:lstStyle>
          <a:p>
            <a:pPr>
              <a:defRPr/>
            </a:pPr>
            <a:endParaRPr lang="en-US"/>
          </a:p>
        </p:txBody>
      </p:sp>
      <p:sp>
        <p:nvSpPr>
          <p:cNvPr id="8" name="Slide Number Placeholder 8"/>
          <p:cNvSpPr>
            <a:spLocks noGrp="1"/>
          </p:cNvSpPr>
          <p:nvPr>
            <p:ph type="sldNum" sz="quarter" idx="11"/>
          </p:nvPr>
        </p:nvSpPr>
        <p:spPr/>
        <p:txBody>
          <a:bodyPr/>
          <a:lstStyle>
            <a:lvl1pPr>
              <a:defRPr/>
            </a:lvl1pPr>
          </a:lstStyle>
          <a:p>
            <a:pPr>
              <a:defRPr/>
            </a:pPr>
            <a:fld id="{BF115A7D-E909-42B9-8383-73B725758CD1}" type="slidenum">
              <a:rPr lang="en-US"/>
              <a:pPr>
                <a:defRPr/>
              </a:pPr>
              <a:t>‹#›</a:t>
            </a:fld>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2_Picture with Caption">
    <p:spTree>
      <p:nvGrpSpPr>
        <p:cNvPr id="1" name=""/>
        <p:cNvGrpSpPr/>
        <p:nvPr/>
      </p:nvGrpSpPr>
      <p:grpSpPr>
        <a:xfrm>
          <a:off x="0" y="0"/>
          <a:ext cx="0" cy="0"/>
          <a:chOff x="0" y="0"/>
          <a:chExt cx="0" cy="0"/>
        </a:xfrm>
      </p:grpSpPr>
      <p:sp>
        <p:nvSpPr>
          <p:cNvPr id="11" name="Slide Number Placeholder 6"/>
          <p:cNvSpPr>
            <a:spLocks noGrp="1"/>
          </p:cNvSpPr>
          <p:nvPr>
            <p:ph type="sldNum" sz="quarter" idx="11"/>
          </p:nvPr>
        </p:nvSpPr>
        <p:spPr>
          <a:xfrm>
            <a:off x="8385175" y="6283325"/>
            <a:ext cx="758825" cy="574675"/>
          </a:xfrm>
        </p:spPr>
        <p:txBody>
          <a:bodyPr>
            <a:noAutofit/>
          </a:bodyPr>
          <a:lstStyle>
            <a:lvl1pPr marL="0" algn="ctr" defTabSz="914400" rtl="0" eaLnBrk="1" latinLnBrk="0" hangingPunct="1">
              <a:spcBef>
                <a:spcPct val="0"/>
              </a:spcBef>
              <a:defRPr sz="3600" kern="1200">
                <a:solidFill>
                  <a:schemeClr val="tx1"/>
                </a:solidFill>
                <a:effectLst>
                  <a:outerShdw blurRad="50800" dist="12700" dir="2700000" sx="100500" sy="100500" algn="tl" rotWithShape="0">
                    <a:prstClr val="black">
                      <a:alpha val="60000"/>
                    </a:prstClr>
                  </a:outerShdw>
                </a:effectLst>
                <a:latin typeface="+mj-lt"/>
                <a:ea typeface="+mj-ea"/>
                <a:cs typeface="+mj-cs"/>
              </a:defRPr>
            </a:lvl1pPr>
          </a:lstStyle>
          <a:p>
            <a:pPr>
              <a:defRPr/>
            </a:pPr>
            <a:fld id="{652DE671-F87C-403A-9965-199A8985BA5D}" type="slidenum">
              <a:rPr lang="en-US"/>
              <a:pPr>
                <a:defRPr/>
              </a:pPr>
              <a:t>‹#›</a:t>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_Content with Caption">
    <p:spTree>
      <p:nvGrpSpPr>
        <p:cNvPr id="1" name=""/>
        <p:cNvGrpSpPr/>
        <p:nvPr/>
      </p:nvGrpSpPr>
      <p:grpSpPr>
        <a:xfrm>
          <a:off x="0" y="0"/>
          <a:ext cx="0" cy="0"/>
          <a:chOff x="0" y="0"/>
          <a:chExt cx="0" cy="0"/>
        </a:xfrm>
      </p:grpSpPr>
      <p:sp>
        <p:nvSpPr>
          <p:cNvPr id="2" name="Footer Placeholder 5"/>
          <p:cNvSpPr>
            <a:spLocks noGrp="1"/>
          </p:cNvSpPr>
          <p:nvPr>
            <p:ph type="ftr" sz="quarter" idx="10"/>
          </p:nvPr>
        </p:nvSpPr>
        <p:spPr>
          <a:xfrm>
            <a:off x="241300" y="6356350"/>
            <a:ext cx="1892300" cy="365125"/>
          </a:xfrm>
          <a:prstGeom prst="rect">
            <a:avLst/>
          </a:prstGeom>
          <a:effectLst>
            <a:outerShdw blurRad="50800" dist="38100" dir="2700000" algn="tl" rotWithShape="0">
              <a:prstClr val="black">
                <a:alpha val="40000"/>
              </a:prstClr>
            </a:outerShdw>
          </a:effectLst>
        </p:spPr>
        <p:txBody>
          <a:bodyPr/>
          <a:lstStyle>
            <a:lvl1pPr marL="0" algn="l" defTabSz="914400" rtl="0" eaLnBrk="1" latinLnBrk="0" hangingPunct="1">
              <a:defRPr sz="1200" kern="1200">
                <a:solidFill>
                  <a:schemeClr val="tx1"/>
                </a:solidFill>
                <a:effectLst>
                  <a:outerShdw blurRad="38100" dist="12700" dir="2700000" algn="tl" rotWithShape="0">
                    <a:prstClr val="black">
                      <a:alpha val="60000"/>
                    </a:prstClr>
                  </a:outerShdw>
                </a:effectLst>
                <a:latin typeface="+mn-lt"/>
                <a:ea typeface="+mn-ea"/>
                <a:cs typeface="+mn-cs"/>
              </a:defRPr>
            </a:lvl1pPr>
          </a:lstStyle>
          <a:p>
            <a:pPr>
              <a:defRPr/>
            </a:pPr>
            <a:endParaRPr lang="en-US"/>
          </a:p>
        </p:txBody>
      </p:sp>
      <p:sp>
        <p:nvSpPr>
          <p:cNvPr id="3" name="Slide Number Placeholder 6"/>
          <p:cNvSpPr>
            <a:spLocks noGrp="1"/>
          </p:cNvSpPr>
          <p:nvPr>
            <p:ph type="sldNum" sz="quarter" idx="11"/>
          </p:nvPr>
        </p:nvSpPr>
        <p:spPr>
          <a:xfrm>
            <a:off x="8382000" y="6281738"/>
            <a:ext cx="762000" cy="576262"/>
          </a:xfrm>
        </p:spPr>
        <p:txBody>
          <a:bodyPr>
            <a:noAutofit/>
          </a:bodyPr>
          <a:lstStyle>
            <a:lvl1pPr marL="0" algn="ctr" defTabSz="914400" rtl="0" eaLnBrk="1" latinLnBrk="0" hangingPunct="1">
              <a:spcBef>
                <a:spcPct val="0"/>
              </a:spcBef>
              <a:defRPr sz="3600" kern="1200">
                <a:solidFill>
                  <a:schemeClr val="tx1"/>
                </a:solidFill>
                <a:effectLst>
                  <a:outerShdw blurRad="50800" dist="12700" dir="2700000" sx="100500" sy="100500" algn="tl" rotWithShape="0">
                    <a:prstClr val="black">
                      <a:alpha val="60000"/>
                    </a:prstClr>
                  </a:outerShdw>
                </a:effectLst>
                <a:latin typeface="+mj-lt"/>
                <a:ea typeface="+mj-ea"/>
                <a:cs typeface="+mj-cs"/>
              </a:defRPr>
            </a:lvl1pPr>
          </a:lstStyle>
          <a:p>
            <a:pPr>
              <a:defRPr/>
            </a:pPr>
            <a:fld id="{2B45311F-D8AA-4AF7-9AF9-F279183E3F61}" type="slidenum">
              <a:rPr lang="en-US"/>
              <a:pPr>
                <a:defRPr/>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3_Picture with Caption">
    <p:spTree>
      <p:nvGrpSpPr>
        <p:cNvPr id="1" name=""/>
        <p:cNvGrpSpPr/>
        <p:nvPr/>
      </p:nvGrpSpPr>
      <p:grpSpPr>
        <a:xfrm>
          <a:off x="0" y="0"/>
          <a:ext cx="0" cy="0"/>
          <a:chOff x="0" y="0"/>
          <a:chExt cx="0" cy="0"/>
        </a:xfrm>
      </p:grpSpPr>
      <p:sp>
        <p:nvSpPr>
          <p:cNvPr id="10" name="Footer Placeholder 5"/>
          <p:cNvSpPr>
            <a:spLocks noGrp="1"/>
          </p:cNvSpPr>
          <p:nvPr>
            <p:ph type="ftr" sz="quarter" idx="10"/>
          </p:nvPr>
        </p:nvSpPr>
        <p:spPr>
          <a:xfrm>
            <a:off x="241300" y="6356350"/>
            <a:ext cx="1893888" cy="365125"/>
          </a:xfrm>
          <a:prstGeom prst="rect">
            <a:avLst/>
          </a:prstGeom>
          <a:effectLst>
            <a:outerShdw blurRad="50800" dist="38100" dir="2700000" algn="tl" rotWithShape="0">
              <a:prstClr val="black">
                <a:alpha val="40000"/>
              </a:prstClr>
            </a:outerShdw>
          </a:effectLst>
        </p:spPr>
        <p:txBody>
          <a:bodyPr/>
          <a:lstStyle>
            <a:lvl1pPr marL="0" algn="l" defTabSz="914400" rtl="0" eaLnBrk="1" latinLnBrk="0" hangingPunct="1">
              <a:defRPr sz="1200" kern="1200">
                <a:solidFill>
                  <a:schemeClr val="tx1"/>
                </a:solidFill>
                <a:effectLst>
                  <a:outerShdw blurRad="38100" dist="12700" dir="2700000" algn="tl" rotWithShape="0">
                    <a:prstClr val="black">
                      <a:alpha val="60000"/>
                    </a:prstClr>
                  </a:outerShdw>
                </a:effectLst>
                <a:latin typeface="+mn-lt"/>
                <a:ea typeface="+mn-ea"/>
                <a:cs typeface="+mn-cs"/>
              </a:defRPr>
            </a:lvl1pPr>
          </a:lstStyle>
          <a:p>
            <a:pPr>
              <a:defRPr/>
            </a:pPr>
            <a:endParaRPr lang="en-US"/>
          </a:p>
        </p:txBody>
      </p:sp>
      <p:sp>
        <p:nvSpPr>
          <p:cNvPr id="11" name="Slide Number Placeholder 6"/>
          <p:cNvSpPr>
            <a:spLocks noGrp="1"/>
          </p:cNvSpPr>
          <p:nvPr>
            <p:ph type="sldNum" sz="quarter" idx="11"/>
          </p:nvPr>
        </p:nvSpPr>
        <p:spPr>
          <a:xfrm>
            <a:off x="8385175" y="6283325"/>
            <a:ext cx="758825" cy="574675"/>
          </a:xfrm>
        </p:spPr>
        <p:txBody>
          <a:bodyPr>
            <a:noAutofit/>
          </a:bodyPr>
          <a:lstStyle>
            <a:lvl1pPr marL="0" algn="ctr" defTabSz="914400" rtl="0" eaLnBrk="1" latinLnBrk="0" hangingPunct="1">
              <a:spcBef>
                <a:spcPct val="0"/>
              </a:spcBef>
              <a:defRPr sz="3600" kern="1200">
                <a:solidFill>
                  <a:schemeClr val="tx1"/>
                </a:solidFill>
                <a:effectLst>
                  <a:outerShdw blurRad="50800" dist="12700" dir="2700000" sx="100500" sy="100500" algn="tl" rotWithShape="0">
                    <a:prstClr val="black">
                      <a:alpha val="60000"/>
                    </a:prstClr>
                  </a:outerShdw>
                </a:effectLst>
                <a:latin typeface="+mj-lt"/>
                <a:ea typeface="+mj-ea"/>
                <a:cs typeface="+mj-cs"/>
              </a:defRPr>
            </a:lvl1pPr>
          </a:lstStyle>
          <a:p>
            <a:pPr>
              <a:defRPr/>
            </a:pPr>
            <a:fld id="{652DE671-F87C-403A-9965-199A8985BA5D}" type="slidenum">
              <a:rPr lang="en-US"/>
              <a:pPr>
                <a:defRPr/>
              </a:pPr>
              <a:t>‹#›</a:t>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4_Picture with Caption">
    <p:spTree>
      <p:nvGrpSpPr>
        <p:cNvPr id="1" name=""/>
        <p:cNvGrpSpPr/>
        <p:nvPr/>
      </p:nvGrpSpPr>
      <p:grpSpPr>
        <a:xfrm>
          <a:off x="0" y="0"/>
          <a:ext cx="0" cy="0"/>
          <a:chOff x="0" y="0"/>
          <a:chExt cx="0" cy="0"/>
        </a:xfrm>
      </p:grpSpPr>
      <p:sp>
        <p:nvSpPr>
          <p:cNvPr id="11" name="Slide Number Placeholder 6"/>
          <p:cNvSpPr>
            <a:spLocks noGrp="1"/>
          </p:cNvSpPr>
          <p:nvPr>
            <p:ph type="sldNum" sz="quarter" idx="11"/>
          </p:nvPr>
        </p:nvSpPr>
        <p:spPr>
          <a:xfrm>
            <a:off x="8385175" y="6283325"/>
            <a:ext cx="758825" cy="574675"/>
          </a:xfrm>
        </p:spPr>
        <p:txBody>
          <a:bodyPr>
            <a:noAutofit/>
          </a:bodyPr>
          <a:lstStyle>
            <a:lvl1pPr marL="0" algn="ctr" defTabSz="914400" rtl="0" eaLnBrk="1" latinLnBrk="0" hangingPunct="1">
              <a:spcBef>
                <a:spcPct val="0"/>
              </a:spcBef>
              <a:defRPr sz="3600" kern="1200">
                <a:solidFill>
                  <a:schemeClr val="tx1"/>
                </a:solidFill>
                <a:effectLst>
                  <a:outerShdw blurRad="50800" dist="12700" dir="2700000" sx="100500" sy="100500" algn="tl" rotWithShape="0">
                    <a:prstClr val="black">
                      <a:alpha val="60000"/>
                    </a:prstClr>
                  </a:outerShdw>
                </a:effectLst>
                <a:latin typeface="+mj-lt"/>
                <a:ea typeface="+mj-ea"/>
                <a:cs typeface="+mj-cs"/>
              </a:defRPr>
            </a:lvl1pPr>
          </a:lstStyle>
          <a:p>
            <a:pPr>
              <a:defRPr/>
            </a:pPr>
            <a:fld id="{652DE671-F87C-403A-9965-199A8985BA5D}" type="slidenum">
              <a:rPr lang="en-US"/>
              <a:pPr>
                <a:defRPr/>
              </a:pPr>
              <a:t>‹#›</a:t>
            </a:fld>
            <a:endParaRPr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0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583488" cy="1080247"/>
          </a:xfrm>
          <a:prstGeom prst="rect">
            <a:avLst/>
          </a:prstGeom>
        </p:spPr>
        <p:txBody>
          <a:bodyPr/>
          <a:lstStyle>
            <a:lvl1pPr>
              <a:defRPr sz="2400"/>
            </a:lvl1pPr>
          </a:lstStyle>
          <a:p>
            <a:r>
              <a:rPr lang="en-US" dirty="0"/>
              <a:t>Click to edit Master title style</a:t>
            </a:r>
            <a:endParaRPr/>
          </a:p>
        </p:txBody>
      </p:sp>
      <p:sp>
        <p:nvSpPr>
          <p:cNvPr id="8" name="Slide Number Placeholder 6"/>
          <p:cNvSpPr>
            <a:spLocks noGrp="1"/>
          </p:cNvSpPr>
          <p:nvPr>
            <p:ph type="sldNum" sz="quarter" idx="11"/>
          </p:nvPr>
        </p:nvSpPr>
        <p:spPr/>
        <p:txBody>
          <a:bodyPr/>
          <a:lstStyle>
            <a:lvl1pPr>
              <a:defRPr/>
            </a:lvl1pPr>
          </a:lstStyle>
          <a:p>
            <a:pPr>
              <a:defRPr/>
            </a:pPr>
            <a:fld id="{3D1DDD1E-8083-4C2F-82FA-F0F2767FCC10}" type="slidenum">
              <a:rPr lang="en-US"/>
              <a:pPr>
                <a:defRPr/>
              </a:pPr>
              <a:t>‹#›</a:t>
            </a:fld>
            <a:endParaRPr 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7_Comparison">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583488" cy="775447"/>
          </a:xfrm>
          <a:prstGeom prst="rect">
            <a:avLst/>
          </a:prstGeom>
        </p:spPr>
        <p:txBody>
          <a:bodyPr/>
          <a:lstStyle>
            <a:lvl1pPr>
              <a:defRPr sz="2400"/>
            </a:lvl1pPr>
          </a:lstStyle>
          <a:p>
            <a:r>
              <a:rPr lang="en-US" dirty="0"/>
              <a:t>Click to edit Master title style</a:t>
            </a:r>
            <a:endParaRPr/>
          </a:p>
        </p:txBody>
      </p:sp>
      <p:sp>
        <p:nvSpPr>
          <p:cNvPr id="7" name="Footer Placeholder 7"/>
          <p:cNvSpPr>
            <a:spLocks noGrp="1"/>
          </p:cNvSpPr>
          <p:nvPr>
            <p:ph type="ftr" sz="quarter" idx="10"/>
          </p:nvPr>
        </p:nvSpPr>
        <p:spPr>
          <a:xfrm>
            <a:off x="2743200" y="6245225"/>
            <a:ext cx="3657600" cy="476250"/>
          </a:xfrm>
          <a:prstGeom prst="rect">
            <a:avLst/>
          </a:prstGeom>
        </p:spPr>
        <p:txBody>
          <a:bodyPr/>
          <a:lstStyle>
            <a:lvl1pPr>
              <a:defRPr/>
            </a:lvl1pPr>
          </a:lstStyle>
          <a:p>
            <a:pPr>
              <a:defRPr/>
            </a:pPr>
            <a:endParaRPr lang="en-US" dirty="0"/>
          </a:p>
        </p:txBody>
      </p:sp>
      <p:sp>
        <p:nvSpPr>
          <p:cNvPr id="8" name="Slide Number Placeholder 8"/>
          <p:cNvSpPr>
            <a:spLocks noGrp="1"/>
          </p:cNvSpPr>
          <p:nvPr>
            <p:ph type="sldNum" sz="quarter" idx="11"/>
          </p:nvPr>
        </p:nvSpPr>
        <p:spPr/>
        <p:txBody>
          <a:bodyPr/>
          <a:lstStyle>
            <a:lvl1pPr>
              <a:defRPr/>
            </a:lvl1pPr>
          </a:lstStyle>
          <a:p>
            <a:pPr>
              <a:defRPr/>
            </a:pPr>
            <a:fld id="{BF115A7D-E909-42B9-8383-73B725758CD1}" type="slidenum">
              <a:rPr lang="en-US"/>
              <a:pPr>
                <a:defRPr/>
              </a:pPr>
              <a:t>‹#›</a:t>
            </a:fld>
            <a:endParaRPr 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8_Comparison">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583488" cy="775447"/>
          </a:xfrm>
          <a:prstGeom prst="rect">
            <a:avLst/>
          </a:prstGeom>
        </p:spPr>
        <p:txBody>
          <a:bodyPr/>
          <a:lstStyle>
            <a:lvl1pPr>
              <a:defRPr sz="2400"/>
            </a:lvl1pPr>
          </a:lstStyle>
          <a:p>
            <a:r>
              <a:rPr lang="en-US" dirty="0"/>
              <a:t>Click to edit Master title style</a:t>
            </a:r>
            <a:endParaRPr/>
          </a:p>
        </p:txBody>
      </p:sp>
      <p:sp>
        <p:nvSpPr>
          <p:cNvPr id="7" name="Footer Placeholder 7"/>
          <p:cNvSpPr>
            <a:spLocks noGrp="1"/>
          </p:cNvSpPr>
          <p:nvPr>
            <p:ph type="ftr" sz="quarter" idx="10"/>
          </p:nvPr>
        </p:nvSpPr>
        <p:spPr>
          <a:xfrm>
            <a:off x="2743200" y="6245225"/>
            <a:ext cx="3657600" cy="476250"/>
          </a:xfrm>
          <a:prstGeom prst="rect">
            <a:avLst/>
          </a:prstGeom>
        </p:spPr>
        <p:txBody>
          <a:bodyPr/>
          <a:lstStyle>
            <a:lvl1pPr>
              <a:defRPr/>
            </a:lvl1pPr>
          </a:lstStyle>
          <a:p>
            <a:pPr>
              <a:defRPr/>
            </a:pPr>
            <a:endParaRPr lang="en-US"/>
          </a:p>
        </p:txBody>
      </p:sp>
      <p:sp>
        <p:nvSpPr>
          <p:cNvPr id="8" name="Slide Number Placeholder 8"/>
          <p:cNvSpPr>
            <a:spLocks noGrp="1"/>
          </p:cNvSpPr>
          <p:nvPr>
            <p:ph type="sldNum" sz="quarter" idx="11"/>
          </p:nvPr>
        </p:nvSpPr>
        <p:spPr/>
        <p:txBody>
          <a:bodyPr/>
          <a:lstStyle>
            <a:lvl1pPr>
              <a:defRPr/>
            </a:lvl1pPr>
          </a:lstStyle>
          <a:p>
            <a:pPr>
              <a:defRPr/>
            </a:pPr>
            <a:fld id="{BF115A7D-E909-42B9-8383-73B725758CD1}" type="slidenum">
              <a:rPr lang="en-US"/>
              <a:pPr>
                <a:defRPr/>
              </a:pPr>
              <a:t>‹#›</a:t>
            </a:fld>
            <a:endParaRPr 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5_Picture with Caption">
    <p:spTree>
      <p:nvGrpSpPr>
        <p:cNvPr id="1" name=""/>
        <p:cNvGrpSpPr/>
        <p:nvPr/>
      </p:nvGrpSpPr>
      <p:grpSpPr>
        <a:xfrm>
          <a:off x="0" y="0"/>
          <a:ext cx="0" cy="0"/>
          <a:chOff x="0" y="0"/>
          <a:chExt cx="0" cy="0"/>
        </a:xfrm>
      </p:grpSpPr>
      <p:sp>
        <p:nvSpPr>
          <p:cNvPr id="11" name="Slide Number Placeholder 6"/>
          <p:cNvSpPr>
            <a:spLocks noGrp="1"/>
          </p:cNvSpPr>
          <p:nvPr>
            <p:ph type="sldNum" sz="quarter" idx="11"/>
          </p:nvPr>
        </p:nvSpPr>
        <p:spPr>
          <a:xfrm>
            <a:off x="8385175" y="6283325"/>
            <a:ext cx="758825" cy="574675"/>
          </a:xfrm>
        </p:spPr>
        <p:txBody>
          <a:bodyPr>
            <a:noAutofit/>
          </a:bodyPr>
          <a:lstStyle>
            <a:lvl1pPr marL="0" algn="ctr" defTabSz="914400" rtl="0" eaLnBrk="1" latinLnBrk="0" hangingPunct="1">
              <a:spcBef>
                <a:spcPct val="0"/>
              </a:spcBef>
              <a:defRPr sz="3600" kern="1200">
                <a:solidFill>
                  <a:schemeClr val="tx1"/>
                </a:solidFill>
                <a:effectLst>
                  <a:outerShdw blurRad="50800" dist="12700" dir="2700000" sx="100500" sy="100500" algn="tl" rotWithShape="0">
                    <a:prstClr val="black">
                      <a:alpha val="60000"/>
                    </a:prstClr>
                  </a:outerShdw>
                </a:effectLst>
                <a:latin typeface="+mj-lt"/>
                <a:ea typeface="+mj-ea"/>
                <a:cs typeface="+mj-cs"/>
              </a:defRPr>
            </a:lvl1pPr>
          </a:lstStyle>
          <a:p>
            <a:pPr>
              <a:defRPr/>
            </a:pPr>
            <a:fld id="{652DE671-F87C-403A-9965-199A8985BA5D}" type="slidenum">
              <a:rPr lang="en-US"/>
              <a:pPr>
                <a:defRPr/>
              </a:pPr>
              <a:t>‹#›</a:t>
            </a:fld>
            <a:endParaRPr 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9_Comparison">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583488" cy="775447"/>
          </a:xfrm>
          <a:prstGeom prst="rect">
            <a:avLst/>
          </a:prstGeom>
        </p:spPr>
        <p:txBody>
          <a:bodyPr/>
          <a:lstStyle>
            <a:lvl1pPr>
              <a:defRPr sz="2400"/>
            </a:lvl1pPr>
          </a:lstStyle>
          <a:p>
            <a:r>
              <a:rPr lang="en-US" dirty="0"/>
              <a:t>Click to edit Master title style</a:t>
            </a:r>
            <a:endParaRPr/>
          </a:p>
        </p:txBody>
      </p:sp>
      <p:sp>
        <p:nvSpPr>
          <p:cNvPr id="7" name="Footer Placeholder 7"/>
          <p:cNvSpPr>
            <a:spLocks noGrp="1"/>
          </p:cNvSpPr>
          <p:nvPr>
            <p:ph type="ftr" sz="quarter" idx="10"/>
          </p:nvPr>
        </p:nvSpPr>
        <p:spPr>
          <a:xfrm>
            <a:off x="2743200" y="6245225"/>
            <a:ext cx="3657600" cy="476250"/>
          </a:xfrm>
          <a:prstGeom prst="rect">
            <a:avLst/>
          </a:prstGeom>
        </p:spPr>
        <p:txBody>
          <a:bodyPr/>
          <a:lstStyle>
            <a:lvl1pPr>
              <a:defRPr/>
            </a:lvl1pPr>
          </a:lstStyle>
          <a:p>
            <a:pPr>
              <a:defRPr/>
            </a:pPr>
            <a:endParaRPr lang="en-US"/>
          </a:p>
        </p:txBody>
      </p:sp>
      <p:sp>
        <p:nvSpPr>
          <p:cNvPr id="8" name="Slide Number Placeholder 8"/>
          <p:cNvSpPr>
            <a:spLocks noGrp="1"/>
          </p:cNvSpPr>
          <p:nvPr>
            <p:ph type="sldNum" sz="quarter" idx="11"/>
          </p:nvPr>
        </p:nvSpPr>
        <p:spPr/>
        <p:txBody>
          <a:bodyPr/>
          <a:lstStyle>
            <a:lvl1pPr>
              <a:defRPr/>
            </a:lvl1pPr>
          </a:lstStyle>
          <a:p>
            <a:pPr>
              <a:defRPr/>
            </a:pPr>
            <a:fld id="{BF115A7D-E909-42B9-8383-73B725758CD1}" type="slidenum">
              <a:rPr lang="en-US"/>
              <a:pPr>
                <a:defRPr/>
              </a:pPr>
              <a:t>‹#›</a:t>
            </a:fld>
            <a:endParaRPr 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0_Comparison">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583488" cy="775447"/>
          </a:xfrm>
          <a:prstGeom prst="rect">
            <a:avLst/>
          </a:prstGeom>
        </p:spPr>
        <p:txBody>
          <a:bodyPr/>
          <a:lstStyle>
            <a:lvl1pPr>
              <a:defRPr sz="2400"/>
            </a:lvl1pPr>
          </a:lstStyle>
          <a:p>
            <a:r>
              <a:rPr lang="en-US" dirty="0"/>
              <a:t>Click to edit Master title style</a:t>
            </a:r>
            <a:endParaRPr/>
          </a:p>
        </p:txBody>
      </p:sp>
      <p:sp>
        <p:nvSpPr>
          <p:cNvPr id="8" name="Slide Number Placeholder 8"/>
          <p:cNvSpPr>
            <a:spLocks noGrp="1"/>
          </p:cNvSpPr>
          <p:nvPr>
            <p:ph type="sldNum" sz="quarter" idx="11"/>
          </p:nvPr>
        </p:nvSpPr>
        <p:spPr/>
        <p:txBody>
          <a:bodyPr/>
          <a:lstStyle>
            <a:lvl1pPr>
              <a:defRPr/>
            </a:lvl1pPr>
          </a:lstStyle>
          <a:p>
            <a:pPr>
              <a:defRPr/>
            </a:pPr>
            <a:fld id="{BF115A7D-E909-42B9-8383-73B725758CD1}" type="slidenum">
              <a:rPr lang="en-US"/>
              <a:pPr>
                <a:defRPr/>
              </a:pPr>
              <a:t>‹#›</a:t>
            </a:fld>
            <a:endParaRPr 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lvl1pPr>
              <a:defRPr/>
            </a:lvl1pPr>
          </a:lstStyle>
          <a:p>
            <a:pPr>
              <a:defRPr/>
            </a:pPr>
            <a:fld id="{9D903451-7FB5-4754-85AC-46675494811D}" type="slidenum">
              <a:rPr lang="en-US"/>
              <a:pPr>
                <a:defRPr/>
              </a:pPr>
              <a:t>‹#›</a:t>
            </a:fld>
            <a:endParaRPr 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583488" cy="775447"/>
          </a:xfrm>
          <a:prstGeom prst="rect">
            <a:avLst/>
          </a:prstGeom>
        </p:spPr>
        <p:txBody>
          <a:bodyPr/>
          <a:lstStyle>
            <a:lvl1pPr>
              <a:defRPr sz="2400"/>
            </a:lvl1pPr>
          </a:lstStyle>
          <a:p>
            <a:r>
              <a:rPr lang="en-US" dirty="0"/>
              <a:t>Click to edit Master title style</a:t>
            </a:r>
            <a:endParaRPr/>
          </a:p>
        </p:txBody>
      </p:sp>
      <p:sp>
        <p:nvSpPr>
          <p:cNvPr id="7" name="Footer Placeholder 7"/>
          <p:cNvSpPr>
            <a:spLocks noGrp="1"/>
          </p:cNvSpPr>
          <p:nvPr>
            <p:ph type="ftr" sz="quarter" idx="10"/>
          </p:nvPr>
        </p:nvSpPr>
        <p:spPr>
          <a:xfrm>
            <a:off x="2743200" y="6245225"/>
            <a:ext cx="3657600" cy="476250"/>
          </a:xfrm>
          <a:prstGeom prst="rect">
            <a:avLst/>
          </a:prstGeom>
        </p:spPr>
        <p:txBody>
          <a:bodyPr/>
          <a:lstStyle>
            <a:lvl1pPr>
              <a:defRPr/>
            </a:lvl1pPr>
          </a:lstStyle>
          <a:p>
            <a:pPr>
              <a:defRPr/>
            </a:pPr>
            <a:endParaRPr lang="en-US"/>
          </a:p>
        </p:txBody>
      </p:sp>
      <p:sp>
        <p:nvSpPr>
          <p:cNvPr id="8" name="Slide Number Placeholder 8"/>
          <p:cNvSpPr>
            <a:spLocks noGrp="1"/>
          </p:cNvSpPr>
          <p:nvPr>
            <p:ph type="sldNum" sz="quarter" idx="11"/>
          </p:nvPr>
        </p:nvSpPr>
        <p:spPr/>
        <p:txBody>
          <a:bodyPr/>
          <a:lstStyle>
            <a:lvl1pPr>
              <a:defRPr/>
            </a:lvl1pPr>
          </a:lstStyle>
          <a:p>
            <a:pPr>
              <a:defRPr/>
            </a:pPr>
            <a:fld id="{BF115A7D-E909-42B9-8383-73B725758CD1}" type="slidenum">
              <a:rPr lang="en-US"/>
              <a:pPr>
                <a:defRPr/>
              </a:pPr>
              <a:t>‹#›</a:t>
            </a:fld>
            <a:endParaRPr 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lvl1pPr>
              <a:defRPr/>
            </a:lvl1pPr>
          </a:lstStyle>
          <a:p>
            <a:pPr>
              <a:defRPr/>
            </a:pPr>
            <a:fld id="{9D903451-7FB5-4754-85AC-46675494811D}" type="slidenum">
              <a:rPr lang="en-US"/>
              <a:pPr>
                <a:defRPr/>
              </a:pPr>
              <a:t>‹#›</a:t>
            </a:fld>
            <a:endParaRPr 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5105400" y="6492875"/>
            <a:ext cx="2133600" cy="365125"/>
          </a:xfrm>
          <a:prstGeom prst="rect">
            <a:avLst/>
          </a:prstGeom>
        </p:spPr>
        <p:txBody>
          <a:bodyPr/>
          <a:lstStyle>
            <a:lvl1pPr>
              <a:defRPr/>
            </a:lvl1pPr>
          </a:lstStyle>
          <a:p>
            <a:pPr>
              <a:defRPr/>
            </a:pPr>
            <a:endParaRPr lang="en-US"/>
          </a:p>
        </p:txBody>
      </p:sp>
      <p:sp>
        <p:nvSpPr>
          <p:cNvPr id="3" name="Footer Placeholder 4"/>
          <p:cNvSpPr>
            <a:spLocks noGrp="1"/>
          </p:cNvSpPr>
          <p:nvPr>
            <p:ph type="ftr" sz="quarter" idx="11"/>
          </p:nvPr>
        </p:nvSpPr>
        <p:spPr>
          <a:xfrm>
            <a:off x="2743200" y="6245225"/>
            <a:ext cx="3657600" cy="476250"/>
          </a:xfrm>
          <a:prstGeom prst="rect">
            <a:avLst/>
          </a:prstGeom>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9D903451-7FB5-4754-85AC-46675494811D}" type="slidenum">
              <a:rPr lang="en-US"/>
              <a:pPr>
                <a:defRPr/>
              </a:pPr>
              <a:t>‹#›</a:t>
            </a:fld>
            <a:endParaRPr 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lvl1pPr>
              <a:defRPr/>
            </a:lvl1pPr>
          </a:lstStyle>
          <a:p>
            <a:pPr>
              <a:defRPr/>
            </a:pPr>
            <a:fld id="{9D903451-7FB5-4754-85AC-46675494811D}" type="slidenum">
              <a:rPr lang="en-US"/>
              <a:pPr>
                <a:defRPr/>
              </a:pPr>
              <a:t>‹#›</a:t>
            </a:fld>
            <a:endParaRPr 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lvl1pPr>
              <a:defRPr/>
            </a:lvl1pPr>
          </a:lstStyle>
          <a:p>
            <a:pPr>
              <a:defRPr/>
            </a:pPr>
            <a:fld id="{9D903451-7FB5-4754-85AC-46675494811D}" type="slidenum">
              <a:rPr lang="en-US"/>
              <a:pPr>
                <a:defRPr/>
              </a:pPr>
              <a:t>‹#›</a:t>
            </a:fld>
            <a:endParaRPr 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lvl1pPr>
              <a:defRPr/>
            </a:lvl1pPr>
          </a:lstStyle>
          <a:p>
            <a:pPr>
              <a:defRPr/>
            </a:pPr>
            <a:fld id="{9D903451-7FB5-4754-85AC-46675494811D}" type="slidenum">
              <a:rPr lang="en-US"/>
              <a:pPr>
                <a:defRPr/>
              </a:pPr>
              <a:t>‹#›</a:t>
            </a:fld>
            <a:endParaRPr lang="en-US"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lvl1pPr>
              <a:defRPr/>
            </a:lvl1pPr>
          </a:lstStyle>
          <a:p>
            <a:pPr>
              <a:defRPr/>
            </a:pPr>
            <a:fld id="{9D903451-7FB5-4754-85AC-46675494811D}" type="slidenum">
              <a:rPr lang="en-US"/>
              <a:pPr>
                <a:defRPr/>
              </a:pPr>
              <a:t>‹#›</a:t>
            </a:fld>
            <a:endParaRPr 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1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583488" cy="1080247"/>
          </a:xfrm>
          <a:prstGeom prst="rect">
            <a:avLst/>
          </a:prstGeom>
        </p:spPr>
        <p:txBody>
          <a:bodyPr/>
          <a:lstStyle>
            <a:lvl1pPr>
              <a:defRPr sz="2400"/>
            </a:lvl1pPr>
          </a:lstStyle>
          <a:p>
            <a:r>
              <a:rPr lang="en-US" dirty="0"/>
              <a:t>Click to edit Master title style</a:t>
            </a:r>
            <a:endParaRPr/>
          </a:p>
        </p:txBody>
      </p:sp>
      <p:sp>
        <p:nvSpPr>
          <p:cNvPr id="7" name="Footer Placeholder 5"/>
          <p:cNvSpPr>
            <a:spLocks noGrp="1"/>
          </p:cNvSpPr>
          <p:nvPr>
            <p:ph type="ftr" sz="quarter" idx="10"/>
          </p:nvPr>
        </p:nvSpPr>
        <p:spPr>
          <a:xfrm>
            <a:off x="2743200" y="6245225"/>
            <a:ext cx="3657600" cy="476250"/>
          </a:xfrm>
          <a:prstGeom prst="rect">
            <a:avLst/>
          </a:prstGeom>
        </p:spPr>
        <p:txBody>
          <a:bodyPr/>
          <a:lstStyle>
            <a:lvl1pPr>
              <a:defRPr/>
            </a:lvl1pPr>
          </a:lstStyle>
          <a:p>
            <a:pPr>
              <a:defRPr/>
            </a:pPr>
            <a:endParaRPr lang="en-US"/>
          </a:p>
        </p:txBody>
      </p:sp>
      <p:sp>
        <p:nvSpPr>
          <p:cNvPr id="8" name="Slide Number Placeholder 6"/>
          <p:cNvSpPr>
            <a:spLocks noGrp="1"/>
          </p:cNvSpPr>
          <p:nvPr>
            <p:ph type="sldNum" sz="quarter" idx="11"/>
          </p:nvPr>
        </p:nvSpPr>
        <p:spPr/>
        <p:txBody>
          <a:bodyPr/>
          <a:lstStyle>
            <a:lvl1pPr>
              <a:defRPr/>
            </a:lvl1pPr>
          </a:lstStyle>
          <a:p>
            <a:pPr>
              <a:defRPr/>
            </a:pPr>
            <a:fld id="{3D1DDD1E-8083-4C2F-82FA-F0F2767FCC10}" type="slidenum">
              <a:rPr lang="en-US"/>
              <a:pPr>
                <a:defRPr/>
              </a:pPr>
              <a:t>‹#›</a:t>
            </a:fld>
            <a:endParaRPr 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583488" cy="775447"/>
          </a:xfrm>
          <a:prstGeom prst="rect">
            <a:avLst/>
          </a:prstGeom>
        </p:spPr>
        <p:txBody>
          <a:bodyPr/>
          <a:lstStyle>
            <a:lvl1pPr>
              <a:defRPr sz="2400"/>
            </a:lvl1pPr>
          </a:lstStyle>
          <a:p>
            <a:r>
              <a:rPr lang="en-US" dirty="0"/>
              <a:t>Click to edit Master title style</a:t>
            </a:r>
            <a:endParaRPr/>
          </a:p>
        </p:txBody>
      </p:sp>
      <p:sp>
        <p:nvSpPr>
          <p:cNvPr id="8" name="Slide Number Placeholder 8"/>
          <p:cNvSpPr>
            <a:spLocks noGrp="1"/>
          </p:cNvSpPr>
          <p:nvPr>
            <p:ph type="sldNum" sz="quarter" idx="11"/>
          </p:nvPr>
        </p:nvSpPr>
        <p:spPr/>
        <p:txBody>
          <a:bodyPr/>
          <a:lstStyle>
            <a:lvl1pPr>
              <a:defRPr/>
            </a:lvl1pPr>
          </a:lstStyle>
          <a:p>
            <a:pPr>
              <a:defRPr/>
            </a:pPr>
            <a:fld id="{BF115A7D-E909-42B9-8383-73B725758CD1}" type="slidenum">
              <a:rPr lang="en-US"/>
              <a:pPr>
                <a:defRPr/>
              </a:pPr>
              <a:t>‹#›</a:t>
            </a:fld>
            <a:endParaRPr lang="en-US"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12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583488" cy="1080247"/>
          </a:xfrm>
          <a:prstGeom prst="rect">
            <a:avLst/>
          </a:prstGeom>
        </p:spPr>
        <p:txBody>
          <a:bodyPr/>
          <a:lstStyle>
            <a:lvl1pPr>
              <a:defRPr sz="2400"/>
            </a:lvl1pPr>
          </a:lstStyle>
          <a:p>
            <a:r>
              <a:rPr lang="en-US" dirty="0"/>
              <a:t>Click to edit Master title style</a:t>
            </a:r>
            <a:endParaRPr/>
          </a:p>
        </p:txBody>
      </p:sp>
      <p:sp>
        <p:nvSpPr>
          <p:cNvPr id="7" name="Footer Placeholder 5"/>
          <p:cNvSpPr>
            <a:spLocks noGrp="1"/>
          </p:cNvSpPr>
          <p:nvPr>
            <p:ph type="ftr" sz="quarter" idx="10"/>
          </p:nvPr>
        </p:nvSpPr>
        <p:spPr>
          <a:xfrm>
            <a:off x="2743200" y="6245225"/>
            <a:ext cx="3657600" cy="476250"/>
          </a:xfrm>
          <a:prstGeom prst="rect">
            <a:avLst/>
          </a:prstGeom>
        </p:spPr>
        <p:txBody>
          <a:bodyPr/>
          <a:lstStyle>
            <a:lvl1pPr>
              <a:defRPr/>
            </a:lvl1pPr>
          </a:lstStyle>
          <a:p>
            <a:pPr>
              <a:defRPr/>
            </a:pPr>
            <a:endParaRPr lang="en-US"/>
          </a:p>
        </p:txBody>
      </p:sp>
      <p:sp>
        <p:nvSpPr>
          <p:cNvPr id="8" name="Slide Number Placeholder 6"/>
          <p:cNvSpPr>
            <a:spLocks noGrp="1"/>
          </p:cNvSpPr>
          <p:nvPr>
            <p:ph type="sldNum" sz="quarter" idx="11"/>
          </p:nvPr>
        </p:nvSpPr>
        <p:spPr/>
        <p:txBody>
          <a:bodyPr/>
          <a:lstStyle>
            <a:lvl1pPr>
              <a:defRPr/>
            </a:lvl1pPr>
          </a:lstStyle>
          <a:p>
            <a:pPr>
              <a:defRPr/>
            </a:pPr>
            <a:fld id="{3D1DDD1E-8083-4C2F-82FA-F0F2767FCC10}" type="slidenum">
              <a:rPr lang="en-US"/>
              <a:pPr>
                <a:defRPr/>
              </a:pPr>
              <a:t>‹#›</a:t>
            </a:fld>
            <a:endParaRPr lang="en-US"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3_Comparison">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583488" cy="775447"/>
          </a:xfrm>
          <a:prstGeom prst="rect">
            <a:avLst/>
          </a:prstGeom>
        </p:spPr>
        <p:txBody>
          <a:bodyPr/>
          <a:lstStyle>
            <a:lvl1pPr>
              <a:defRPr sz="2400"/>
            </a:lvl1pPr>
          </a:lstStyle>
          <a:p>
            <a:r>
              <a:rPr lang="en-US" dirty="0"/>
              <a:t>Click to edit Master title style</a:t>
            </a:r>
            <a:endParaRPr/>
          </a:p>
        </p:txBody>
      </p:sp>
      <p:sp>
        <p:nvSpPr>
          <p:cNvPr id="8" name="Slide Number Placeholder 8"/>
          <p:cNvSpPr>
            <a:spLocks noGrp="1"/>
          </p:cNvSpPr>
          <p:nvPr>
            <p:ph type="sldNum" sz="quarter" idx="11"/>
          </p:nvPr>
        </p:nvSpPr>
        <p:spPr/>
        <p:txBody>
          <a:bodyPr/>
          <a:lstStyle>
            <a:lvl1pPr>
              <a:defRPr/>
            </a:lvl1pPr>
          </a:lstStyle>
          <a:p>
            <a:pPr>
              <a:defRPr/>
            </a:pPr>
            <a:fld id="{BF115A7D-E909-42B9-8383-73B725758CD1}" type="slidenum">
              <a:rPr lang="en-US"/>
              <a:pPr>
                <a:defRPr/>
              </a:pPr>
              <a:t>‹#›</a:t>
            </a:fld>
            <a:endParaRPr 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lvl1pPr>
              <a:defRPr/>
            </a:lvl1pPr>
          </a:lstStyle>
          <a:p>
            <a:pPr>
              <a:defRPr/>
            </a:pPr>
            <a:fld id="{9D903451-7FB5-4754-85AC-46675494811D}" type="slidenum">
              <a:rPr lang="en-US"/>
              <a:pPr>
                <a:defRPr/>
              </a:pPr>
              <a:t>‹#›</a:t>
            </a:fld>
            <a:endParaRPr 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13_Title and Content">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lvl1pPr>
              <a:defRPr/>
            </a:lvl1pPr>
          </a:lstStyle>
          <a:p>
            <a:pPr>
              <a:defRPr/>
            </a:pPr>
            <a:fld id="{9D903451-7FB5-4754-85AC-46675494811D}" type="slidenum">
              <a:rPr lang="en-US"/>
              <a:pPr>
                <a:defRPr/>
              </a:pPr>
              <a:t>‹#›</a:t>
            </a:fld>
            <a:endParaRPr lang="en-US"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4_Title and Content">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lvl1pPr>
              <a:defRPr/>
            </a:lvl1pPr>
          </a:lstStyle>
          <a:p>
            <a:pPr>
              <a:defRPr/>
            </a:pPr>
            <a:fld id="{9D903451-7FB5-4754-85AC-46675494811D}" type="slidenum">
              <a:rPr lang="en-US"/>
              <a:pPr>
                <a:defRPr/>
              </a:pPr>
              <a:t>‹#›</a:t>
            </a:fld>
            <a:endParaRPr 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5_Title and Content">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lvl1pPr>
              <a:defRPr/>
            </a:lvl1pPr>
          </a:lstStyle>
          <a:p>
            <a:pPr>
              <a:defRPr/>
            </a:pPr>
            <a:fld id="{9D903451-7FB5-4754-85AC-46675494811D}" type="slidenum">
              <a:rPr lang="en-US"/>
              <a:pPr>
                <a:defRPr/>
              </a:pPr>
              <a:t>‹#›</a:t>
            </a:fld>
            <a:endParaRPr lang="en-US"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lvl1pPr>
              <a:defRPr/>
            </a:lvl1pPr>
          </a:lstStyle>
          <a:p>
            <a:pPr>
              <a:defRPr/>
            </a:pPr>
            <a:fld id="{9D903451-7FB5-4754-85AC-46675494811D}" type="slidenum">
              <a:rPr lang="en-US"/>
              <a:pPr>
                <a:defRPr/>
              </a:pPr>
              <a:t>‹#›</a:t>
            </a:fld>
            <a:endParaRPr lang="en-US"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4_Comparison">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583488" cy="775447"/>
          </a:xfrm>
          <a:prstGeom prst="rect">
            <a:avLst/>
          </a:prstGeom>
        </p:spPr>
        <p:txBody>
          <a:bodyPr/>
          <a:lstStyle>
            <a:lvl1pPr>
              <a:defRPr sz="2400"/>
            </a:lvl1pPr>
          </a:lstStyle>
          <a:p>
            <a:r>
              <a:rPr lang="en-US" dirty="0"/>
              <a:t>Click to edit Master title style</a:t>
            </a:r>
            <a:endParaRPr/>
          </a:p>
        </p:txBody>
      </p:sp>
      <p:sp>
        <p:nvSpPr>
          <p:cNvPr id="8" name="Slide Number Placeholder 8"/>
          <p:cNvSpPr>
            <a:spLocks noGrp="1"/>
          </p:cNvSpPr>
          <p:nvPr>
            <p:ph type="sldNum" sz="quarter" idx="11"/>
          </p:nvPr>
        </p:nvSpPr>
        <p:spPr/>
        <p:txBody>
          <a:bodyPr/>
          <a:lstStyle>
            <a:lvl1pPr>
              <a:defRPr/>
            </a:lvl1pPr>
          </a:lstStyle>
          <a:p>
            <a:pPr>
              <a:defRPr/>
            </a:pPr>
            <a:fld id="{BF115A7D-E909-42B9-8383-73B725758CD1}" type="slidenum">
              <a:rPr lang="en-US"/>
              <a:pPr>
                <a:defRPr/>
              </a:pPr>
              <a:t>‹#›</a:t>
            </a:fld>
            <a:endParaRPr 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17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583488" cy="1080247"/>
          </a:xfrm>
          <a:prstGeom prst="rect">
            <a:avLst/>
          </a:prstGeom>
        </p:spPr>
        <p:txBody>
          <a:bodyPr/>
          <a:lstStyle>
            <a:lvl1pPr>
              <a:defRPr sz="2400"/>
            </a:lvl1pPr>
          </a:lstStyle>
          <a:p>
            <a:r>
              <a:rPr lang="en-US" dirty="0"/>
              <a:t>Click to edit Master title style</a:t>
            </a:r>
            <a:endParaRPr/>
          </a:p>
        </p:txBody>
      </p:sp>
      <p:sp>
        <p:nvSpPr>
          <p:cNvPr id="8" name="Slide Number Placeholder 6"/>
          <p:cNvSpPr>
            <a:spLocks noGrp="1"/>
          </p:cNvSpPr>
          <p:nvPr>
            <p:ph type="sldNum" sz="quarter" idx="11"/>
          </p:nvPr>
        </p:nvSpPr>
        <p:spPr/>
        <p:txBody>
          <a:bodyPr/>
          <a:lstStyle>
            <a:lvl1pPr>
              <a:defRPr/>
            </a:lvl1pPr>
          </a:lstStyle>
          <a:p>
            <a:pPr>
              <a:defRPr/>
            </a:pPr>
            <a:fld id="{3D1DDD1E-8083-4C2F-82FA-F0F2767FCC10}" type="slidenum">
              <a:rPr lang="en-US"/>
              <a:pPr>
                <a:defRPr/>
              </a:pPr>
              <a:t>‹#›</a:t>
            </a:fld>
            <a:endParaRPr lang="en-US" dirty="0"/>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14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583488" cy="1080247"/>
          </a:xfrm>
          <a:prstGeom prst="rect">
            <a:avLst/>
          </a:prstGeom>
        </p:spPr>
        <p:txBody>
          <a:bodyPr/>
          <a:lstStyle>
            <a:lvl1pPr>
              <a:defRPr sz="2400"/>
            </a:lvl1pPr>
          </a:lstStyle>
          <a:p>
            <a:r>
              <a:rPr lang="en-US" dirty="0"/>
              <a:t>Click to edit Master title style</a:t>
            </a:r>
            <a:endParaRPr/>
          </a:p>
        </p:txBody>
      </p:sp>
      <p:sp>
        <p:nvSpPr>
          <p:cNvPr id="8" name="Slide Number Placeholder 6"/>
          <p:cNvSpPr>
            <a:spLocks noGrp="1"/>
          </p:cNvSpPr>
          <p:nvPr>
            <p:ph type="sldNum" sz="quarter" idx="11"/>
          </p:nvPr>
        </p:nvSpPr>
        <p:spPr/>
        <p:txBody>
          <a:bodyPr/>
          <a:lstStyle>
            <a:lvl1pPr>
              <a:defRPr/>
            </a:lvl1pPr>
          </a:lstStyle>
          <a:p>
            <a:pPr>
              <a:defRPr/>
            </a:pPr>
            <a:fld id="{3D1DDD1E-8083-4C2F-82FA-F0F2767FCC10}" type="slidenum">
              <a:rPr lang="en-US"/>
              <a:pPr>
                <a:defRPr/>
              </a:pPr>
              <a:t>‹#›</a:t>
            </a:fld>
            <a:endParaRPr lang="en-US" dirty="0"/>
          </a:p>
        </p:txBody>
      </p:sp>
    </p:spTree>
    <p:extLst>
      <p:ext uri="{BB962C8B-B14F-4D97-AF65-F5344CB8AC3E}">
        <p14:creationId xmlns:p14="http://schemas.microsoft.com/office/powerpoint/2010/main" val="109250332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15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583488" cy="1080247"/>
          </a:xfrm>
          <a:prstGeom prst="rect">
            <a:avLst/>
          </a:prstGeom>
        </p:spPr>
        <p:txBody>
          <a:bodyPr/>
          <a:lstStyle>
            <a:lvl1pPr>
              <a:defRPr sz="2400"/>
            </a:lvl1pPr>
          </a:lstStyle>
          <a:p>
            <a:r>
              <a:rPr lang="en-US" dirty="0"/>
              <a:t>Click to edit Master title style</a:t>
            </a:r>
            <a:endParaRPr/>
          </a:p>
        </p:txBody>
      </p:sp>
      <p:sp>
        <p:nvSpPr>
          <p:cNvPr id="8" name="Slide Number Placeholder 6"/>
          <p:cNvSpPr>
            <a:spLocks noGrp="1"/>
          </p:cNvSpPr>
          <p:nvPr>
            <p:ph type="sldNum" sz="quarter" idx="11"/>
          </p:nvPr>
        </p:nvSpPr>
        <p:spPr/>
        <p:txBody>
          <a:bodyPr/>
          <a:lstStyle>
            <a:lvl1pPr>
              <a:defRPr/>
            </a:lvl1pPr>
          </a:lstStyle>
          <a:p>
            <a:pPr>
              <a:defRPr/>
            </a:pPr>
            <a:fld id="{3D1DDD1E-8083-4C2F-82FA-F0F2767FCC10}" type="slidenum">
              <a:rPr lang="en-US"/>
              <a:pPr>
                <a:defRPr/>
              </a:pPr>
              <a:t>‹#›</a:t>
            </a:fld>
            <a:endParaRPr lang="en-US" dirty="0"/>
          </a:p>
        </p:txBody>
      </p:sp>
    </p:spTree>
    <p:extLst>
      <p:ext uri="{BB962C8B-B14F-4D97-AF65-F5344CB8AC3E}">
        <p14:creationId xmlns:p14="http://schemas.microsoft.com/office/powerpoint/2010/main" val="83145681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6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583488" cy="1080247"/>
          </a:xfrm>
          <a:prstGeom prst="rect">
            <a:avLst/>
          </a:prstGeom>
        </p:spPr>
        <p:txBody>
          <a:bodyPr/>
          <a:lstStyle>
            <a:lvl1pPr>
              <a:defRPr sz="2400"/>
            </a:lvl1pPr>
          </a:lstStyle>
          <a:p>
            <a:r>
              <a:rPr lang="en-US" dirty="0"/>
              <a:t>Click to edit Master title style</a:t>
            </a:r>
            <a:endParaRPr/>
          </a:p>
        </p:txBody>
      </p:sp>
      <p:sp>
        <p:nvSpPr>
          <p:cNvPr id="8" name="Slide Number Placeholder 6"/>
          <p:cNvSpPr>
            <a:spLocks noGrp="1"/>
          </p:cNvSpPr>
          <p:nvPr>
            <p:ph type="sldNum" sz="quarter" idx="11"/>
          </p:nvPr>
        </p:nvSpPr>
        <p:spPr/>
        <p:txBody>
          <a:bodyPr/>
          <a:lstStyle>
            <a:lvl1pPr>
              <a:defRPr/>
            </a:lvl1pPr>
          </a:lstStyle>
          <a:p>
            <a:pPr>
              <a:defRPr/>
            </a:pPr>
            <a:fld id="{3D1DDD1E-8083-4C2F-82FA-F0F2767FCC10}" type="slidenum">
              <a:rPr lang="en-US"/>
              <a:pPr>
                <a:defRPr/>
              </a:pPr>
              <a:t>‹#›</a:t>
            </a:fld>
            <a:endParaRPr lang="en-US" dirty="0"/>
          </a:p>
        </p:txBody>
      </p:sp>
    </p:spTree>
    <p:extLst>
      <p:ext uri="{BB962C8B-B14F-4D97-AF65-F5344CB8AC3E}">
        <p14:creationId xmlns:p14="http://schemas.microsoft.com/office/powerpoint/2010/main" val="184559318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Picture with Caption">
    <p:spTree>
      <p:nvGrpSpPr>
        <p:cNvPr id="1" name=""/>
        <p:cNvGrpSpPr/>
        <p:nvPr/>
      </p:nvGrpSpPr>
      <p:grpSpPr>
        <a:xfrm>
          <a:off x="0" y="0"/>
          <a:ext cx="0" cy="0"/>
          <a:chOff x="0" y="0"/>
          <a:chExt cx="0" cy="0"/>
        </a:xfrm>
      </p:grpSpPr>
      <p:grpSp>
        <p:nvGrpSpPr>
          <p:cNvPr id="2" name="Group 1029"/>
          <p:cNvGrpSpPr>
            <a:grpSpLocks/>
          </p:cNvGrpSpPr>
          <p:nvPr userDrawn="1"/>
        </p:nvGrpSpPr>
        <p:grpSpPr bwMode="auto">
          <a:xfrm>
            <a:off x="923925" y="989013"/>
            <a:ext cx="7102475" cy="76200"/>
            <a:chOff x="1200" y="768"/>
            <a:chExt cx="4282" cy="48"/>
          </a:xfrm>
        </p:grpSpPr>
        <p:sp>
          <p:nvSpPr>
            <p:cNvPr id="3" name="Line 1030"/>
            <p:cNvSpPr>
              <a:spLocks noChangeShapeType="1"/>
            </p:cNvSpPr>
            <p:nvPr userDrawn="1"/>
          </p:nvSpPr>
          <p:spPr bwMode="auto">
            <a:xfrm>
              <a:off x="1200" y="816"/>
              <a:ext cx="4272" cy="0"/>
            </a:xfrm>
            <a:prstGeom prst="line">
              <a:avLst/>
            </a:prstGeom>
            <a:noFill/>
            <a:ln w="44450">
              <a:solidFill>
                <a:srgbClr val="C8B452"/>
              </a:solidFill>
              <a:round/>
              <a:headEnd type="none" w="sm" len="sm"/>
              <a:tailEnd type="none" w="sm" len="sm"/>
            </a:ln>
          </p:spPr>
          <p:txBody>
            <a:bodyPr/>
            <a:lstStyle/>
            <a:p>
              <a:pPr fontAlgn="auto">
                <a:spcBef>
                  <a:spcPts val="0"/>
                </a:spcBef>
                <a:spcAft>
                  <a:spcPts val="0"/>
                </a:spcAft>
                <a:defRPr/>
              </a:pPr>
              <a:endParaRPr lang="en-US" kern="0">
                <a:solidFill>
                  <a:sysClr val="windowText" lastClr="000000"/>
                </a:solidFill>
              </a:endParaRPr>
            </a:p>
          </p:txBody>
        </p:sp>
        <p:sp>
          <p:nvSpPr>
            <p:cNvPr id="4" name="Line 1031"/>
            <p:cNvSpPr>
              <a:spLocks noChangeShapeType="1"/>
            </p:cNvSpPr>
            <p:nvPr userDrawn="1"/>
          </p:nvSpPr>
          <p:spPr bwMode="auto">
            <a:xfrm>
              <a:off x="1200" y="768"/>
              <a:ext cx="4272" cy="0"/>
            </a:xfrm>
            <a:prstGeom prst="line">
              <a:avLst/>
            </a:prstGeom>
            <a:noFill/>
            <a:ln w="50800">
              <a:solidFill>
                <a:srgbClr val="000000"/>
              </a:solidFill>
              <a:round/>
              <a:headEnd type="none" w="sm" len="sm"/>
              <a:tailEnd type="none" w="sm" len="sm"/>
            </a:ln>
          </p:spPr>
          <p:txBody>
            <a:bodyPr wrap="none" anchor="ctr"/>
            <a:lstStyle/>
            <a:p>
              <a:pPr fontAlgn="auto">
                <a:spcBef>
                  <a:spcPts val="0"/>
                </a:spcBef>
                <a:spcAft>
                  <a:spcPts val="0"/>
                </a:spcAft>
                <a:defRPr/>
              </a:pPr>
              <a:endParaRPr lang="en-US" kern="0">
                <a:solidFill>
                  <a:sysClr val="windowText" lastClr="000000"/>
                </a:solidFill>
              </a:endParaRPr>
            </a:p>
          </p:txBody>
        </p:sp>
        <p:sp>
          <p:nvSpPr>
            <p:cNvPr id="5" name="Line 1032"/>
            <p:cNvSpPr>
              <a:spLocks noChangeShapeType="1"/>
            </p:cNvSpPr>
            <p:nvPr userDrawn="1"/>
          </p:nvSpPr>
          <p:spPr bwMode="auto">
            <a:xfrm>
              <a:off x="1200" y="816"/>
              <a:ext cx="4282" cy="0"/>
            </a:xfrm>
            <a:prstGeom prst="line">
              <a:avLst/>
            </a:prstGeom>
            <a:noFill/>
            <a:ln w="12700">
              <a:solidFill>
                <a:srgbClr val="333300"/>
              </a:solidFill>
              <a:round/>
              <a:headEnd type="none" w="sm" len="sm"/>
              <a:tailEnd type="none" w="sm" len="sm"/>
            </a:ln>
          </p:spPr>
          <p:txBody>
            <a:bodyPr wrap="none" anchor="ctr"/>
            <a:lstStyle/>
            <a:p>
              <a:pPr fontAlgn="auto">
                <a:spcBef>
                  <a:spcPts val="0"/>
                </a:spcBef>
                <a:spcAft>
                  <a:spcPts val="0"/>
                </a:spcAft>
                <a:defRPr/>
              </a:pPr>
              <a:endParaRPr lang="en-US" kern="0">
                <a:solidFill>
                  <a:sysClr val="windowText" lastClr="000000"/>
                </a:solidFill>
              </a:endParaRPr>
            </a:p>
          </p:txBody>
        </p:sp>
      </p:grpSp>
      <p:grpSp>
        <p:nvGrpSpPr>
          <p:cNvPr id="6" name="Group 1029"/>
          <p:cNvGrpSpPr>
            <a:grpSpLocks/>
          </p:cNvGrpSpPr>
          <p:nvPr userDrawn="1"/>
        </p:nvGrpSpPr>
        <p:grpSpPr bwMode="auto">
          <a:xfrm>
            <a:off x="1066800" y="5867400"/>
            <a:ext cx="7102475" cy="76200"/>
            <a:chOff x="1200" y="768"/>
            <a:chExt cx="4282" cy="48"/>
          </a:xfrm>
        </p:grpSpPr>
        <p:sp>
          <p:nvSpPr>
            <p:cNvPr id="7" name="Line 1030"/>
            <p:cNvSpPr>
              <a:spLocks noChangeShapeType="1"/>
            </p:cNvSpPr>
            <p:nvPr userDrawn="1"/>
          </p:nvSpPr>
          <p:spPr bwMode="auto">
            <a:xfrm>
              <a:off x="1200" y="816"/>
              <a:ext cx="4272" cy="0"/>
            </a:xfrm>
            <a:prstGeom prst="line">
              <a:avLst/>
            </a:prstGeom>
            <a:noFill/>
            <a:ln w="44450">
              <a:solidFill>
                <a:srgbClr val="C8B452"/>
              </a:solidFill>
              <a:round/>
              <a:headEnd type="none" w="sm" len="sm"/>
              <a:tailEnd type="none" w="sm" len="sm"/>
            </a:ln>
          </p:spPr>
          <p:txBody>
            <a:bodyPr/>
            <a:lstStyle/>
            <a:p>
              <a:pPr fontAlgn="auto">
                <a:spcBef>
                  <a:spcPts val="0"/>
                </a:spcBef>
                <a:spcAft>
                  <a:spcPts val="0"/>
                </a:spcAft>
                <a:defRPr/>
              </a:pPr>
              <a:endParaRPr lang="en-US" kern="0">
                <a:solidFill>
                  <a:sysClr val="windowText" lastClr="000000"/>
                </a:solidFill>
              </a:endParaRPr>
            </a:p>
          </p:txBody>
        </p:sp>
        <p:sp>
          <p:nvSpPr>
            <p:cNvPr id="8" name="Line 1031"/>
            <p:cNvSpPr>
              <a:spLocks noChangeShapeType="1"/>
            </p:cNvSpPr>
            <p:nvPr userDrawn="1"/>
          </p:nvSpPr>
          <p:spPr bwMode="auto">
            <a:xfrm>
              <a:off x="1200" y="768"/>
              <a:ext cx="4272" cy="0"/>
            </a:xfrm>
            <a:prstGeom prst="line">
              <a:avLst/>
            </a:prstGeom>
            <a:noFill/>
            <a:ln w="50800">
              <a:solidFill>
                <a:srgbClr val="000000"/>
              </a:solidFill>
              <a:round/>
              <a:headEnd type="none" w="sm" len="sm"/>
              <a:tailEnd type="none" w="sm" len="sm"/>
            </a:ln>
          </p:spPr>
          <p:txBody>
            <a:bodyPr wrap="none" anchor="ctr"/>
            <a:lstStyle/>
            <a:p>
              <a:pPr fontAlgn="auto">
                <a:spcBef>
                  <a:spcPts val="0"/>
                </a:spcBef>
                <a:spcAft>
                  <a:spcPts val="0"/>
                </a:spcAft>
                <a:defRPr/>
              </a:pPr>
              <a:endParaRPr lang="en-US" kern="0">
                <a:solidFill>
                  <a:sysClr val="windowText" lastClr="000000"/>
                </a:solidFill>
              </a:endParaRPr>
            </a:p>
          </p:txBody>
        </p:sp>
        <p:sp>
          <p:nvSpPr>
            <p:cNvPr id="9" name="Line 1032"/>
            <p:cNvSpPr>
              <a:spLocks noChangeShapeType="1"/>
            </p:cNvSpPr>
            <p:nvPr userDrawn="1"/>
          </p:nvSpPr>
          <p:spPr bwMode="auto">
            <a:xfrm>
              <a:off x="1200" y="816"/>
              <a:ext cx="4282" cy="0"/>
            </a:xfrm>
            <a:prstGeom prst="line">
              <a:avLst/>
            </a:prstGeom>
            <a:noFill/>
            <a:ln w="12700">
              <a:solidFill>
                <a:srgbClr val="333300"/>
              </a:solidFill>
              <a:round/>
              <a:headEnd type="none" w="sm" len="sm"/>
              <a:tailEnd type="none" w="sm" len="sm"/>
            </a:ln>
          </p:spPr>
          <p:txBody>
            <a:bodyPr wrap="none" anchor="ctr"/>
            <a:lstStyle/>
            <a:p>
              <a:pPr fontAlgn="auto">
                <a:spcBef>
                  <a:spcPts val="0"/>
                </a:spcBef>
                <a:spcAft>
                  <a:spcPts val="0"/>
                </a:spcAft>
                <a:defRPr/>
              </a:pPr>
              <a:endParaRPr lang="en-US" kern="0">
                <a:solidFill>
                  <a:sysClr val="windowText" lastClr="000000"/>
                </a:solidFill>
              </a:endParaRPr>
            </a:p>
          </p:txBody>
        </p:sp>
      </p:grpSp>
      <p:sp>
        <p:nvSpPr>
          <p:cNvPr id="10" name="Footer Placeholder 5"/>
          <p:cNvSpPr>
            <a:spLocks noGrp="1"/>
          </p:cNvSpPr>
          <p:nvPr>
            <p:ph type="ftr" sz="quarter" idx="10"/>
          </p:nvPr>
        </p:nvSpPr>
        <p:spPr>
          <a:xfrm>
            <a:off x="241300" y="6356350"/>
            <a:ext cx="1893888" cy="365125"/>
          </a:xfrm>
          <a:prstGeom prst="rect">
            <a:avLst/>
          </a:prstGeom>
          <a:effectLst>
            <a:outerShdw blurRad="50800" dist="38100" dir="2700000" algn="tl" rotWithShape="0">
              <a:prstClr val="black">
                <a:alpha val="40000"/>
              </a:prstClr>
            </a:outerShdw>
          </a:effectLst>
        </p:spPr>
        <p:txBody>
          <a:bodyPr/>
          <a:lstStyle>
            <a:lvl1pPr marL="0" algn="l" defTabSz="914400" rtl="0" eaLnBrk="1" latinLnBrk="0" hangingPunct="1">
              <a:defRPr sz="1200" kern="1200">
                <a:solidFill>
                  <a:schemeClr val="tx1"/>
                </a:solidFill>
                <a:effectLst>
                  <a:outerShdw blurRad="38100" dist="12700" dir="2700000" algn="tl" rotWithShape="0">
                    <a:prstClr val="black">
                      <a:alpha val="60000"/>
                    </a:prstClr>
                  </a:outerShdw>
                </a:effectLst>
                <a:latin typeface="+mn-lt"/>
                <a:ea typeface="+mn-ea"/>
                <a:cs typeface="+mn-cs"/>
              </a:defRPr>
            </a:lvl1pPr>
          </a:lstStyle>
          <a:p>
            <a:pPr>
              <a:defRPr/>
            </a:pPr>
            <a:endParaRPr lang="en-US"/>
          </a:p>
        </p:txBody>
      </p:sp>
      <p:sp>
        <p:nvSpPr>
          <p:cNvPr id="11" name="Slide Number Placeholder 6"/>
          <p:cNvSpPr>
            <a:spLocks noGrp="1"/>
          </p:cNvSpPr>
          <p:nvPr>
            <p:ph type="sldNum" sz="quarter" idx="11"/>
          </p:nvPr>
        </p:nvSpPr>
        <p:spPr>
          <a:xfrm>
            <a:off x="8385175" y="6283325"/>
            <a:ext cx="758825" cy="574675"/>
          </a:xfrm>
        </p:spPr>
        <p:txBody>
          <a:bodyPr>
            <a:noAutofit/>
          </a:bodyPr>
          <a:lstStyle>
            <a:lvl1pPr marL="0" algn="ctr" defTabSz="914400" rtl="0" eaLnBrk="1" latinLnBrk="0" hangingPunct="1">
              <a:spcBef>
                <a:spcPct val="0"/>
              </a:spcBef>
              <a:defRPr sz="3600" kern="1200">
                <a:solidFill>
                  <a:schemeClr val="tx1"/>
                </a:solidFill>
                <a:effectLst>
                  <a:outerShdw blurRad="50800" dist="12700" dir="2700000" sx="100500" sy="100500" algn="tl" rotWithShape="0">
                    <a:prstClr val="black">
                      <a:alpha val="60000"/>
                    </a:prstClr>
                  </a:outerShdw>
                </a:effectLst>
                <a:latin typeface="+mj-lt"/>
                <a:ea typeface="+mj-ea"/>
                <a:cs typeface="+mj-cs"/>
              </a:defRPr>
            </a:lvl1pPr>
          </a:lstStyle>
          <a:p>
            <a:pPr>
              <a:defRPr/>
            </a:pPr>
            <a:fld id="{652DE671-F87C-403A-9965-199A8985BA5D}" type="slidenum">
              <a:rPr lang="en-US"/>
              <a:pPr>
                <a:defRPr/>
              </a:pPr>
              <a:t>‹#›</a:t>
            </a:fld>
            <a:endParaRPr lang="en-US" dirty="0"/>
          </a:p>
        </p:txBody>
      </p:sp>
    </p:spTree>
    <p:extLst>
      <p:ext uri="{BB962C8B-B14F-4D97-AF65-F5344CB8AC3E}">
        <p14:creationId xmlns:p14="http://schemas.microsoft.com/office/powerpoint/2010/main" val="380077855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3732"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73734" name="Rectangle 6"/>
          <p:cNvSpPr>
            <a:spLocks noGrp="1" noChangeArrowheads="1"/>
          </p:cNvSpPr>
          <p:nvPr>
            <p:ph type="sldNum" sz="quarter" idx="4"/>
          </p:nvPr>
        </p:nvSpPr>
        <p:spPr bwMode="auto">
          <a:xfrm>
            <a:off x="6553200" y="6229350"/>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smtClean="0"/>
            </a:lvl1pPr>
          </a:lstStyle>
          <a:p>
            <a:pPr>
              <a:defRPr/>
            </a:pPr>
            <a:fld id="{CC8D8CBA-988B-44C7-9959-56385BC04621}"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676" r:id="rId1"/>
    <p:sldLayoutId id="2147483680" r:id="rId2"/>
    <p:sldLayoutId id="2147483681"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 id="2147483707" r:id="rId14"/>
    <p:sldLayoutId id="2147483708" r:id="rId15"/>
    <p:sldLayoutId id="2147483709" r:id="rId16"/>
    <p:sldLayoutId id="2147483710" r:id="rId17"/>
    <p:sldLayoutId id="2147483711" r:id="rId18"/>
    <p:sldLayoutId id="2147483712" r:id="rId19"/>
    <p:sldLayoutId id="2147483713" r:id="rId20"/>
    <p:sldLayoutId id="2147483714" r:id="rId21"/>
    <p:sldLayoutId id="2147483715" r:id="rId22"/>
    <p:sldLayoutId id="2147483716" r:id="rId23"/>
    <p:sldLayoutId id="2147483717" r:id="rId24"/>
    <p:sldLayoutId id="2147483718" r:id="rId25"/>
    <p:sldLayoutId id="2147483719" r:id="rId26"/>
    <p:sldLayoutId id="2147483720" r:id="rId27"/>
    <p:sldLayoutId id="2147483721" r:id="rId28"/>
    <p:sldLayoutId id="2147483722" r:id="rId29"/>
    <p:sldLayoutId id="2147483723" r:id="rId30"/>
    <p:sldLayoutId id="2147483724" r:id="rId31"/>
    <p:sldLayoutId id="2147483725" r:id="rId32"/>
    <p:sldLayoutId id="2147483726" r:id="rId33"/>
    <p:sldLayoutId id="2147483727" r:id="rId34"/>
    <p:sldLayoutId id="2147483728" r:id="rId35"/>
    <p:sldLayoutId id="2147483729" r:id="rId36"/>
    <p:sldLayoutId id="2147483730" r:id="rId37"/>
    <p:sldLayoutId id="2147483731" r:id="rId38"/>
    <p:sldLayoutId id="2147483732" r:id="rId39"/>
    <p:sldLayoutId id="2147483733" r:id="rId40"/>
    <p:sldLayoutId id="2147483734" r:id="rId41"/>
    <p:sldLayoutId id="2147483739" r:id="rId42"/>
    <p:sldLayoutId id="2147483740" r:id="rId43"/>
    <p:sldLayoutId id="2147483741" r:id="rId44"/>
    <p:sldLayoutId id="2147483742" r:id="rId45"/>
    <p:sldLayoutId id="2147483743" r:id="rId46"/>
    <p:sldLayoutId id="2147483744" r:id="rId47"/>
    <p:sldLayoutId id="2147483745" r:id="rId48"/>
    <p:sldLayoutId id="2147483746" r:id="rId49"/>
    <p:sldLayoutId id="2147483747" r:id="rId50"/>
    <p:sldLayoutId id="2147483748" r:id="rId51"/>
    <p:sldLayoutId id="2147483749" r:id="rId52"/>
  </p:sldLayoutIdLst>
  <p:hf hdr="0" dt="0"/>
  <p:txStyles>
    <p:titleStyle>
      <a:lvl1pPr algn="ctr" rtl="0" fontAlgn="base">
        <a:spcBef>
          <a:spcPct val="0"/>
        </a:spcBef>
        <a:spcAft>
          <a:spcPct val="0"/>
        </a:spcAft>
        <a:defRPr sz="3200">
          <a:solidFill>
            <a:srgbClr val="C00000"/>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p:titleStyle>
    <p:bodyStyle>
      <a:lvl1pPr marL="342900" indent="-342900" algn="l" rtl="0" fontAlgn="base">
        <a:spcBef>
          <a:spcPct val="20000"/>
        </a:spcBef>
        <a:spcAft>
          <a:spcPct val="0"/>
        </a:spcAft>
        <a:buChar char="•"/>
        <a:defRPr sz="2400">
          <a:solidFill>
            <a:srgbClr val="0000FF"/>
          </a:solidFill>
          <a:latin typeface="+mn-lt"/>
          <a:ea typeface="+mn-ea"/>
          <a:cs typeface="+mn-cs"/>
        </a:defRPr>
      </a:lvl1pPr>
      <a:lvl2pPr marL="742950" indent="-285750" algn="l" rtl="0" fontAlgn="base">
        <a:spcBef>
          <a:spcPct val="20000"/>
        </a:spcBef>
        <a:spcAft>
          <a:spcPct val="0"/>
        </a:spcAft>
        <a:buChar char="–"/>
        <a:defRPr sz="2000">
          <a:solidFill>
            <a:schemeClr val="tx1"/>
          </a:solidFill>
          <a:latin typeface="+mn-lt"/>
        </a:defRPr>
      </a:lvl2pPr>
      <a:lvl3pPr marL="1143000" indent="-228600" algn="l" rtl="0" fontAlgn="base">
        <a:spcBef>
          <a:spcPct val="20000"/>
        </a:spcBef>
        <a:spcAft>
          <a:spcPct val="0"/>
        </a:spcAft>
        <a:buChar char="•"/>
        <a:defRPr sz="20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5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hyperlink" Target="https://www.accenture.com/us-en/insights/security/cost-cybercrime-study"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hyperlink" Target="https://www.accenture.com/us-en/insights/security/cost-cybercrime-study" TargetMode="External"/><Relationship Id="rId4" Type="http://schemas.openxmlformats.org/officeDocument/2006/relationships/image" Target="../media/image16.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5.xml"/><Relationship Id="rId1" Type="http://schemas.openxmlformats.org/officeDocument/2006/relationships/slideLayout" Target="../slideLayouts/slideLayout1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hyperlink" Target="http://en.wikipedia.org/wiki/Telecommunications" TargetMode="External"/><Relationship Id="rId2" Type="http://schemas.openxmlformats.org/officeDocument/2006/relationships/hyperlink" Target="http://en.wikipedia.org/wiki/International_Telecommunication_Union" TargetMode="External"/><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2" Type="http://schemas.openxmlformats.org/officeDocument/2006/relationships/hyperlink" Target="http://en.wikipedia.org/wiki/French_language"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en.wikipedia.org/wiki/Secure_communication" TargetMode="External"/><Relationship Id="rId2" Type="http://schemas.openxmlformats.org/officeDocument/2006/relationships/hyperlink" Target="http://en.wikipedia.org/wiki/OSI_model" TargetMode="External"/><Relationship Id="rId1" Type="http://schemas.openxmlformats.org/officeDocument/2006/relationships/slideLayout" Target="../slideLayouts/slideLayout15.xml"/><Relationship Id="rId4" Type="http://schemas.openxmlformats.org/officeDocument/2006/relationships/hyperlink" Target="http://en.wikipedia.org/wiki/Open_Systems_Interconnection" TargetMode="Externa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48.xml.rels><?xml version="1.0" encoding="UTF-8" standalone="yes"?>
<Relationships xmlns="http://schemas.openxmlformats.org/package/2006/relationships"><Relationship Id="rId3" Type="http://schemas.openxmlformats.org/officeDocument/2006/relationships/hyperlink" Target="http://en.wikipedia.org/wiki/Internet_protocol_suite" TargetMode="External"/><Relationship Id="rId2" Type="http://schemas.openxmlformats.org/officeDocument/2006/relationships/hyperlink" Target="http://en.wikipedia.org/wiki/Internet_standard" TargetMode="External"/><Relationship Id="rId1" Type="http://schemas.openxmlformats.org/officeDocument/2006/relationships/slideLayout" Target="../slideLayouts/slideLayout2.xml"/><Relationship Id="rId6" Type="http://schemas.openxmlformats.org/officeDocument/2006/relationships/hyperlink" Target="http://en.wikipedia.org/wiki/Internet" TargetMode="External"/><Relationship Id="rId5" Type="http://schemas.openxmlformats.org/officeDocument/2006/relationships/hyperlink" Target="http://en.wikipedia.org/wiki/Internet_Society" TargetMode="External"/><Relationship Id="rId4" Type="http://schemas.openxmlformats.org/officeDocument/2006/relationships/hyperlink" Target="http://en.wikipedia.org/wiki/Internet_Engineering_Task_Force"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18.xml"/><Relationship Id="rId4" Type="http://schemas.openxmlformats.org/officeDocument/2006/relationships/image" Target="../media/image24.wmf"/></Relationships>
</file>

<file path=ppt/slides/_rels/slide5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9.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0.xml"/></Relationships>
</file>

<file path=ppt/slides/_rels/slide53.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notesSlide" Target="../notesSlides/notesSlide24.xml"/><Relationship Id="rId1" Type="http://schemas.openxmlformats.org/officeDocument/2006/relationships/slideLayout" Target="../slideLayouts/slideLayout21.xml"/></Relationships>
</file>

<file path=ppt/slides/_rels/slide5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2.xml"/></Relationships>
</file>

<file path=ppt/slides/_rels/slide5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3.xml"/></Relationships>
</file>

<file path=ppt/slides/_rels/slide56.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notesSlide" Target="../notesSlides/notesSlide25.xml"/><Relationship Id="rId1" Type="http://schemas.openxmlformats.org/officeDocument/2006/relationships/slideLayout" Target="../slideLayouts/slideLayout2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8.x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slideLayout" Target="../slideLayouts/slideLayout26.xml"/></Relationships>
</file>

<file path=ppt/slides/_rels/slide59.xml.rels><?xml version="1.0" encoding="UTF-8" standalone="yes"?>
<Relationships xmlns="http://schemas.openxmlformats.org/package/2006/relationships"><Relationship Id="rId8" Type="http://schemas.openxmlformats.org/officeDocument/2006/relationships/diagramLayout" Target="../diagrams/layout6.xml"/><Relationship Id="rId3" Type="http://schemas.openxmlformats.org/officeDocument/2006/relationships/diagramLayout" Target="../diagrams/layout5.xml"/><Relationship Id="rId7" Type="http://schemas.openxmlformats.org/officeDocument/2006/relationships/diagramData" Target="../diagrams/data6.xml"/><Relationship Id="rId2" Type="http://schemas.openxmlformats.org/officeDocument/2006/relationships/diagramData" Target="../diagrams/data5.xml"/><Relationship Id="rId1" Type="http://schemas.openxmlformats.org/officeDocument/2006/relationships/slideLayout" Target="../slideLayouts/slideLayout27.xml"/><Relationship Id="rId6" Type="http://schemas.microsoft.com/office/2007/relationships/diagramDrawing" Target="../diagrams/drawing5.xml"/><Relationship Id="rId11" Type="http://schemas.microsoft.com/office/2007/relationships/diagramDrawing" Target="../diagrams/drawing6.xml"/><Relationship Id="rId5" Type="http://schemas.openxmlformats.org/officeDocument/2006/relationships/diagramColors" Target="../diagrams/colors5.xml"/><Relationship Id="rId10" Type="http://schemas.openxmlformats.org/officeDocument/2006/relationships/diagramColors" Target="../diagrams/colors6.xml"/><Relationship Id="rId4" Type="http://schemas.openxmlformats.org/officeDocument/2006/relationships/diagramQuickStyle" Target="../diagrams/quickStyle5.xml"/><Relationship Id="rId9" Type="http://schemas.openxmlformats.org/officeDocument/2006/relationships/diagramQuickStyle" Target="../diagrams/quickStyle6.xml"/></Relationships>
</file>

<file path=ppt/slides/_rels/slide6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8.xml"/></Relationships>
</file>

<file path=ppt/slides/_rels/slide6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notesSlide" Target="../notesSlides/notesSlide31.xml"/><Relationship Id="rId1" Type="http://schemas.openxmlformats.org/officeDocument/2006/relationships/slideLayout" Target="../slideLayouts/slideLayout30.xml"/></Relationships>
</file>

<file path=ppt/slides/_rels/slide6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1.xml"/></Relationships>
</file>

<file path=ppt/slides/_rels/slide7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33.xml"/><Relationship Id="rId1" Type="http://schemas.openxmlformats.org/officeDocument/2006/relationships/slideLayout" Target="../slideLayouts/slideLayout3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notesSlide" Target="../notesSlides/notesSlide34.xml"/><Relationship Id="rId1" Type="http://schemas.openxmlformats.org/officeDocument/2006/relationships/slideLayout" Target="../slideLayouts/slideLayout33.xml"/></Relationships>
</file>

<file path=ppt/slides/_rels/slide73.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5.xml"/><Relationship Id="rId1" Type="http://schemas.openxmlformats.org/officeDocument/2006/relationships/slideLayout" Target="../slideLayouts/slideLayout34.xml"/></Relationships>
</file>

<file path=ppt/slides/_rels/slide74.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36.xml"/><Relationship Id="rId1" Type="http://schemas.openxmlformats.org/officeDocument/2006/relationships/slideLayout" Target="../slideLayouts/slideLayout35.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75.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7.xml"/><Relationship Id="rId1" Type="http://schemas.openxmlformats.org/officeDocument/2006/relationships/slideLayout" Target="../slideLayouts/slideLayout36.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8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9.xml"/></Relationships>
</file>

<file path=ppt/slides/_rels/slide8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0.xml"/></Relationships>
</file>

<file path=ppt/slides/_rels/slide86.xml.rels><?xml version="1.0" encoding="UTF-8" standalone="yes"?>
<Relationships xmlns="http://schemas.openxmlformats.org/package/2006/relationships"><Relationship Id="rId2" Type="http://schemas.openxmlformats.org/officeDocument/2006/relationships/image" Target="../media/image45.wmf"/><Relationship Id="rId1" Type="http://schemas.openxmlformats.org/officeDocument/2006/relationships/slideLayout" Target="../slideLayouts/slideLayout41.xml"/></Relationships>
</file>

<file path=ppt/slides/_rels/slide8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5.xml"/><Relationship Id="rId1" Type="http://schemas.openxmlformats.org/officeDocument/2006/relationships/slideLayout" Target="../slideLayouts/slideLayout4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3.xml"/></Relationships>
</file>

<file path=ppt/slides/_rels/slide8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7.xml"/><Relationship Id="rId1" Type="http://schemas.openxmlformats.org/officeDocument/2006/relationships/slideLayout" Target="../slideLayouts/slideLayout44.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4.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5.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image" Target="../media/image50.wmf"/><Relationship Id="rId7" Type="http://schemas.openxmlformats.org/officeDocument/2006/relationships/diagramColors" Target="../diagrams/colors9.xml"/><Relationship Id="rId2" Type="http://schemas.openxmlformats.org/officeDocument/2006/relationships/notesSlide" Target="../notesSlides/notesSlide56.xml"/><Relationship Id="rId1" Type="http://schemas.openxmlformats.org/officeDocument/2006/relationships/slideLayout" Target="../slideLayouts/slideLayout46.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notesSlide" Target="../notesSlides/notesSlide61.xml"/><Relationship Id="rId1" Type="http://schemas.openxmlformats.org/officeDocument/2006/relationships/slideLayout" Target="../slideLayouts/slideLayout3.xml"/><Relationship Id="rId4" Type="http://schemas.openxmlformats.org/officeDocument/2006/relationships/image" Target="../media/image53.wmf"/></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4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4.png"/><Relationship Id="rId1" Type="http://schemas.openxmlformats.org/officeDocument/2006/relationships/slideLayout" Target="../slideLayouts/slideLayout5.xml"/></Relationships>
</file>

<file path=ppt/slides/_rels/slide11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5.png"/><Relationship Id="rId1" Type="http://schemas.openxmlformats.org/officeDocument/2006/relationships/slideLayout" Target="../slideLayouts/slideLayout5.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12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65.xml"/><Relationship Id="rId1" Type="http://schemas.openxmlformats.org/officeDocument/2006/relationships/slideLayout" Target="../slideLayouts/slideLayout5.xml"/><Relationship Id="rId4" Type="http://schemas.microsoft.com/office/2007/relationships/hdphoto" Target="../media/hdphoto3.wdp"/></Relationships>
</file>

<file path=ppt/slides/_rels/slide12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6.xml"/><Relationship Id="rId1" Type="http://schemas.openxmlformats.org/officeDocument/2006/relationships/slideLayout" Target="../slideLayouts/slideLayout5.xml"/><Relationship Id="rId6" Type="http://schemas.microsoft.com/office/2007/relationships/hdphoto" Target="../media/hdphoto5.wdp"/><Relationship Id="rId5" Type="http://schemas.openxmlformats.org/officeDocument/2006/relationships/image" Target="../media/image58.png"/><Relationship Id="rId4" Type="http://schemas.microsoft.com/office/2007/relationships/hdphoto" Target="../media/hdphoto4.wdp"/></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12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68.xml"/><Relationship Id="rId1" Type="http://schemas.openxmlformats.org/officeDocument/2006/relationships/slideLayout" Target="../slideLayouts/slideLayout5.xml"/><Relationship Id="rId4" Type="http://schemas.microsoft.com/office/2007/relationships/hdphoto" Target="../media/hdphoto6.wdp"/></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5.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5.xml"/></Relationships>
</file>

<file path=ppt/slides/_rels/slide12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71.xml"/><Relationship Id="rId1" Type="http://schemas.openxmlformats.org/officeDocument/2006/relationships/slideLayout" Target="../slideLayouts/slideLayout5.xml"/><Relationship Id="rId4" Type="http://schemas.microsoft.com/office/2007/relationships/hdphoto" Target="../media/hdphoto7.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Network security concept illustr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57855" cy="68580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a:blip r:embed="rId4"/>
          <a:stretch>
            <a:fillRect/>
          </a:stretch>
        </p:blipFill>
        <p:spPr>
          <a:xfrm>
            <a:off x="2457450" y="1619250"/>
            <a:ext cx="4229100" cy="3619500"/>
          </a:xfrm>
          <a:prstGeom prst="rect">
            <a:avLst/>
          </a:prstGeom>
        </p:spPr>
      </p:pic>
      <p:sp>
        <p:nvSpPr>
          <p:cNvPr id="7" name="Title 1"/>
          <p:cNvSpPr txBox="1">
            <a:spLocks/>
          </p:cNvSpPr>
          <p:nvPr/>
        </p:nvSpPr>
        <p:spPr>
          <a:xfrm>
            <a:off x="762000" y="1143000"/>
            <a:ext cx="8077200" cy="1066800"/>
          </a:xfrm>
          <a:prstGeom prst="rect">
            <a:avLst/>
          </a:prstGeom>
          <a:solidFill>
            <a:srgbClr val="0070C0"/>
          </a:solidFill>
        </p:spPr>
        <p:txBody>
          <a:bodyPr/>
          <a:lstStyle/>
          <a:p>
            <a:pPr algn="ctr">
              <a:defRPr/>
            </a:pPr>
            <a:r>
              <a:rPr lang="en-US" sz="3200" b="1">
                <a:solidFill>
                  <a:srgbClr val="99FF33"/>
                </a:solidFill>
                <a:latin typeface="Perpetua Titling MT" pitchFamily="18" charset="0"/>
                <a:ea typeface="+mj-ea"/>
                <a:cs typeface="+mj-cs"/>
              </a:rPr>
              <a:t>Computer </a:t>
            </a:r>
            <a:r>
              <a:rPr lang="en-US" sz="3200" b="1" dirty="0">
                <a:solidFill>
                  <a:srgbClr val="99FF33"/>
                </a:solidFill>
                <a:latin typeface="Perpetua Titling MT" pitchFamily="18" charset="0"/>
                <a:ea typeface="+mj-ea"/>
                <a:cs typeface="+mj-cs"/>
              </a:rPr>
              <a:t>Security</a:t>
            </a:r>
          </a:p>
          <a:p>
            <a:pPr algn="ctr">
              <a:defRPr/>
            </a:pPr>
            <a:r>
              <a:rPr lang="en-US" sz="2400" b="1" dirty="0">
                <a:solidFill>
                  <a:srgbClr val="FFFF00"/>
                </a:solidFill>
                <a:latin typeface="Perpetua Titling MT" pitchFamily="18" charset="0"/>
                <a:ea typeface="+mj-ea"/>
                <a:cs typeface="+mj-cs"/>
              </a:rPr>
              <a:t>Introduction </a:t>
            </a:r>
            <a:br>
              <a:rPr lang="en-US" sz="3200" b="1" dirty="0">
                <a:solidFill>
                  <a:srgbClr val="92D050"/>
                </a:solidFill>
                <a:effectLst>
                  <a:outerShdw blurRad="38100" dist="38100" dir="2700000" algn="tl">
                    <a:srgbClr val="000000">
                      <a:alpha val="43137"/>
                    </a:srgbClr>
                  </a:outerShdw>
                </a:effectLst>
                <a:latin typeface="Perpetua Titling MT" pitchFamily="18" charset="0"/>
                <a:ea typeface="+mj-ea"/>
                <a:cs typeface="+mj-cs"/>
              </a:rPr>
            </a:br>
            <a:br>
              <a:rPr lang="en-US" sz="1400" b="1" dirty="0">
                <a:solidFill>
                  <a:schemeClr val="bg1"/>
                </a:solidFill>
                <a:effectLst>
                  <a:outerShdw blurRad="50800" dist="12700" dir="2700000" sx="100500" sy="100500" algn="tl" rotWithShape="0">
                    <a:prstClr val="black">
                      <a:alpha val="60000"/>
                    </a:prstClr>
                  </a:outerShdw>
                </a:effectLst>
                <a:latin typeface="+mj-lt"/>
                <a:ea typeface="+mj-ea"/>
                <a:cs typeface="+mj-cs"/>
              </a:rPr>
            </a:br>
            <a:endParaRPr lang="en-US" sz="2400" b="1" dirty="0">
              <a:solidFill>
                <a:srgbClr val="C00000"/>
              </a:solidFill>
              <a:effectLst>
                <a:outerShdw blurRad="38100" dist="38100" dir="2700000" algn="tl">
                  <a:srgbClr val="000000">
                    <a:alpha val="43137"/>
                  </a:srgbClr>
                </a:outerShdw>
              </a:effectLst>
              <a:latin typeface="Perpetua Titling MT" pitchFamily="18" charset="0"/>
              <a:ea typeface="+mj-ea"/>
              <a:cs typeface="+mj-cs"/>
            </a:endParaRPr>
          </a:p>
        </p:txBody>
      </p:sp>
    </p:spTree>
    <p:extLst>
      <p:ext uri="{BB962C8B-B14F-4D97-AF65-F5344CB8AC3E}">
        <p14:creationId xmlns:p14="http://schemas.microsoft.com/office/powerpoint/2010/main" val="13255399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28600"/>
            <a:ext cx="7583488" cy="838200"/>
          </a:xfrm>
        </p:spPr>
        <p:txBody>
          <a:bodyPr/>
          <a:lstStyle/>
          <a:p>
            <a:pPr>
              <a:defRPr/>
            </a:pPr>
            <a:r>
              <a:rPr lang="en-US" dirty="0"/>
              <a:t>Text Book</a:t>
            </a:r>
          </a:p>
        </p:txBody>
      </p:sp>
      <p:sp>
        <p:nvSpPr>
          <p:cNvPr id="11267" name="Rectangle 4"/>
          <p:cNvSpPr>
            <a:spLocks noChangeArrowheads="1"/>
          </p:cNvSpPr>
          <p:nvPr/>
        </p:nvSpPr>
        <p:spPr bwMode="auto">
          <a:xfrm>
            <a:off x="838200" y="1143000"/>
            <a:ext cx="4343400" cy="5632311"/>
          </a:xfrm>
          <a:prstGeom prst="rect">
            <a:avLst/>
          </a:prstGeom>
          <a:noFill/>
          <a:ln w="9525">
            <a:noFill/>
            <a:miter lim="800000"/>
            <a:headEnd/>
            <a:tailEnd/>
          </a:ln>
        </p:spPr>
        <p:txBody>
          <a:bodyPr wrap="square">
            <a:spAutoFit/>
          </a:bodyPr>
          <a:lstStyle/>
          <a:p>
            <a:pPr algn="just"/>
            <a:r>
              <a:rPr lang="en-US" sz="2000" dirty="0">
                <a:solidFill>
                  <a:srgbClr val="0000CC"/>
                </a:solidFill>
              </a:rPr>
              <a:t>Textbook</a:t>
            </a:r>
          </a:p>
          <a:p>
            <a:pPr algn="just"/>
            <a:r>
              <a:rPr lang="en-GB" sz="2000" b="1" dirty="0">
                <a:solidFill>
                  <a:srgbClr val="000000"/>
                </a:solidFill>
              </a:rPr>
              <a:t>Cryptography and Network Security: Principles and Practice, Global Edition</a:t>
            </a:r>
            <a:endParaRPr lang="en-US" sz="2000" dirty="0">
              <a:solidFill>
                <a:srgbClr val="0000CC"/>
              </a:solidFill>
            </a:endParaRPr>
          </a:p>
          <a:p>
            <a:pPr algn="just"/>
            <a:endParaRPr lang="en-US" sz="2000" i="1" dirty="0">
              <a:solidFill>
                <a:srgbClr val="000000"/>
              </a:solidFill>
            </a:endParaRPr>
          </a:p>
          <a:p>
            <a:pPr algn="just"/>
            <a:r>
              <a:rPr lang="en-US" sz="2000" dirty="0">
                <a:solidFill>
                  <a:srgbClr val="0000CC"/>
                </a:solidFill>
              </a:rPr>
              <a:t>Ref</a:t>
            </a:r>
          </a:p>
          <a:p>
            <a:pPr algn="just"/>
            <a:r>
              <a:rPr lang="en-US" sz="2000" dirty="0">
                <a:solidFill>
                  <a:srgbClr val="000000"/>
                </a:solidFill>
              </a:rPr>
              <a:t>Network Security: Private Communication in a Public World</a:t>
            </a:r>
          </a:p>
          <a:p>
            <a:pPr algn="just"/>
            <a:r>
              <a:rPr lang="en-US" sz="2000" dirty="0">
                <a:solidFill>
                  <a:srgbClr val="000000"/>
                </a:solidFill>
              </a:rPr>
              <a:t>Charlie Kaufman, Rad </a:t>
            </a:r>
            <a:r>
              <a:rPr lang="en-US" sz="2000" dirty="0" err="1">
                <a:solidFill>
                  <a:srgbClr val="000000"/>
                </a:solidFill>
              </a:rPr>
              <a:t>ia</a:t>
            </a:r>
            <a:r>
              <a:rPr lang="en-US" sz="2000" dirty="0">
                <a:solidFill>
                  <a:srgbClr val="000000"/>
                </a:solidFill>
              </a:rPr>
              <a:t> Perlman, Mike </a:t>
            </a:r>
            <a:r>
              <a:rPr lang="en-US" sz="2000" dirty="0" err="1">
                <a:solidFill>
                  <a:srgbClr val="000000"/>
                </a:solidFill>
              </a:rPr>
              <a:t>Speciner</a:t>
            </a:r>
            <a:r>
              <a:rPr lang="en-US" sz="2000" dirty="0">
                <a:solidFill>
                  <a:srgbClr val="000000"/>
                </a:solidFill>
              </a:rPr>
              <a:t>, Michael </a:t>
            </a:r>
            <a:r>
              <a:rPr lang="en-US" sz="2000" dirty="0" err="1">
                <a:solidFill>
                  <a:srgbClr val="000000"/>
                </a:solidFill>
              </a:rPr>
              <a:t>Speciner</a:t>
            </a:r>
            <a:r>
              <a:rPr lang="en-US" sz="2000" dirty="0">
                <a:solidFill>
                  <a:srgbClr val="000000"/>
                </a:solidFill>
              </a:rPr>
              <a:t>, Prentice Hall</a:t>
            </a:r>
          </a:p>
          <a:p>
            <a:pPr algn="just"/>
            <a:endParaRPr lang="en-US" sz="2000" dirty="0">
              <a:solidFill>
                <a:srgbClr val="000000"/>
              </a:solidFill>
            </a:endParaRPr>
          </a:p>
          <a:p>
            <a:pPr algn="just"/>
            <a:r>
              <a:rPr lang="en-US" sz="2000" dirty="0">
                <a:solidFill>
                  <a:schemeClr val="bg2"/>
                </a:solidFill>
              </a:rPr>
              <a:t>Network Security Essentials Applications and Standards- William Stalling-Applications and Standards</a:t>
            </a:r>
          </a:p>
          <a:p>
            <a:pPr algn="just"/>
            <a:endParaRPr lang="en-US" sz="2000" dirty="0">
              <a:solidFill>
                <a:srgbClr val="000000"/>
              </a:solidFill>
            </a:endParaRPr>
          </a:p>
          <a:p>
            <a:pPr lvl="2"/>
            <a:endParaRPr lang="en-US" sz="2000" dirty="0">
              <a:solidFill>
                <a:schemeClr val="bg2"/>
              </a:solidFill>
            </a:endParaRPr>
          </a:p>
          <a:p>
            <a:pPr lvl="2"/>
            <a:endParaRPr lang="en-US" sz="2000" dirty="0">
              <a:solidFill>
                <a:schemeClr val="bg2"/>
              </a:solidFill>
            </a:endParaRPr>
          </a:p>
        </p:txBody>
      </p:sp>
      <p:pic>
        <p:nvPicPr>
          <p:cNvPr id="5" name="Picture 4"/>
          <p:cNvPicPr>
            <a:picLocks noChangeAspect="1"/>
          </p:cNvPicPr>
          <p:nvPr/>
        </p:nvPicPr>
        <p:blipFill>
          <a:blip r:embed="rId3"/>
          <a:stretch>
            <a:fillRect/>
          </a:stretch>
        </p:blipFill>
        <p:spPr>
          <a:xfrm>
            <a:off x="5410200" y="990600"/>
            <a:ext cx="1654539" cy="2181225"/>
          </a:xfrm>
          <a:prstGeom prst="rect">
            <a:avLst/>
          </a:prstGeom>
        </p:spPr>
      </p:pic>
      <p:pic>
        <p:nvPicPr>
          <p:cNvPr id="7" name="Picture 6"/>
          <p:cNvPicPr>
            <a:picLocks noChangeAspect="1"/>
          </p:cNvPicPr>
          <p:nvPr/>
        </p:nvPicPr>
        <p:blipFill>
          <a:blip r:embed="rId4"/>
          <a:stretch>
            <a:fillRect/>
          </a:stretch>
        </p:blipFill>
        <p:spPr>
          <a:xfrm>
            <a:off x="7162800" y="2362200"/>
            <a:ext cx="1584512" cy="2062162"/>
          </a:xfrm>
          <a:prstGeom prst="rect">
            <a:avLst/>
          </a:prstGeom>
        </p:spPr>
      </p:pic>
      <p:pic>
        <p:nvPicPr>
          <p:cNvPr id="8" name="Picture 7"/>
          <p:cNvPicPr>
            <a:picLocks noChangeAspect="1"/>
          </p:cNvPicPr>
          <p:nvPr/>
        </p:nvPicPr>
        <p:blipFill>
          <a:blip r:embed="rId5"/>
          <a:stretch>
            <a:fillRect/>
          </a:stretch>
        </p:blipFill>
        <p:spPr>
          <a:xfrm>
            <a:off x="5410200" y="4267200"/>
            <a:ext cx="1705476" cy="2314575"/>
          </a:xfrm>
          <a:prstGeom prst="rect">
            <a:avLst/>
          </a:prstGeom>
        </p:spPr>
      </p:pic>
    </p:spTree>
    <p:extLst>
      <p:ext uri="{BB962C8B-B14F-4D97-AF65-F5344CB8AC3E}">
        <p14:creationId xmlns:p14="http://schemas.microsoft.com/office/powerpoint/2010/main" val="2514292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eaLnBrk="1" fontAlgn="auto" hangingPunct="1">
              <a:spcAft>
                <a:spcPts val="0"/>
              </a:spcAft>
              <a:defRPr/>
            </a:pPr>
            <a:r>
              <a:rPr lang="en-US" altLang="zh-TW" dirty="0"/>
              <a:t>Learning Objectives</a:t>
            </a:r>
            <a:endParaRPr lang="zh-TW" altLang="en-US" dirty="0"/>
          </a:p>
        </p:txBody>
      </p:sp>
      <p:sp>
        <p:nvSpPr>
          <p:cNvPr id="3" name="內容版面配置區 2"/>
          <p:cNvSpPr>
            <a:spLocks noGrp="1"/>
          </p:cNvSpPr>
          <p:nvPr>
            <p:ph idx="1"/>
          </p:nvPr>
        </p:nvSpPr>
        <p:spPr>
          <a:xfrm>
            <a:off x="609600" y="1600200"/>
            <a:ext cx="8229600" cy="4191000"/>
          </a:xfrm>
        </p:spPr>
        <p:txBody>
          <a:bodyPr/>
          <a:lstStyle/>
          <a:p>
            <a:pPr algn="just" eaLnBrk="1" fontAlgn="auto" hangingPunct="1">
              <a:spcBef>
                <a:spcPts val="1800"/>
              </a:spcBef>
              <a:spcAft>
                <a:spcPts val="0"/>
              </a:spcAft>
              <a:defRPr/>
            </a:pPr>
            <a:r>
              <a:rPr lang="en-US" altLang="zh-TW" dirty="0">
                <a:solidFill>
                  <a:schemeClr val="tx1"/>
                </a:solidFill>
              </a:rPr>
              <a:t>Describe the key security requirements of </a:t>
            </a:r>
            <a:r>
              <a:rPr lang="en-US" altLang="zh-TW" dirty="0">
                <a:solidFill>
                  <a:srgbClr val="FF0000"/>
                </a:solidFill>
              </a:rPr>
              <a:t>confidentiality, integrity, </a:t>
            </a:r>
            <a:r>
              <a:rPr lang="en-US" altLang="zh-TW" dirty="0">
                <a:solidFill>
                  <a:schemeClr val="tx1"/>
                </a:solidFill>
              </a:rPr>
              <a:t>and</a:t>
            </a:r>
            <a:r>
              <a:rPr lang="en-US" altLang="zh-TW" dirty="0">
                <a:solidFill>
                  <a:srgbClr val="FF0000"/>
                </a:solidFill>
              </a:rPr>
              <a:t> availability</a:t>
            </a:r>
          </a:p>
          <a:p>
            <a:pPr algn="just" eaLnBrk="1" fontAlgn="auto" hangingPunct="1">
              <a:spcBef>
                <a:spcPts val="1800"/>
              </a:spcBef>
              <a:spcAft>
                <a:spcPts val="0"/>
              </a:spcAft>
              <a:defRPr/>
            </a:pPr>
            <a:r>
              <a:rPr lang="en-US" altLang="zh-TW" dirty="0">
                <a:solidFill>
                  <a:schemeClr val="tx1"/>
                </a:solidFill>
              </a:rPr>
              <a:t>Discuss the types of security threats and attacks</a:t>
            </a:r>
          </a:p>
          <a:p>
            <a:pPr algn="just" eaLnBrk="1" fontAlgn="auto" hangingPunct="1">
              <a:spcBef>
                <a:spcPts val="1800"/>
              </a:spcBef>
              <a:spcAft>
                <a:spcPts val="0"/>
              </a:spcAft>
              <a:defRPr/>
            </a:pPr>
            <a:r>
              <a:rPr lang="en-US" altLang="zh-TW" dirty="0">
                <a:solidFill>
                  <a:schemeClr val="tx1"/>
                </a:solidFill>
              </a:rPr>
              <a:t> Summarize the functional requirements for computer security</a:t>
            </a:r>
          </a:p>
          <a:p>
            <a:pPr algn="just" eaLnBrk="1" fontAlgn="auto" hangingPunct="1">
              <a:spcBef>
                <a:spcPts val="1800"/>
              </a:spcBef>
              <a:spcAft>
                <a:spcPts val="0"/>
              </a:spcAft>
              <a:defRPr/>
            </a:pPr>
            <a:r>
              <a:rPr lang="en-US" altLang="zh-TW" dirty="0">
                <a:solidFill>
                  <a:schemeClr val="tx1"/>
                </a:solidFill>
              </a:rPr>
              <a:t>Describe the X.800 security architecture for OSI</a:t>
            </a:r>
          </a:p>
          <a:p>
            <a:pPr algn="just" eaLnBrk="1" fontAlgn="auto" hangingPunct="1">
              <a:spcBef>
                <a:spcPts val="1800"/>
              </a:spcBef>
              <a:spcAft>
                <a:spcPts val="0"/>
              </a:spcAft>
              <a:defRPr/>
            </a:pPr>
            <a:r>
              <a:rPr lang="en-US" altLang="zh-TW" dirty="0">
                <a:solidFill>
                  <a:schemeClr val="tx1"/>
                </a:solidFill>
              </a:rPr>
              <a:t>Cryptography applications</a:t>
            </a:r>
            <a:endParaRPr lang="zh-TW" altLang="en-US" dirty="0">
              <a:solidFill>
                <a:schemeClr val="tx1"/>
              </a:solidFill>
            </a:endParaRPr>
          </a:p>
          <a:p>
            <a:pPr eaLnBrk="1" fontAlgn="auto" hangingPunct="1">
              <a:spcAft>
                <a:spcPts val="0"/>
              </a:spcAft>
              <a:defRPr/>
            </a:pPr>
            <a:endParaRPr lang="zh-TW" altLang="en-US" dirty="0"/>
          </a:p>
        </p:txBody>
      </p:sp>
    </p:spTree>
    <p:extLst>
      <p:ext uri="{BB962C8B-B14F-4D97-AF65-F5344CB8AC3E}">
        <p14:creationId xmlns:p14="http://schemas.microsoft.com/office/powerpoint/2010/main" val="38784593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eaLnBrk="1" fontAlgn="auto" hangingPunct="1">
              <a:spcAft>
                <a:spcPts val="0"/>
              </a:spcAft>
              <a:defRPr/>
            </a:pPr>
            <a:r>
              <a:rPr lang="en-GB" altLang="zh-TW" dirty="0"/>
              <a:t>Introduction</a:t>
            </a:r>
            <a:endParaRPr lang="zh-TW" altLang="en-US" dirty="0"/>
          </a:p>
        </p:txBody>
      </p:sp>
      <p:sp>
        <p:nvSpPr>
          <p:cNvPr id="5" name="Content Placeholder 2"/>
          <p:cNvSpPr txBox="1">
            <a:spLocks/>
          </p:cNvSpPr>
          <p:nvPr/>
        </p:nvSpPr>
        <p:spPr bwMode="auto">
          <a:xfrm>
            <a:off x="609600" y="1981200"/>
            <a:ext cx="8229600" cy="251459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lvl="0" indent="-342900">
              <a:spcBef>
                <a:spcPct val="50000"/>
              </a:spcBef>
              <a:buFont typeface="Wingdings" pitchFamily="2" charset="2"/>
              <a:buChar char="§"/>
              <a:defRPr/>
            </a:pPr>
            <a:r>
              <a:rPr lang="en-US" sz="2400" kern="0" dirty="0">
                <a:solidFill>
                  <a:srgbClr val="000000"/>
                </a:solidFill>
              </a:rPr>
              <a:t>Humans have been in conflict since prehistoric times.</a:t>
            </a:r>
          </a:p>
          <a:p>
            <a:pPr marL="342900" lvl="0" indent="-342900">
              <a:spcBef>
                <a:spcPct val="50000"/>
              </a:spcBef>
              <a:buFont typeface="Wingdings" pitchFamily="2" charset="2"/>
              <a:buChar char="§"/>
              <a:defRPr/>
            </a:pPr>
            <a:r>
              <a:rPr lang="en-US" sz="2400" kern="0" dirty="0">
                <a:solidFill>
                  <a:srgbClr val="000000"/>
                </a:solidFill>
              </a:rPr>
              <a:t>In The Art of War 1, Sun Tzu says </a:t>
            </a:r>
            <a:r>
              <a:rPr lang="en-US" sz="2400" kern="0" dirty="0">
                <a:solidFill>
                  <a:srgbClr val="C00000"/>
                </a:solidFill>
              </a:rPr>
              <a:t>“The entire art of war is based on deception”. </a:t>
            </a:r>
            <a:endParaRPr kumimoji="0" lang="en-US" sz="2400" b="0" i="0" u="none" strike="noStrike" kern="0" cap="none" spc="0" normalizeH="0" baseline="0" noProof="0" dirty="0">
              <a:ln>
                <a:noFill/>
              </a:ln>
              <a:solidFill>
                <a:srgbClr val="C00000"/>
              </a:solidFill>
              <a:effectLst/>
              <a:uLnTx/>
              <a:uFillTx/>
            </a:endParaRPr>
          </a:p>
        </p:txBody>
      </p:sp>
    </p:spTree>
    <p:extLst>
      <p:ext uri="{BB962C8B-B14F-4D97-AF65-F5344CB8AC3E}">
        <p14:creationId xmlns:p14="http://schemas.microsoft.com/office/powerpoint/2010/main" val="1484039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eaLnBrk="1" fontAlgn="auto" hangingPunct="1">
              <a:spcAft>
                <a:spcPts val="0"/>
              </a:spcAft>
              <a:defRPr/>
            </a:pPr>
            <a:r>
              <a:rPr lang="en-GB" altLang="zh-TW" dirty="0"/>
              <a:t>History – Pre-Renaissance</a:t>
            </a:r>
            <a:endParaRPr lang="zh-TW" altLang="en-US" dirty="0"/>
          </a:p>
        </p:txBody>
      </p:sp>
      <p:sp>
        <p:nvSpPr>
          <p:cNvPr id="4" name="Content Placeholder 2"/>
          <p:cNvSpPr txBox="1">
            <a:spLocks/>
          </p:cNvSpPr>
          <p:nvPr/>
        </p:nvSpPr>
        <p:spPr bwMode="auto">
          <a:xfrm>
            <a:off x="457200" y="1600200"/>
            <a:ext cx="8382000" cy="234870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571500" indent="-571500">
              <a:buFont typeface="Wingdings" pitchFamily="2" charset="2"/>
              <a:buChar char="§"/>
            </a:pPr>
            <a:r>
              <a:rPr lang="en-US" sz="2400" dirty="0"/>
              <a:t>Paper was first introduced to Europe by Crusaders around 1200 A.D.</a:t>
            </a:r>
          </a:p>
          <a:p>
            <a:endParaRPr lang="en-US" sz="2400" dirty="0"/>
          </a:p>
          <a:p>
            <a:pPr marL="571500" indent="-571500">
              <a:buFont typeface="Wingdings" pitchFamily="2" charset="2"/>
              <a:buChar char="§"/>
            </a:pPr>
            <a:r>
              <a:rPr lang="en-US" sz="2400" dirty="0"/>
              <a:t>Information was stored using tokens, tablets, knotted strings, notched sticks or handwritten parchment.</a:t>
            </a:r>
            <a:endParaRPr kumimoji="0" lang="en-US" sz="2400" b="0" i="0" u="none" strike="noStrike" kern="0" cap="none" spc="0" normalizeH="0" baseline="0" noProof="0" dirty="0">
              <a:ln>
                <a:noFill/>
              </a:ln>
              <a:effectLst/>
              <a:uLnTx/>
              <a:uFillTx/>
              <a:latin typeface="Lucida Sans"/>
              <a:cs typeface="Arial"/>
            </a:endParaRPr>
          </a:p>
        </p:txBody>
      </p:sp>
    </p:spTree>
    <p:extLst>
      <p:ext uri="{BB962C8B-B14F-4D97-AF65-F5344CB8AC3E}">
        <p14:creationId xmlns:p14="http://schemas.microsoft.com/office/powerpoint/2010/main" val="1276437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eaLnBrk="1" fontAlgn="auto" hangingPunct="1">
              <a:spcAft>
                <a:spcPts val="0"/>
              </a:spcAft>
              <a:defRPr/>
            </a:pPr>
            <a:r>
              <a:rPr lang="en-GB" altLang="zh-TW" dirty="0"/>
              <a:t>History – Pre-Renaissance</a:t>
            </a:r>
            <a:endParaRPr lang="zh-TW" altLang="en-US" dirty="0"/>
          </a:p>
        </p:txBody>
      </p:sp>
      <p:sp>
        <p:nvSpPr>
          <p:cNvPr id="5" name="Content Placeholder 2"/>
          <p:cNvSpPr txBox="1">
            <a:spLocks/>
          </p:cNvSpPr>
          <p:nvPr/>
        </p:nvSpPr>
        <p:spPr bwMode="auto">
          <a:xfrm>
            <a:off x="381000" y="1219200"/>
            <a:ext cx="8382000" cy="5257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indent="-342900" algn="just">
              <a:buFont typeface="Wingdings" pitchFamily="2" charset="2"/>
              <a:buChar char="§"/>
            </a:pPr>
            <a:r>
              <a:rPr lang="en-US" sz="2000" dirty="0"/>
              <a:t>Perhaps the best illustration of the importance of information security to ancient societies is the relatively </a:t>
            </a:r>
            <a:r>
              <a:rPr lang="en-US" sz="2000" dirty="0">
                <a:solidFill>
                  <a:srgbClr val="FF0000"/>
                </a:solidFill>
              </a:rPr>
              <a:t>advanced state of cryptography and steganography</a:t>
            </a:r>
            <a:r>
              <a:rPr lang="en-US" sz="2000" dirty="0"/>
              <a:t>, technologies devoted to keeping information secret, when compared to the other technologies available for computing and communication.</a:t>
            </a:r>
          </a:p>
          <a:p>
            <a:pPr marL="342900" indent="-342900" algn="just">
              <a:buFont typeface="Wingdings" pitchFamily="2" charset="2"/>
              <a:buChar char="§"/>
            </a:pPr>
            <a:endParaRPr lang="en-US" sz="2000" dirty="0"/>
          </a:p>
          <a:p>
            <a:pPr marL="342900" indent="-342900" algn="just">
              <a:buFont typeface="Wingdings" pitchFamily="2" charset="2"/>
              <a:buChar char="§"/>
            </a:pPr>
            <a:r>
              <a:rPr lang="en-US" sz="2000" dirty="0"/>
              <a:t>Cryptography is the science of writing in codes that are hard to decipher, and steganography is the art of hiding information to make it hard to detect.</a:t>
            </a:r>
          </a:p>
          <a:p>
            <a:pPr algn="just"/>
            <a:endParaRPr lang="en-US" sz="2000" dirty="0"/>
          </a:p>
          <a:p>
            <a:pPr marL="342900" indent="-342900" algn="just">
              <a:buFont typeface="Wingdings" pitchFamily="2" charset="2"/>
              <a:buChar char="§"/>
            </a:pPr>
            <a:r>
              <a:rPr lang="en-US" sz="2000" dirty="0"/>
              <a:t>In Rome, Julius Caesar used a simple substitution cipher to hide information from his enemies </a:t>
            </a:r>
          </a:p>
          <a:p>
            <a:pPr marL="342900" indent="-342900" algn="just">
              <a:buFont typeface="Wingdings" pitchFamily="2" charset="2"/>
              <a:buChar char="§"/>
            </a:pPr>
            <a:endParaRPr lang="en-US" sz="2000" dirty="0"/>
          </a:p>
          <a:p>
            <a:pPr marL="342900" indent="-342900" algn="just">
              <a:buFont typeface="Wingdings" pitchFamily="2" charset="2"/>
              <a:buChar char="§"/>
            </a:pPr>
            <a:r>
              <a:rPr lang="en-US" sz="2000" dirty="0"/>
              <a:t>During Abbasid caliphate [750 A.D], instruction to administrators explained how to use </a:t>
            </a:r>
            <a:r>
              <a:rPr lang="en-US" sz="2000" dirty="0">
                <a:solidFill>
                  <a:srgbClr val="FF0000"/>
                </a:solidFill>
              </a:rPr>
              <a:t>substitution ciphers</a:t>
            </a:r>
            <a:r>
              <a:rPr lang="en-US" sz="2000" dirty="0"/>
              <a:t>. Muslim texts of that era explain how frequency counting can easily break substitution ciphers.</a:t>
            </a:r>
          </a:p>
        </p:txBody>
      </p:sp>
    </p:spTree>
    <p:extLst>
      <p:ext uri="{BB962C8B-B14F-4D97-AF65-F5344CB8AC3E}">
        <p14:creationId xmlns:p14="http://schemas.microsoft.com/office/powerpoint/2010/main" val="1273440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28600"/>
            <a:ext cx="8229600" cy="1143000"/>
          </a:xfrm>
        </p:spPr>
        <p:txBody>
          <a:bodyPr/>
          <a:lstStyle/>
          <a:p>
            <a:pPr eaLnBrk="1" fontAlgn="auto" hangingPunct="1">
              <a:spcAft>
                <a:spcPts val="0"/>
              </a:spcAft>
              <a:defRPr/>
            </a:pPr>
            <a:r>
              <a:rPr lang="en-GB" altLang="zh-TW" dirty="0"/>
              <a:t>History – Pre-Renaissance</a:t>
            </a:r>
            <a:endParaRPr lang="zh-TW" altLang="en-US" dirty="0"/>
          </a:p>
        </p:txBody>
      </p:sp>
      <p:sp>
        <p:nvSpPr>
          <p:cNvPr id="4" name="Content Placeholder 2"/>
          <p:cNvSpPr txBox="1">
            <a:spLocks/>
          </p:cNvSpPr>
          <p:nvPr/>
        </p:nvSpPr>
        <p:spPr bwMode="auto">
          <a:xfrm>
            <a:off x="381000" y="1219200"/>
            <a:ext cx="8382000" cy="1295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indent="-342900" algn="just">
              <a:buFont typeface="Wingdings" pitchFamily="2" charset="2"/>
              <a:buChar char="§"/>
            </a:pPr>
            <a:r>
              <a:rPr lang="en-US" sz="2400" dirty="0"/>
              <a:t>Even more effort was devoted to finding tools for steganography. Recorded ancient approaches for information hiding include</a:t>
            </a:r>
          </a:p>
          <a:p>
            <a:pPr marL="342900" indent="-342900" algn="just">
              <a:buFont typeface="Wingdings" pitchFamily="2" charset="2"/>
              <a:buChar char="§"/>
            </a:pPr>
            <a:endParaRPr lang="en-US" sz="2000" dirty="0"/>
          </a:p>
          <a:p>
            <a:pPr marL="457200" indent="-457200" algn="just">
              <a:buFont typeface="Wingdings" pitchFamily="2" charset="2"/>
              <a:buChar char="v"/>
            </a:pPr>
            <a:endParaRPr lang="en-US" sz="2000" dirty="0"/>
          </a:p>
        </p:txBody>
      </p:sp>
      <p:sp>
        <p:nvSpPr>
          <p:cNvPr id="6" name="Rectangle 5"/>
          <p:cNvSpPr/>
          <p:nvPr/>
        </p:nvSpPr>
        <p:spPr>
          <a:xfrm>
            <a:off x="1066800" y="2819400"/>
            <a:ext cx="6934200" cy="3416320"/>
          </a:xfrm>
          <a:prstGeom prst="rect">
            <a:avLst/>
          </a:prstGeom>
        </p:spPr>
        <p:txBody>
          <a:bodyPr wrap="square">
            <a:spAutoFit/>
          </a:bodyPr>
          <a:lstStyle/>
          <a:p>
            <a:pPr marL="457200" indent="-457200" algn="just">
              <a:buFont typeface="Wingdings" pitchFamily="2" charset="2"/>
              <a:buChar char="v"/>
            </a:pPr>
            <a:r>
              <a:rPr lang="en-US" dirty="0"/>
              <a:t>Texts written on shaved skulls that were later covered by letting hair grow (Greece),</a:t>
            </a:r>
          </a:p>
          <a:p>
            <a:pPr marL="457200" indent="-457200" algn="just">
              <a:buFont typeface="Wingdings" pitchFamily="2" charset="2"/>
              <a:buChar char="v"/>
            </a:pPr>
            <a:endParaRPr lang="en-US" dirty="0"/>
          </a:p>
          <a:p>
            <a:pPr marL="457200" indent="-457200" algn="just">
              <a:buFont typeface="Wingdings" pitchFamily="2" charset="2"/>
              <a:buChar char="v"/>
            </a:pPr>
            <a:r>
              <a:rPr lang="en-US" dirty="0"/>
              <a:t> Invisible inks (Rome),</a:t>
            </a:r>
          </a:p>
          <a:p>
            <a:pPr marL="457200" indent="-457200" algn="just">
              <a:buFont typeface="Wingdings" pitchFamily="2" charset="2"/>
              <a:buChar char="v"/>
            </a:pPr>
            <a:endParaRPr lang="en-US" dirty="0"/>
          </a:p>
          <a:p>
            <a:pPr marL="457200" indent="-457200" algn="just">
              <a:buFont typeface="Wingdings" pitchFamily="2" charset="2"/>
              <a:buChar char="v"/>
            </a:pPr>
            <a:r>
              <a:rPr lang="en-US" dirty="0"/>
              <a:t>Pin pricks placed above letters in a text to indicate letters in a secret message (Greece),</a:t>
            </a:r>
          </a:p>
          <a:p>
            <a:pPr marL="457200" indent="-457200" algn="just">
              <a:buFont typeface="Wingdings" pitchFamily="2" charset="2"/>
              <a:buChar char="v"/>
            </a:pPr>
            <a:endParaRPr lang="en-US" dirty="0"/>
          </a:p>
          <a:p>
            <a:pPr marL="457200" indent="-457200" algn="just">
              <a:buFont typeface="Wingdings" pitchFamily="2" charset="2"/>
              <a:buChar char="v"/>
            </a:pPr>
            <a:r>
              <a:rPr lang="en-US" dirty="0"/>
              <a:t>Messages hidden in images and hieroglyphics (Egypt), and</a:t>
            </a:r>
          </a:p>
          <a:p>
            <a:pPr marL="457200" indent="-457200" algn="just">
              <a:buFont typeface="Wingdings" pitchFamily="2" charset="2"/>
              <a:buChar char="v"/>
            </a:pPr>
            <a:endParaRPr lang="en-US" dirty="0"/>
          </a:p>
          <a:p>
            <a:pPr marL="457200" indent="-457200" algn="just">
              <a:buFont typeface="Wingdings" pitchFamily="2" charset="2"/>
              <a:buChar char="v"/>
            </a:pPr>
            <a:r>
              <a:rPr lang="en-US" dirty="0"/>
              <a:t>Messages written on a thin sheet, rolled into a wax ball, and hidden or swallowed (China).</a:t>
            </a:r>
          </a:p>
        </p:txBody>
      </p:sp>
    </p:spTree>
    <p:extLst>
      <p:ext uri="{BB962C8B-B14F-4D97-AF65-F5344CB8AC3E}">
        <p14:creationId xmlns:p14="http://schemas.microsoft.com/office/powerpoint/2010/main" val="31123552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28600"/>
            <a:ext cx="8229600" cy="1143000"/>
          </a:xfrm>
        </p:spPr>
        <p:txBody>
          <a:bodyPr/>
          <a:lstStyle/>
          <a:p>
            <a:pPr eaLnBrk="1" fontAlgn="auto" hangingPunct="1">
              <a:spcAft>
                <a:spcPts val="0"/>
              </a:spcAft>
              <a:defRPr/>
            </a:pPr>
            <a:r>
              <a:rPr lang="en-GB" altLang="zh-TW" dirty="0"/>
              <a:t>History – Renaissance to World War I</a:t>
            </a:r>
            <a:endParaRPr lang="zh-TW" altLang="en-US" dirty="0"/>
          </a:p>
        </p:txBody>
      </p:sp>
      <p:sp>
        <p:nvSpPr>
          <p:cNvPr id="5" name="Content Placeholder 2"/>
          <p:cNvSpPr txBox="1">
            <a:spLocks/>
          </p:cNvSpPr>
          <p:nvPr/>
        </p:nvSpPr>
        <p:spPr bwMode="auto">
          <a:xfrm>
            <a:off x="457200" y="1524000"/>
            <a:ext cx="8382000" cy="8066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indent="-342900" algn="just">
              <a:buFont typeface="Wingdings" pitchFamily="2" charset="2"/>
              <a:buChar char="§"/>
            </a:pPr>
            <a:r>
              <a:rPr lang="en-US" sz="2000" dirty="0"/>
              <a:t>The Renaissance was a period of renewed intellectual activity in Europe starting in the 14th century.</a:t>
            </a:r>
          </a:p>
          <a:p>
            <a:pPr marL="457200" indent="-457200" algn="just">
              <a:buFont typeface="Wingdings" pitchFamily="2" charset="2"/>
              <a:buChar char="v"/>
            </a:pPr>
            <a:endParaRPr lang="en-US" sz="2000" dirty="0"/>
          </a:p>
        </p:txBody>
      </p:sp>
      <p:sp>
        <p:nvSpPr>
          <p:cNvPr id="7" name="Rectangle 6"/>
          <p:cNvSpPr/>
          <p:nvPr/>
        </p:nvSpPr>
        <p:spPr>
          <a:xfrm>
            <a:off x="664780" y="2483069"/>
            <a:ext cx="7848600" cy="3416320"/>
          </a:xfrm>
          <a:prstGeom prst="rect">
            <a:avLst/>
          </a:prstGeom>
        </p:spPr>
        <p:txBody>
          <a:bodyPr wrap="square">
            <a:spAutoFit/>
          </a:bodyPr>
          <a:lstStyle/>
          <a:p>
            <a:pPr marL="457200" indent="-457200" algn="just">
              <a:buFont typeface="Wingdings" pitchFamily="2" charset="2"/>
              <a:buChar char="v"/>
            </a:pPr>
            <a:r>
              <a:rPr lang="en-US" dirty="0"/>
              <a:t>Napier’s bones used for multiplication, division, and finding square roots [1617]</a:t>
            </a:r>
          </a:p>
          <a:p>
            <a:pPr marL="457200" indent="-457200" algn="just">
              <a:buFont typeface="Wingdings" pitchFamily="2" charset="2"/>
              <a:buChar char="v"/>
            </a:pPr>
            <a:endParaRPr lang="en-US" dirty="0"/>
          </a:p>
          <a:p>
            <a:pPr marL="457200" indent="-457200" algn="just">
              <a:buFont typeface="Wingdings" pitchFamily="2" charset="2"/>
              <a:buChar char="v"/>
            </a:pPr>
            <a:r>
              <a:rPr lang="en-US" dirty="0"/>
              <a:t> </a:t>
            </a:r>
            <a:r>
              <a:rPr lang="en-US" dirty="0" err="1"/>
              <a:t>Blaise</a:t>
            </a:r>
            <a:r>
              <a:rPr lang="en-US" dirty="0"/>
              <a:t> Pascal produced around 50 mechanical calculators starting in 1642.</a:t>
            </a:r>
          </a:p>
          <a:p>
            <a:pPr marL="457200" indent="-457200" algn="just">
              <a:buFont typeface="Wingdings" pitchFamily="2" charset="2"/>
              <a:buChar char="v"/>
            </a:pPr>
            <a:endParaRPr lang="en-US" dirty="0"/>
          </a:p>
          <a:p>
            <a:pPr marL="457200" indent="-457200" algn="just">
              <a:buFont typeface="Wingdings" pitchFamily="2" charset="2"/>
              <a:buChar char="v"/>
            </a:pPr>
            <a:r>
              <a:rPr lang="en-US" dirty="0"/>
              <a:t>In 1800s Herman Hollerith developed a punch card tabulation system</a:t>
            </a:r>
          </a:p>
          <a:p>
            <a:pPr marL="457200" indent="-457200" algn="just">
              <a:buFont typeface="Wingdings" pitchFamily="2" charset="2"/>
              <a:buChar char="v"/>
            </a:pPr>
            <a:endParaRPr lang="en-US" dirty="0"/>
          </a:p>
          <a:p>
            <a:pPr marL="457200" indent="-457200" algn="just">
              <a:buFont typeface="Wingdings" pitchFamily="2" charset="2"/>
              <a:buChar char="v"/>
            </a:pPr>
            <a:r>
              <a:rPr lang="en-US" dirty="0"/>
              <a:t>Charles Babbage produced the first programmable machines, the difference and analytical engines, in the mid-1800s</a:t>
            </a:r>
          </a:p>
          <a:p>
            <a:pPr marL="457200" indent="-457200" algn="just">
              <a:buFont typeface="Wingdings" pitchFamily="2" charset="2"/>
              <a:buChar char="v"/>
            </a:pPr>
            <a:endParaRPr lang="en-US" dirty="0"/>
          </a:p>
          <a:p>
            <a:pPr marL="457200" indent="-457200" algn="just">
              <a:buFont typeface="Wingdings" pitchFamily="2" charset="2"/>
              <a:buChar char="v"/>
            </a:pPr>
            <a:r>
              <a:rPr lang="en-US" dirty="0"/>
              <a:t>Poly-alphabetic solution ciphers</a:t>
            </a:r>
          </a:p>
        </p:txBody>
      </p:sp>
    </p:spTree>
    <p:extLst>
      <p:ext uri="{BB962C8B-B14F-4D97-AF65-F5344CB8AC3E}">
        <p14:creationId xmlns:p14="http://schemas.microsoft.com/office/powerpoint/2010/main" val="11969862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28600"/>
            <a:ext cx="8229600" cy="1143000"/>
          </a:xfrm>
        </p:spPr>
        <p:txBody>
          <a:bodyPr/>
          <a:lstStyle/>
          <a:p>
            <a:pPr eaLnBrk="1" fontAlgn="auto" hangingPunct="1">
              <a:spcAft>
                <a:spcPts val="0"/>
              </a:spcAft>
              <a:defRPr/>
            </a:pPr>
            <a:r>
              <a:rPr lang="en-GB" altLang="zh-TW" dirty="0"/>
              <a:t>History –World War II</a:t>
            </a:r>
            <a:endParaRPr lang="zh-TW" altLang="en-US" dirty="0"/>
          </a:p>
        </p:txBody>
      </p:sp>
      <p:sp>
        <p:nvSpPr>
          <p:cNvPr id="6" name="Rectangle 5"/>
          <p:cNvSpPr/>
          <p:nvPr/>
        </p:nvSpPr>
        <p:spPr>
          <a:xfrm>
            <a:off x="609600" y="1981200"/>
            <a:ext cx="7848600" cy="1938992"/>
          </a:xfrm>
          <a:prstGeom prst="rect">
            <a:avLst/>
          </a:prstGeom>
        </p:spPr>
        <p:txBody>
          <a:bodyPr wrap="square">
            <a:spAutoFit/>
          </a:bodyPr>
          <a:lstStyle/>
          <a:p>
            <a:pPr marL="457200" indent="-457200" algn="just">
              <a:buFont typeface="Wingdings" pitchFamily="2" charset="2"/>
              <a:buChar char="v"/>
            </a:pPr>
            <a:r>
              <a:rPr lang="en-US" sz="2400" dirty="0"/>
              <a:t>During WWII, German cryptographers secured their communications using the </a:t>
            </a:r>
            <a:r>
              <a:rPr lang="en-US" sz="2400" dirty="0">
                <a:solidFill>
                  <a:srgbClr val="FF0000"/>
                </a:solidFill>
              </a:rPr>
              <a:t>Enigma encryption</a:t>
            </a:r>
          </a:p>
          <a:p>
            <a:pPr marL="457200" indent="-457200" algn="just">
              <a:buFont typeface="Wingdings" pitchFamily="2" charset="2"/>
              <a:buChar char="v"/>
            </a:pPr>
            <a:endParaRPr lang="en-US" sz="2400" dirty="0"/>
          </a:p>
          <a:p>
            <a:pPr marL="457200" indent="-457200" algn="just">
              <a:buFont typeface="Wingdings" pitchFamily="2" charset="2"/>
              <a:buChar char="v"/>
            </a:pPr>
            <a:r>
              <a:rPr lang="en-US" sz="2400" dirty="0"/>
              <a:t>The Japanese had a cipher device that was their equivalent to Enigma. It was code-named Purple.</a:t>
            </a:r>
          </a:p>
        </p:txBody>
      </p:sp>
    </p:spTree>
    <p:extLst>
      <p:ext uri="{BB962C8B-B14F-4D97-AF65-F5344CB8AC3E}">
        <p14:creationId xmlns:p14="http://schemas.microsoft.com/office/powerpoint/2010/main" val="1767409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28600"/>
            <a:ext cx="8229600" cy="1143000"/>
          </a:xfrm>
        </p:spPr>
        <p:txBody>
          <a:bodyPr/>
          <a:lstStyle/>
          <a:p>
            <a:pPr eaLnBrk="1" fontAlgn="auto" hangingPunct="1">
              <a:spcAft>
                <a:spcPts val="0"/>
              </a:spcAft>
              <a:defRPr/>
            </a:pPr>
            <a:r>
              <a:rPr lang="en-US" dirty="0"/>
              <a:t>History –Cold War</a:t>
            </a:r>
            <a:endParaRPr lang="zh-TW" altLang="en-US" dirty="0"/>
          </a:p>
        </p:txBody>
      </p:sp>
      <p:sp>
        <p:nvSpPr>
          <p:cNvPr id="4" name="Rectangle 3"/>
          <p:cNvSpPr/>
          <p:nvPr/>
        </p:nvSpPr>
        <p:spPr>
          <a:xfrm>
            <a:off x="609600" y="1752600"/>
            <a:ext cx="7848600" cy="3970318"/>
          </a:xfrm>
          <a:prstGeom prst="rect">
            <a:avLst/>
          </a:prstGeom>
        </p:spPr>
        <p:txBody>
          <a:bodyPr wrap="square">
            <a:spAutoFit/>
          </a:bodyPr>
          <a:lstStyle/>
          <a:p>
            <a:pPr marL="457200" indent="-457200" algn="just">
              <a:buFont typeface="Wingdings" pitchFamily="2" charset="2"/>
              <a:buChar char="v"/>
            </a:pPr>
            <a:r>
              <a:rPr lang="en-US" dirty="0"/>
              <a:t>The new availability of computers allowed the science of cryptography to make major advances.</a:t>
            </a:r>
          </a:p>
          <a:p>
            <a:pPr marL="457200" indent="-457200" algn="just">
              <a:buFont typeface="Wingdings" pitchFamily="2" charset="2"/>
              <a:buChar char="v"/>
            </a:pPr>
            <a:endParaRPr lang="en-US" dirty="0"/>
          </a:p>
          <a:p>
            <a:pPr marL="457200" indent="-457200" algn="just">
              <a:buFont typeface="Wingdings" pitchFamily="2" charset="2"/>
              <a:buChar char="v"/>
            </a:pPr>
            <a:r>
              <a:rPr lang="en-US" dirty="0"/>
              <a:t> In the United States, the National Security Agency (NSA) is in charge of cryptographic research for the United States government</a:t>
            </a:r>
          </a:p>
          <a:p>
            <a:pPr marL="457200" indent="-457200" algn="just">
              <a:buFont typeface="Wingdings" pitchFamily="2" charset="2"/>
              <a:buChar char="v"/>
            </a:pPr>
            <a:endParaRPr lang="en-US" dirty="0"/>
          </a:p>
          <a:p>
            <a:pPr marL="457200" indent="-457200" algn="just">
              <a:buFont typeface="Wingdings" pitchFamily="2" charset="2"/>
              <a:buChar char="v"/>
            </a:pPr>
            <a:r>
              <a:rPr lang="en-US" dirty="0"/>
              <a:t>Cryptography also became available for civilian use.</a:t>
            </a:r>
          </a:p>
          <a:p>
            <a:pPr marL="457200" indent="-457200" algn="just">
              <a:buFont typeface="Wingdings" pitchFamily="2" charset="2"/>
              <a:buChar char="v"/>
            </a:pPr>
            <a:endParaRPr lang="en-US" dirty="0"/>
          </a:p>
          <a:p>
            <a:pPr marL="457200" indent="-457200" algn="just">
              <a:buFont typeface="Wingdings" pitchFamily="2" charset="2"/>
              <a:buChar char="v"/>
            </a:pPr>
            <a:r>
              <a:rPr lang="en-US" dirty="0"/>
              <a:t>In the 1970s the U.S. National Bureau of Standards4, with NSA approval, agreed to the release of the Data Encryption Standard (DES) with a 56-bit key-space.</a:t>
            </a:r>
          </a:p>
          <a:p>
            <a:pPr marL="457200" indent="-457200" algn="just">
              <a:buFont typeface="Wingdings" pitchFamily="2" charset="2"/>
              <a:buChar char="v"/>
            </a:pPr>
            <a:endParaRPr lang="en-US" dirty="0"/>
          </a:p>
          <a:p>
            <a:pPr marL="457200" indent="-457200" algn="just">
              <a:buFont typeface="Wingdings" pitchFamily="2" charset="2"/>
              <a:buChar char="v"/>
            </a:pPr>
            <a:r>
              <a:rPr lang="en-US" dirty="0"/>
              <a:t>The development of public key cryptography is a major step towards solving the problem of key distribution</a:t>
            </a:r>
          </a:p>
        </p:txBody>
      </p:sp>
    </p:spTree>
    <p:extLst>
      <p:ext uri="{BB962C8B-B14F-4D97-AF65-F5344CB8AC3E}">
        <p14:creationId xmlns:p14="http://schemas.microsoft.com/office/powerpoint/2010/main" val="19020705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28600"/>
            <a:ext cx="8229600" cy="1143000"/>
          </a:xfrm>
        </p:spPr>
        <p:txBody>
          <a:bodyPr/>
          <a:lstStyle/>
          <a:p>
            <a:pPr eaLnBrk="1" fontAlgn="auto" hangingPunct="1">
              <a:spcAft>
                <a:spcPts val="0"/>
              </a:spcAft>
              <a:defRPr/>
            </a:pPr>
            <a:r>
              <a:rPr lang="en-US" dirty="0"/>
              <a:t>History –Cold War</a:t>
            </a:r>
            <a:endParaRPr lang="zh-TW" altLang="en-US" dirty="0"/>
          </a:p>
        </p:txBody>
      </p:sp>
      <p:sp>
        <p:nvSpPr>
          <p:cNvPr id="5" name="Rectangle 4"/>
          <p:cNvSpPr/>
          <p:nvPr/>
        </p:nvSpPr>
        <p:spPr>
          <a:xfrm>
            <a:off x="685800" y="1524000"/>
            <a:ext cx="7848600" cy="4708981"/>
          </a:xfrm>
          <a:prstGeom prst="rect">
            <a:avLst/>
          </a:prstGeom>
        </p:spPr>
        <p:txBody>
          <a:bodyPr wrap="square">
            <a:spAutoFit/>
          </a:bodyPr>
          <a:lstStyle/>
          <a:p>
            <a:pPr marL="457200" indent="-457200" algn="just">
              <a:buFont typeface="Wingdings" pitchFamily="2" charset="2"/>
              <a:buChar char="v"/>
            </a:pPr>
            <a:r>
              <a:rPr lang="en-US" sz="2000" dirty="0"/>
              <a:t>The new availability of computers allowed the science of cryptography to make major advances.</a:t>
            </a:r>
          </a:p>
          <a:p>
            <a:pPr marL="457200" indent="-457200" algn="just">
              <a:buFont typeface="Wingdings" pitchFamily="2" charset="2"/>
              <a:buChar char="v"/>
            </a:pPr>
            <a:endParaRPr lang="en-US" sz="2000" dirty="0"/>
          </a:p>
          <a:p>
            <a:pPr marL="457200" indent="-457200" algn="just">
              <a:buFont typeface="Wingdings" pitchFamily="2" charset="2"/>
              <a:buChar char="v"/>
            </a:pPr>
            <a:r>
              <a:rPr lang="en-US" sz="2000" dirty="0"/>
              <a:t> In the United States, the National Security Agency (NSA) is in charge of cryptographic research for the United States government</a:t>
            </a:r>
          </a:p>
          <a:p>
            <a:pPr marL="457200" indent="-457200" algn="just">
              <a:buFont typeface="Wingdings" pitchFamily="2" charset="2"/>
              <a:buChar char="v"/>
            </a:pPr>
            <a:endParaRPr lang="en-US" sz="2000" dirty="0"/>
          </a:p>
          <a:p>
            <a:pPr marL="457200" indent="-457200" algn="just">
              <a:buFont typeface="Wingdings" pitchFamily="2" charset="2"/>
              <a:buChar char="v"/>
            </a:pPr>
            <a:r>
              <a:rPr lang="en-US" sz="2000" dirty="0"/>
              <a:t>Cryptography also became available for civilian use.</a:t>
            </a:r>
          </a:p>
          <a:p>
            <a:pPr marL="457200" indent="-457200" algn="just">
              <a:buFont typeface="Wingdings" pitchFamily="2" charset="2"/>
              <a:buChar char="v"/>
            </a:pPr>
            <a:endParaRPr lang="en-US" sz="2000" dirty="0"/>
          </a:p>
          <a:p>
            <a:pPr marL="457200" indent="-457200" algn="just">
              <a:buFont typeface="Wingdings" pitchFamily="2" charset="2"/>
              <a:buChar char="v"/>
            </a:pPr>
            <a:r>
              <a:rPr lang="en-US" sz="2000" dirty="0"/>
              <a:t>In the 1970s the U.S. National Bureau of Standards4, with NSA approval, agreed to the release of the Data Encryption Standard (DES) with a 56-bit key-space.</a:t>
            </a:r>
          </a:p>
          <a:p>
            <a:pPr marL="457200" indent="-457200" algn="just">
              <a:buFont typeface="Wingdings" pitchFamily="2" charset="2"/>
              <a:buChar char="v"/>
            </a:pPr>
            <a:endParaRPr lang="en-US" sz="2000" dirty="0"/>
          </a:p>
          <a:p>
            <a:pPr marL="457200" indent="-457200" algn="just">
              <a:buFont typeface="Wingdings" pitchFamily="2" charset="2"/>
              <a:buChar char="v"/>
            </a:pPr>
            <a:r>
              <a:rPr lang="en-US" sz="2000" dirty="0"/>
              <a:t>The development of public key cryptography is a major step towards solving the problem of key distribution</a:t>
            </a:r>
          </a:p>
        </p:txBody>
      </p:sp>
    </p:spTree>
    <p:extLst>
      <p:ext uri="{BB962C8B-B14F-4D97-AF65-F5344CB8AC3E}">
        <p14:creationId xmlns:p14="http://schemas.microsoft.com/office/powerpoint/2010/main" val="10174914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28600"/>
            <a:ext cx="8229600" cy="1143000"/>
          </a:xfrm>
        </p:spPr>
        <p:txBody>
          <a:bodyPr/>
          <a:lstStyle/>
          <a:p>
            <a:pPr eaLnBrk="1" fontAlgn="auto" hangingPunct="1">
              <a:spcAft>
                <a:spcPts val="0"/>
              </a:spcAft>
              <a:defRPr/>
            </a:pPr>
            <a:r>
              <a:rPr lang="en-GB" altLang="zh-TW" dirty="0"/>
              <a:t>History – The Modern Era</a:t>
            </a:r>
            <a:endParaRPr lang="zh-TW" altLang="en-US" dirty="0"/>
          </a:p>
        </p:txBody>
      </p:sp>
      <p:sp>
        <p:nvSpPr>
          <p:cNvPr id="4" name="Content Placeholder 2"/>
          <p:cNvSpPr txBox="1">
            <a:spLocks/>
          </p:cNvSpPr>
          <p:nvPr/>
        </p:nvSpPr>
        <p:spPr bwMode="auto">
          <a:xfrm>
            <a:off x="609600" y="1905000"/>
            <a:ext cx="8382000" cy="31797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50000"/>
              </a:spcBef>
              <a:spcAft>
                <a:spcPct val="0"/>
              </a:spcAft>
              <a:buClrTx/>
              <a:buSzTx/>
              <a:buFont typeface="Wingdings" pitchFamily="2" charset="2"/>
              <a:buChar char="§"/>
              <a:tabLst/>
              <a:defRPr/>
            </a:pPr>
            <a:r>
              <a:rPr kumimoji="0" lang="en-US" sz="2400" b="0" i="0" u="none" strike="noStrike" kern="0" cap="none" spc="0" normalizeH="0" baseline="0" noProof="0" dirty="0">
                <a:ln>
                  <a:noFill/>
                </a:ln>
                <a:solidFill>
                  <a:srgbClr val="000000"/>
                </a:solidFill>
                <a:effectLst/>
                <a:uLnTx/>
                <a:uFillTx/>
                <a:latin typeface="+mn-lt"/>
                <a:cs typeface="Arial"/>
              </a:rPr>
              <a:t>Computers!</a:t>
            </a:r>
          </a:p>
          <a:p>
            <a:pPr marL="342900" marR="0" lvl="0" indent="-342900" algn="l" defTabSz="914400" rtl="0" eaLnBrk="1" fontAlgn="base" latinLnBrk="0" hangingPunct="1">
              <a:lnSpc>
                <a:spcPct val="100000"/>
              </a:lnSpc>
              <a:spcBef>
                <a:spcPct val="50000"/>
              </a:spcBef>
              <a:spcAft>
                <a:spcPct val="0"/>
              </a:spcAft>
              <a:buClrTx/>
              <a:buSzTx/>
              <a:buFont typeface="Wingdings" pitchFamily="2" charset="2"/>
              <a:buChar char="§"/>
              <a:tabLst/>
              <a:defRPr/>
            </a:pPr>
            <a:r>
              <a:rPr kumimoji="0" lang="en-US" sz="2400" b="0" i="0" u="none" strike="noStrike" kern="0" cap="none" spc="0" normalizeH="0" baseline="0" noProof="0" dirty="0">
                <a:ln>
                  <a:noFill/>
                </a:ln>
                <a:solidFill>
                  <a:srgbClr val="000000"/>
                </a:solidFill>
                <a:effectLst/>
                <a:uLnTx/>
                <a:uFillTx/>
                <a:latin typeface="+mn-lt"/>
                <a:cs typeface="Arial"/>
              </a:rPr>
              <a:t>Examples</a:t>
            </a:r>
          </a:p>
          <a:p>
            <a:pPr marL="742950" marR="0" lvl="1" indent="-285750" algn="l" defTabSz="914400" rtl="0" eaLnBrk="1" fontAlgn="base" latinLnBrk="0" hangingPunct="1">
              <a:lnSpc>
                <a:spcPct val="100000"/>
              </a:lnSpc>
              <a:spcBef>
                <a:spcPct val="20000"/>
              </a:spcBef>
              <a:spcAft>
                <a:spcPct val="0"/>
              </a:spcAft>
              <a:buClrTx/>
              <a:buSzTx/>
              <a:buFont typeface="Times" pitchFamily="18" charset="0"/>
              <a:buChar char="•"/>
              <a:tabLst/>
              <a:defRPr/>
            </a:pPr>
            <a:r>
              <a:rPr kumimoji="0" lang="en-US" sz="2400" b="0" i="0" u="none" strike="noStrike" kern="0" cap="none" spc="0" normalizeH="0" baseline="0" noProof="0" dirty="0">
                <a:ln>
                  <a:noFill/>
                </a:ln>
                <a:solidFill>
                  <a:srgbClr val="000000"/>
                </a:solidFill>
                <a:effectLst/>
                <a:uLnTx/>
                <a:uFillTx/>
                <a:latin typeface="+mn-lt"/>
                <a:cs typeface="Arial"/>
              </a:rPr>
              <a:t>Lucifer</a:t>
            </a:r>
          </a:p>
          <a:p>
            <a:pPr marL="742950" marR="0" lvl="1" indent="-285750" algn="l" defTabSz="914400" rtl="0" eaLnBrk="1" fontAlgn="base" latinLnBrk="0" hangingPunct="1">
              <a:lnSpc>
                <a:spcPct val="100000"/>
              </a:lnSpc>
              <a:spcBef>
                <a:spcPct val="20000"/>
              </a:spcBef>
              <a:spcAft>
                <a:spcPct val="0"/>
              </a:spcAft>
              <a:buClrTx/>
              <a:buSzTx/>
              <a:buFont typeface="Times" pitchFamily="18" charset="0"/>
              <a:buChar char="•"/>
              <a:tabLst/>
              <a:defRPr/>
            </a:pPr>
            <a:r>
              <a:rPr kumimoji="0" lang="en-US" sz="2400" b="0" i="0" u="none" strike="noStrike" kern="0" cap="none" spc="0" normalizeH="0" baseline="0" noProof="0" dirty="0" err="1">
                <a:ln>
                  <a:noFill/>
                </a:ln>
                <a:solidFill>
                  <a:srgbClr val="000000"/>
                </a:solidFill>
                <a:effectLst/>
                <a:uLnTx/>
                <a:uFillTx/>
                <a:latin typeface="+mn-lt"/>
                <a:cs typeface="Arial"/>
              </a:rPr>
              <a:t>Rijndael</a:t>
            </a:r>
            <a:endParaRPr kumimoji="0" lang="en-US" sz="2400" b="0" i="0" u="none" strike="noStrike" kern="0" cap="none" spc="0" normalizeH="0" baseline="0" noProof="0" dirty="0">
              <a:ln>
                <a:noFill/>
              </a:ln>
              <a:solidFill>
                <a:srgbClr val="000000"/>
              </a:solidFill>
              <a:effectLst/>
              <a:uLnTx/>
              <a:uFillTx/>
              <a:latin typeface="+mn-lt"/>
              <a:cs typeface="Arial"/>
            </a:endParaRPr>
          </a:p>
          <a:p>
            <a:pPr marL="742950" marR="0" lvl="1" indent="-285750" algn="l" defTabSz="914400" rtl="0" eaLnBrk="1" fontAlgn="base" latinLnBrk="0" hangingPunct="1">
              <a:lnSpc>
                <a:spcPct val="100000"/>
              </a:lnSpc>
              <a:spcBef>
                <a:spcPct val="20000"/>
              </a:spcBef>
              <a:spcAft>
                <a:spcPct val="0"/>
              </a:spcAft>
              <a:buClrTx/>
              <a:buSzTx/>
              <a:buFont typeface="Times" pitchFamily="18" charset="0"/>
              <a:buChar char="•"/>
              <a:tabLst/>
              <a:defRPr/>
            </a:pPr>
            <a:r>
              <a:rPr kumimoji="0" lang="en-US" sz="2400" b="0" i="0" u="none" strike="noStrike" kern="0" cap="none" spc="0" normalizeH="0" baseline="0" noProof="0" dirty="0">
                <a:ln>
                  <a:noFill/>
                </a:ln>
                <a:solidFill>
                  <a:srgbClr val="000000"/>
                </a:solidFill>
                <a:effectLst/>
                <a:uLnTx/>
                <a:uFillTx/>
                <a:latin typeface="+mn-lt"/>
                <a:cs typeface="Arial"/>
              </a:rPr>
              <a:t>RSA</a:t>
            </a:r>
          </a:p>
          <a:p>
            <a:pPr marL="742950" marR="0" lvl="1" indent="-285750" algn="l" defTabSz="914400" rtl="0" eaLnBrk="1" fontAlgn="base" latinLnBrk="0" hangingPunct="1">
              <a:lnSpc>
                <a:spcPct val="100000"/>
              </a:lnSpc>
              <a:spcBef>
                <a:spcPct val="20000"/>
              </a:spcBef>
              <a:spcAft>
                <a:spcPct val="0"/>
              </a:spcAft>
              <a:buClrTx/>
              <a:buSzTx/>
              <a:buFont typeface="Times" pitchFamily="18" charset="0"/>
              <a:buChar char="•"/>
              <a:tabLst/>
              <a:defRPr/>
            </a:pPr>
            <a:r>
              <a:rPr kumimoji="0" lang="en-US" sz="2400" b="0" i="0" u="none" strike="noStrike" kern="0" cap="none" spc="0" normalizeH="0" baseline="0" noProof="0" dirty="0" err="1">
                <a:ln>
                  <a:noFill/>
                </a:ln>
                <a:solidFill>
                  <a:srgbClr val="000000"/>
                </a:solidFill>
                <a:effectLst/>
                <a:uLnTx/>
                <a:uFillTx/>
                <a:latin typeface="+mn-lt"/>
                <a:cs typeface="Arial"/>
              </a:rPr>
              <a:t>ElGamal</a:t>
            </a:r>
            <a:endParaRPr kumimoji="0" lang="en-US" sz="2400" b="0" i="0" u="none" strike="noStrike" kern="0" cap="none" spc="0" normalizeH="0" baseline="0" noProof="0" dirty="0">
              <a:ln>
                <a:noFill/>
              </a:ln>
              <a:solidFill>
                <a:srgbClr val="000000"/>
              </a:solidFill>
              <a:effectLst/>
              <a:uLnTx/>
              <a:uFillTx/>
              <a:latin typeface="+mn-lt"/>
              <a:cs typeface="Arial"/>
            </a:endParaRPr>
          </a:p>
          <a:p>
            <a:pPr marL="742950" marR="0" lvl="1" indent="-285750" algn="l" defTabSz="914400" rtl="0" eaLnBrk="1" fontAlgn="base" latinLnBrk="0" hangingPunct="1">
              <a:lnSpc>
                <a:spcPct val="100000"/>
              </a:lnSpc>
              <a:spcBef>
                <a:spcPct val="20000"/>
              </a:spcBef>
              <a:spcAft>
                <a:spcPct val="0"/>
              </a:spcAft>
              <a:buClrTx/>
              <a:buSzTx/>
              <a:buFont typeface="Times" pitchFamily="18" charset="0"/>
              <a:buChar char="•"/>
              <a:tabLst/>
              <a:defRPr/>
            </a:pPr>
            <a:endParaRPr kumimoji="0" lang="en-US" sz="3200" b="0" i="0" u="none" strike="noStrike" kern="0" cap="none" spc="0" normalizeH="0" baseline="0" noProof="0" dirty="0">
              <a:ln>
                <a:noFill/>
              </a:ln>
              <a:solidFill>
                <a:srgbClr val="000000"/>
              </a:solidFill>
              <a:effectLst/>
              <a:uLnTx/>
              <a:uFillTx/>
              <a:latin typeface="Lucida Sans"/>
              <a:cs typeface="Arial"/>
            </a:endParaRPr>
          </a:p>
        </p:txBody>
      </p:sp>
    </p:spTree>
    <p:extLst>
      <p:ext uri="{BB962C8B-B14F-4D97-AF65-F5344CB8AC3E}">
        <p14:creationId xmlns:p14="http://schemas.microsoft.com/office/powerpoint/2010/main" val="36424119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28600"/>
            <a:ext cx="8229600" cy="1143000"/>
          </a:xfrm>
        </p:spPr>
        <p:txBody>
          <a:bodyPr/>
          <a:lstStyle/>
          <a:p>
            <a:pPr eaLnBrk="1" fontAlgn="auto" hangingPunct="1">
              <a:spcAft>
                <a:spcPts val="0"/>
              </a:spcAft>
              <a:defRPr/>
            </a:pPr>
            <a:r>
              <a:rPr lang="en-US" dirty="0"/>
              <a:t>Organized Crime and Botnets</a:t>
            </a:r>
            <a:endParaRPr lang="zh-TW" altLang="en-US" dirty="0"/>
          </a:p>
        </p:txBody>
      </p:sp>
      <p:sp>
        <p:nvSpPr>
          <p:cNvPr id="5" name="Rectangle 4"/>
          <p:cNvSpPr/>
          <p:nvPr/>
        </p:nvSpPr>
        <p:spPr>
          <a:xfrm>
            <a:off x="546540" y="1387366"/>
            <a:ext cx="8064060" cy="830997"/>
          </a:xfrm>
          <a:prstGeom prst="rect">
            <a:avLst/>
          </a:prstGeom>
        </p:spPr>
        <p:txBody>
          <a:bodyPr wrap="square">
            <a:spAutoFit/>
          </a:bodyPr>
          <a:lstStyle/>
          <a:p>
            <a:pPr marL="457200" indent="-457200" algn="just">
              <a:buFont typeface="Wingdings" pitchFamily="2" charset="2"/>
              <a:buChar char="v"/>
            </a:pPr>
            <a:r>
              <a:rPr lang="fr-FR" sz="2400" dirty="0" err="1"/>
              <a:t>Current</a:t>
            </a:r>
            <a:r>
              <a:rPr lang="fr-FR" sz="2400" dirty="0"/>
              <a:t> </a:t>
            </a:r>
            <a:r>
              <a:rPr lang="fr-FR" sz="2400" dirty="0" err="1"/>
              <a:t>cybercrime</a:t>
            </a:r>
            <a:r>
              <a:rPr lang="fr-FR" sz="2400" dirty="0"/>
              <a:t> technologies and techniques </a:t>
            </a:r>
            <a:r>
              <a:rPr lang="fr-FR" sz="2400" dirty="0" err="1"/>
              <a:t>include</a:t>
            </a:r>
            <a:endParaRPr lang="en-US" sz="2400" dirty="0"/>
          </a:p>
        </p:txBody>
      </p:sp>
      <p:sp>
        <p:nvSpPr>
          <p:cNvPr id="6" name="Rectangle 5"/>
          <p:cNvSpPr/>
          <p:nvPr/>
        </p:nvSpPr>
        <p:spPr>
          <a:xfrm>
            <a:off x="580699" y="2218363"/>
            <a:ext cx="8120906" cy="3939540"/>
          </a:xfrm>
          <a:prstGeom prst="rect">
            <a:avLst/>
          </a:prstGeom>
        </p:spPr>
        <p:txBody>
          <a:bodyPr wrap="square">
            <a:spAutoFit/>
          </a:bodyPr>
          <a:lstStyle/>
          <a:p>
            <a:pPr marL="342900" indent="-342900" algn="just">
              <a:lnSpc>
                <a:spcPct val="150000"/>
              </a:lnSpc>
              <a:buFont typeface="+mj-lt"/>
              <a:buAutoNum type="arabicPeriod"/>
            </a:pPr>
            <a:r>
              <a:rPr lang="en-US" sz="2000" dirty="0"/>
              <a:t>botnets – networks of compromised machines,</a:t>
            </a:r>
          </a:p>
          <a:p>
            <a:pPr marL="342900" indent="-342900" algn="just">
              <a:buFont typeface="+mj-lt"/>
              <a:buAutoNum type="arabicPeriod"/>
            </a:pPr>
            <a:r>
              <a:rPr lang="en-US" sz="2000" dirty="0"/>
              <a:t>spam – unsolicited e-mail advertisements, usually fraudulent,</a:t>
            </a:r>
          </a:p>
          <a:p>
            <a:pPr marL="342900" indent="-342900" algn="just">
              <a:buFont typeface="+mj-lt"/>
              <a:buAutoNum type="arabicPeriod"/>
            </a:pPr>
            <a:r>
              <a:rPr lang="en-US" sz="2000" dirty="0"/>
              <a:t>phishing – attempts to fraudulently collect sensitive personal information,</a:t>
            </a:r>
          </a:p>
          <a:p>
            <a:pPr marL="342900" indent="-342900" algn="just">
              <a:buFont typeface="+mj-lt"/>
              <a:buAutoNum type="arabicPeriod"/>
            </a:pPr>
            <a:r>
              <a:rPr lang="en-US" sz="2000" dirty="0"/>
              <a:t>pharming – redirecting web traffic to a fraudulent site,</a:t>
            </a:r>
          </a:p>
          <a:p>
            <a:pPr marL="342900" indent="-342900" algn="just">
              <a:buFont typeface="+mj-lt"/>
              <a:buAutoNum type="arabicPeriod"/>
            </a:pPr>
            <a:r>
              <a:rPr lang="en-US" sz="2000" dirty="0"/>
              <a:t>identity theft and identity fraud – fraudulent use of personal information,</a:t>
            </a:r>
          </a:p>
          <a:p>
            <a:pPr marL="342900" indent="-342900" algn="just">
              <a:buFont typeface="+mj-lt"/>
              <a:buAutoNum type="arabicPeriod"/>
            </a:pPr>
            <a:r>
              <a:rPr lang="en-US" sz="2000" dirty="0"/>
              <a:t>cross site scripting – inserting script commands into another’s website,</a:t>
            </a:r>
          </a:p>
          <a:p>
            <a:pPr marL="342900" indent="-342900" algn="just">
              <a:buFont typeface="+mj-lt"/>
              <a:buAutoNum type="arabicPeriod"/>
            </a:pPr>
            <a:r>
              <a:rPr lang="en-US" sz="2000" dirty="0"/>
              <a:t>cross site request forgery – tricking a user’s browser to making requests  on another party’s website, • underground forums, and</a:t>
            </a:r>
          </a:p>
          <a:p>
            <a:pPr marL="342900" indent="-342900" algn="just">
              <a:buFont typeface="+mj-lt"/>
              <a:buAutoNum type="arabicPeriod"/>
            </a:pPr>
            <a:r>
              <a:rPr lang="en-US" sz="2000" dirty="0"/>
              <a:t>money laundering.</a:t>
            </a:r>
          </a:p>
        </p:txBody>
      </p:sp>
    </p:spTree>
    <p:extLst>
      <p:ext uri="{BB962C8B-B14F-4D97-AF65-F5344CB8AC3E}">
        <p14:creationId xmlns:p14="http://schemas.microsoft.com/office/powerpoint/2010/main" val="31044571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28600"/>
            <a:ext cx="8229600" cy="1143000"/>
          </a:xfrm>
        </p:spPr>
        <p:txBody>
          <a:bodyPr/>
          <a:lstStyle/>
          <a:p>
            <a:pPr eaLnBrk="1" fontAlgn="auto" hangingPunct="1">
              <a:spcAft>
                <a:spcPts val="0"/>
              </a:spcAft>
              <a:defRPr/>
            </a:pPr>
            <a:r>
              <a:rPr lang="en-GB" dirty="0"/>
              <a:t>What is Security?</a:t>
            </a:r>
            <a:endParaRPr lang="zh-TW" altLang="en-US" dirty="0"/>
          </a:p>
        </p:txBody>
      </p:sp>
      <p:sp>
        <p:nvSpPr>
          <p:cNvPr id="3" name="Rectangle 2"/>
          <p:cNvSpPr/>
          <p:nvPr/>
        </p:nvSpPr>
        <p:spPr>
          <a:xfrm>
            <a:off x="685800" y="1447800"/>
            <a:ext cx="7467600" cy="461665"/>
          </a:xfrm>
          <a:prstGeom prst="rect">
            <a:avLst/>
          </a:prstGeom>
        </p:spPr>
        <p:txBody>
          <a:bodyPr wrap="square">
            <a:spAutoFit/>
          </a:bodyPr>
          <a:lstStyle/>
          <a:p>
            <a:r>
              <a:rPr lang="en-GB" sz="2400" dirty="0"/>
              <a:t>Security according to two boys of 10 years old-</a:t>
            </a:r>
          </a:p>
        </p:txBody>
      </p:sp>
      <p:pic>
        <p:nvPicPr>
          <p:cNvPr id="4" name="Picture 3"/>
          <p:cNvPicPr>
            <a:picLocks noChangeAspect="1"/>
          </p:cNvPicPr>
          <p:nvPr/>
        </p:nvPicPr>
        <p:blipFill>
          <a:blip r:embed="rId2"/>
          <a:stretch>
            <a:fillRect/>
          </a:stretch>
        </p:blipFill>
        <p:spPr>
          <a:xfrm>
            <a:off x="914400" y="2362200"/>
            <a:ext cx="3228975" cy="2838450"/>
          </a:xfrm>
          <a:prstGeom prst="rect">
            <a:avLst/>
          </a:prstGeom>
        </p:spPr>
      </p:pic>
      <p:pic>
        <p:nvPicPr>
          <p:cNvPr id="8" name="Picture 7"/>
          <p:cNvPicPr>
            <a:picLocks noChangeAspect="1"/>
          </p:cNvPicPr>
          <p:nvPr/>
        </p:nvPicPr>
        <p:blipFill>
          <a:blip r:embed="rId3"/>
          <a:stretch>
            <a:fillRect/>
          </a:stretch>
        </p:blipFill>
        <p:spPr>
          <a:xfrm>
            <a:off x="5029200" y="2286000"/>
            <a:ext cx="3181350" cy="2876550"/>
          </a:xfrm>
          <a:prstGeom prst="rect">
            <a:avLst/>
          </a:prstGeom>
        </p:spPr>
      </p:pic>
    </p:spTree>
    <p:extLst>
      <p:ext uri="{BB962C8B-B14F-4D97-AF65-F5344CB8AC3E}">
        <p14:creationId xmlns:p14="http://schemas.microsoft.com/office/powerpoint/2010/main" val="19142880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28600"/>
            <a:ext cx="8229600" cy="1143000"/>
          </a:xfrm>
        </p:spPr>
        <p:txBody>
          <a:bodyPr/>
          <a:lstStyle/>
          <a:p>
            <a:pPr eaLnBrk="1" fontAlgn="auto" hangingPunct="1">
              <a:spcAft>
                <a:spcPts val="0"/>
              </a:spcAft>
              <a:defRPr/>
            </a:pPr>
            <a:r>
              <a:rPr lang="en-GB" dirty="0"/>
              <a:t>What is Security?</a:t>
            </a:r>
            <a:endParaRPr lang="zh-TW" altLang="en-US" dirty="0"/>
          </a:p>
        </p:txBody>
      </p:sp>
      <p:sp>
        <p:nvSpPr>
          <p:cNvPr id="3" name="Rectangle 2"/>
          <p:cNvSpPr/>
          <p:nvPr/>
        </p:nvSpPr>
        <p:spPr>
          <a:xfrm>
            <a:off x="685800" y="1447800"/>
            <a:ext cx="7467600" cy="461665"/>
          </a:xfrm>
          <a:prstGeom prst="rect">
            <a:avLst/>
          </a:prstGeom>
        </p:spPr>
        <p:txBody>
          <a:bodyPr wrap="square">
            <a:spAutoFit/>
          </a:bodyPr>
          <a:lstStyle/>
          <a:p>
            <a:r>
              <a:rPr lang="en-GB" sz="2400" dirty="0"/>
              <a:t>Security According to Junior High School ICT teacher-</a:t>
            </a:r>
          </a:p>
        </p:txBody>
      </p:sp>
      <p:pic>
        <p:nvPicPr>
          <p:cNvPr id="5" name="Picture 4"/>
          <p:cNvPicPr>
            <a:picLocks noChangeAspect="1"/>
          </p:cNvPicPr>
          <p:nvPr/>
        </p:nvPicPr>
        <p:blipFill>
          <a:blip r:embed="rId2"/>
          <a:stretch>
            <a:fillRect/>
          </a:stretch>
        </p:blipFill>
        <p:spPr>
          <a:xfrm>
            <a:off x="2209800" y="2362200"/>
            <a:ext cx="4495800" cy="3476625"/>
          </a:xfrm>
          <a:prstGeom prst="rect">
            <a:avLst/>
          </a:prstGeom>
        </p:spPr>
      </p:pic>
    </p:spTree>
    <p:extLst>
      <p:ext uri="{BB962C8B-B14F-4D97-AF65-F5344CB8AC3E}">
        <p14:creationId xmlns:p14="http://schemas.microsoft.com/office/powerpoint/2010/main" val="36696102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28600"/>
            <a:ext cx="8229600" cy="1143000"/>
          </a:xfrm>
        </p:spPr>
        <p:txBody>
          <a:bodyPr/>
          <a:lstStyle/>
          <a:p>
            <a:pPr eaLnBrk="1" fontAlgn="auto" hangingPunct="1">
              <a:spcAft>
                <a:spcPts val="0"/>
              </a:spcAft>
              <a:defRPr/>
            </a:pPr>
            <a:r>
              <a:rPr lang="en-GB" dirty="0"/>
              <a:t>What is Security?</a:t>
            </a:r>
            <a:endParaRPr lang="zh-TW" altLang="en-US" dirty="0"/>
          </a:p>
        </p:txBody>
      </p:sp>
      <p:sp>
        <p:nvSpPr>
          <p:cNvPr id="3" name="Rectangle 2"/>
          <p:cNvSpPr/>
          <p:nvPr/>
        </p:nvSpPr>
        <p:spPr>
          <a:xfrm>
            <a:off x="685800" y="1447800"/>
            <a:ext cx="7467600" cy="461665"/>
          </a:xfrm>
          <a:prstGeom prst="rect">
            <a:avLst/>
          </a:prstGeom>
        </p:spPr>
        <p:txBody>
          <a:bodyPr wrap="square">
            <a:spAutoFit/>
          </a:bodyPr>
          <a:lstStyle/>
          <a:p>
            <a:r>
              <a:rPr lang="en-GB" sz="2400" dirty="0"/>
              <a:t>There is no clear cut definition.</a:t>
            </a:r>
          </a:p>
        </p:txBody>
      </p:sp>
      <p:pic>
        <p:nvPicPr>
          <p:cNvPr id="4" name="Picture 3"/>
          <p:cNvPicPr>
            <a:picLocks noChangeAspect="1"/>
          </p:cNvPicPr>
          <p:nvPr/>
        </p:nvPicPr>
        <p:blipFill>
          <a:blip r:embed="rId2"/>
          <a:stretch>
            <a:fillRect/>
          </a:stretch>
        </p:blipFill>
        <p:spPr>
          <a:xfrm>
            <a:off x="3581400" y="2057400"/>
            <a:ext cx="2981325" cy="2867025"/>
          </a:xfrm>
          <a:prstGeom prst="rect">
            <a:avLst/>
          </a:prstGeom>
        </p:spPr>
      </p:pic>
    </p:spTree>
    <p:extLst>
      <p:ext uri="{BB962C8B-B14F-4D97-AF65-F5344CB8AC3E}">
        <p14:creationId xmlns:p14="http://schemas.microsoft.com/office/powerpoint/2010/main" val="24567956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28600"/>
            <a:ext cx="8229600" cy="1143000"/>
          </a:xfrm>
        </p:spPr>
        <p:txBody>
          <a:bodyPr/>
          <a:lstStyle/>
          <a:p>
            <a:pPr eaLnBrk="1" fontAlgn="auto" hangingPunct="1">
              <a:spcAft>
                <a:spcPts val="0"/>
              </a:spcAft>
              <a:defRPr/>
            </a:pPr>
            <a:r>
              <a:rPr lang="en-GB" dirty="0"/>
              <a:t>What is Security?</a:t>
            </a:r>
            <a:endParaRPr lang="zh-TW" altLang="en-US" dirty="0"/>
          </a:p>
        </p:txBody>
      </p:sp>
      <p:sp>
        <p:nvSpPr>
          <p:cNvPr id="3" name="Rectangle 2"/>
          <p:cNvSpPr/>
          <p:nvPr/>
        </p:nvSpPr>
        <p:spPr>
          <a:xfrm>
            <a:off x="685800" y="1447800"/>
            <a:ext cx="7467600" cy="461665"/>
          </a:xfrm>
          <a:prstGeom prst="rect">
            <a:avLst/>
          </a:prstGeom>
        </p:spPr>
        <p:txBody>
          <a:bodyPr wrap="square">
            <a:spAutoFit/>
          </a:bodyPr>
          <a:lstStyle/>
          <a:p>
            <a:r>
              <a:rPr lang="en-GB" sz="2400" dirty="0"/>
              <a:t>Security is a process, not an end state</a:t>
            </a:r>
          </a:p>
        </p:txBody>
      </p:sp>
      <p:pic>
        <p:nvPicPr>
          <p:cNvPr id="5" name="Picture 4"/>
          <p:cNvPicPr>
            <a:picLocks noChangeAspect="1"/>
          </p:cNvPicPr>
          <p:nvPr/>
        </p:nvPicPr>
        <p:blipFill>
          <a:blip r:embed="rId2"/>
          <a:stretch>
            <a:fillRect/>
          </a:stretch>
        </p:blipFill>
        <p:spPr>
          <a:xfrm>
            <a:off x="2362200" y="2209800"/>
            <a:ext cx="4495800" cy="3772202"/>
          </a:xfrm>
          <a:prstGeom prst="rect">
            <a:avLst/>
          </a:prstGeom>
        </p:spPr>
      </p:pic>
    </p:spTree>
    <p:extLst>
      <p:ext uri="{BB962C8B-B14F-4D97-AF65-F5344CB8AC3E}">
        <p14:creationId xmlns:p14="http://schemas.microsoft.com/office/powerpoint/2010/main" val="38661714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28600"/>
            <a:ext cx="8229600" cy="1143000"/>
          </a:xfrm>
        </p:spPr>
        <p:txBody>
          <a:bodyPr/>
          <a:lstStyle/>
          <a:p>
            <a:pPr eaLnBrk="1" fontAlgn="auto" hangingPunct="1">
              <a:spcAft>
                <a:spcPts val="0"/>
              </a:spcAft>
              <a:defRPr/>
            </a:pPr>
            <a:r>
              <a:rPr lang="en-US" dirty="0"/>
              <a:t>Computer Security Concepts</a:t>
            </a:r>
            <a:endParaRPr lang="zh-TW" altLang="en-US" dirty="0"/>
          </a:p>
        </p:txBody>
      </p:sp>
      <p:sp>
        <p:nvSpPr>
          <p:cNvPr id="7" name="Content Placeholder 2"/>
          <p:cNvSpPr>
            <a:spLocks noGrp="1"/>
          </p:cNvSpPr>
          <p:nvPr>
            <p:ph idx="1"/>
          </p:nvPr>
        </p:nvSpPr>
        <p:spPr>
          <a:xfrm>
            <a:off x="609600" y="1447800"/>
            <a:ext cx="7924800" cy="4800600"/>
          </a:xfrm>
        </p:spPr>
        <p:txBody>
          <a:bodyPr>
            <a:normAutofit/>
          </a:bodyPr>
          <a:lstStyle/>
          <a:p>
            <a:pPr algn="just" eaLnBrk="1" fontAlgn="auto" hangingPunct="1">
              <a:spcAft>
                <a:spcPts val="0"/>
              </a:spcAft>
              <a:defRPr/>
            </a:pPr>
            <a:r>
              <a:rPr lang="en-US" sz="2000" dirty="0">
                <a:solidFill>
                  <a:schemeClr val="tx2">
                    <a:lumMod val="10000"/>
                  </a:schemeClr>
                </a:solidFill>
                <a:effectLst/>
                <a:latin typeface="+mj-lt"/>
              </a:rPr>
              <a:t>Before the widespread use of data processing equipment, the security of </a:t>
            </a:r>
            <a:r>
              <a:rPr lang="en-US" sz="2000" dirty="0">
                <a:solidFill>
                  <a:srgbClr val="0000FF"/>
                </a:solidFill>
                <a:effectLst/>
                <a:latin typeface="+mj-lt"/>
              </a:rPr>
              <a:t>information</a:t>
            </a:r>
            <a:r>
              <a:rPr lang="en-US" sz="2000" dirty="0">
                <a:solidFill>
                  <a:schemeClr val="tx2">
                    <a:lumMod val="10000"/>
                  </a:schemeClr>
                </a:solidFill>
                <a:effectLst/>
                <a:latin typeface="+mj-lt"/>
              </a:rPr>
              <a:t> valuable to an organization was provided primarily </a:t>
            </a:r>
            <a:r>
              <a:rPr lang="en-US" sz="2000" dirty="0">
                <a:solidFill>
                  <a:srgbClr val="C00000"/>
                </a:solidFill>
                <a:effectLst/>
                <a:latin typeface="+mj-lt"/>
              </a:rPr>
              <a:t>by physical and administrative means</a:t>
            </a:r>
          </a:p>
          <a:p>
            <a:pPr algn="just" eaLnBrk="1" fontAlgn="auto" hangingPunct="1">
              <a:spcAft>
                <a:spcPts val="0"/>
              </a:spcAft>
              <a:defRPr/>
            </a:pPr>
            <a:endParaRPr lang="en-US" sz="2000" dirty="0">
              <a:solidFill>
                <a:srgbClr val="C00000"/>
              </a:solidFill>
              <a:effectLst/>
              <a:latin typeface="+mj-lt"/>
            </a:endParaRPr>
          </a:p>
          <a:p>
            <a:pPr algn="just" eaLnBrk="1" fontAlgn="auto" hangingPunct="1">
              <a:spcAft>
                <a:spcPts val="0"/>
              </a:spcAft>
              <a:defRPr/>
            </a:pPr>
            <a:r>
              <a:rPr lang="en-US" sz="2000" dirty="0">
                <a:solidFill>
                  <a:schemeClr val="tx2">
                    <a:lumMod val="10000"/>
                  </a:schemeClr>
                </a:solidFill>
                <a:effectLst/>
                <a:latin typeface="+mj-lt"/>
              </a:rPr>
              <a:t>With the introduction of the computer, </a:t>
            </a:r>
            <a:r>
              <a:rPr lang="en-US" sz="2000" dirty="0">
                <a:solidFill>
                  <a:srgbClr val="C00000"/>
                </a:solidFill>
                <a:effectLst/>
                <a:latin typeface="+mj-lt"/>
              </a:rPr>
              <a:t>the need for automated tools</a:t>
            </a:r>
            <a:r>
              <a:rPr lang="en-US" sz="2000" dirty="0">
                <a:solidFill>
                  <a:schemeClr val="tx2">
                    <a:lumMod val="10000"/>
                  </a:schemeClr>
                </a:solidFill>
                <a:effectLst/>
                <a:latin typeface="+mj-lt"/>
              </a:rPr>
              <a:t> for </a:t>
            </a:r>
            <a:r>
              <a:rPr lang="en-US" sz="2000" dirty="0">
                <a:solidFill>
                  <a:srgbClr val="0000FF"/>
                </a:solidFill>
                <a:effectLst/>
                <a:latin typeface="+mj-lt"/>
              </a:rPr>
              <a:t>protecting</a:t>
            </a:r>
            <a:r>
              <a:rPr lang="en-US" sz="2000" dirty="0">
                <a:solidFill>
                  <a:schemeClr val="tx2">
                    <a:lumMod val="10000"/>
                  </a:schemeClr>
                </a:solidFill>
                <a:effectLst/>
                <a:latin typeface="+mj-lt"/>
              </a:rPr>
              <a:t> files and other information stored on the computer became evident</a:t>
            </a:r>
          </a:p>
          <a:p>
            <a:pPr algn="just" eaLnBrk="1" fontAlgn="auto" hangingPunct="1">
              <a:spcAft>
                <a:spcPts val="0"/>
              </a:spcAft>
              <a:defRPr/>
            </a:pPr>
            <a:endParaRPr lang="en-US" sz="2000" dirty="0">
              <a:solidFill>
                <a:schemeClr val="tx2">
                  <a:lumMod val="10000"/>
                </a:schemeClr>
              </a:solidFill>
              <a:effectLst/>
              <a:latin typeface="+mj-lt"/>
            </a:endParaRPr>
          </a:p>
          <a:p>
            <a:pPr algn="just" eaLnBrk="1" fontAlgn="auto" hangingPunct="1">
              <a:spcAft>
                <a:spcPts val="0"/>
              </a:spcAft>
              <a:defRPr/>
            </a:pPr>
            <a:r>
              <a:rPr lang="en-US" sz="2000" dirty="0">
                <a:solidFill>
                  <a:schemeClr val="tx2">
                    <a:lumMod val="10000"/>
                  </a:schemeClr>
                </a:solidFill>
                <a:effectLst/>
                <a:latin typeface="+mj-lt"/>
              </a:rPr>
              <a:t>Another major change that affected security is the introduction of </a:t>
            </a:r>
            <a:r>
              <a:rPr lang="en-US" sz="2000" dirty="0">
                <a:solidFill>
                  <a:srgbClr val="FF0000"/>
                </a:solidFill>
                <a:effectLst/>
                <a:latin typeface="+mj-lt"/>
              </a:rPr>
              <a:t>distributed systems </a:t>
            </a:r>
            <a:r>
              <a:rPr lang="en-US" sz="2000" dirty="0">
                <a:solidFill>
                  <a:schemeClr val="tx2">
                    <a:lumMod val="10000"/>
                  </a:schemeClr>
                </a:solidFill>
                <a:effectLst/>
                <a:latin typeface="+mj-lt"/>
              </a:rPr>
              <a:t>and the use of </a:t>
            </a:r>
            <a:r>
              <a:rPr lang="en-US" sz="2000" dirty="0">
                <a:solidFill>
                  <a:srgbClr val="0000FF"/>
                </a:solidFill>
                <a:effectLst/>
                <a:latin typeface="+mj-lt"/>
              </a:rPr>
              <a:t>networks and communication</a:t>
            </a:r>
            <a:r>
              <a:rPr lang="en-US" sz="2000" dirty="0">
                <a:solidFill>
                  <a:schemeClr val="tx2">
                    <a:lumMod val="10000"/>
                  </a:schemeClr>
                </a:solidFill>
                <a:effectLst/>
                <a:latin typeface="+mj-lt"/>
              </a:rPr>
              <a:t>s facilities for carrying data between terminal user and computer and between computers</a:t>
            </a:r>
          </a:p>
        </p:txBody>
      </p:sp>
    </p:spTree>
    <p:extLst>
      <p:ext uri="{BB962C8B-B14F-4D97-AF65-F5344CB8AC3E}">
        <p14:creationId xmlns:p14="http://schemas.microsoft.com/office/powerpoint/2010/main" val="26295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28600"/>
            <a:ext cx="8229600" cy="1143000"/>
          </a:xfrm>
        </p:spPr>
        <p:txBody>
          <a:bodyPr/>
          <a:lstStyle/>
          <a:p>
            <a:pPr eaLnBrk="1" fontAlgn="auto" hangingPunct="1">
              <a:spcAft>
                <a:spcPts val="0"/>
              </a:spcAft>
              <a:defRPr/>
            </a:pPr>
            <a:r>
              <a:rPr lang="en-US" dirty="0"/>
              <a:t>Computer and Internet Security </a:t>
            </a:r>
            <a:endParaRPr lang="zh-TW" altLang="en-US" dirty="0"/>
          </a:p>
        </p:txBody>
      </p:sp>
      <p:sp>
        <p:nvSpPr>
          <p:cNvPr id="5" name="Rectangle 4"/>
          <p:cNvSpPr/>
          <p:nvPr/>
        </p:nvSpPr>
        <p:spPr>
          <a:xfrm>
            <a:off x="762000" y="1828800"/>
            <a:ext cx="7391400" cy="3211135"/>
          </a:xfrm>
          <a:prstGeom prst="rect">
            <a:avLst/>
          </a:prstGeom>
        </p:spPr>
        <p:txBody>
          <a:bodyPr>
            <a:spAutoFit/>
          </a:bodyPr>
          <a:lstStyle/>
          <a:p>
            <a:pPr marL="282575" indent="-282575" fontAlgn="auto">
              <a:spcBef>
                <a:spcPts val="2000"/>
              </a:spcBef>
              <a:spcAft>
                <a:spcPts val="0"/>
              </a:spcAft>
              <a:buFont typeface="Calisto MT" pitchFamily="18" charset="0"/>
              <a:buChar char="•"/>
              <a:defRPr/>
            </a:pPr>
            <a:r>
              <a:rPr lang="en-US" sz="2800" b="1" dirty="0">
                <a:solidFill>
                  <a:srgbClr val="0000CC"/>
                </a:solidFill>
                <a:effectLst>
                  <a:outerShdw blurRad="63500" dir="2700000" algn="tl" rotWithShape="0">
                    <a:prstClr val="white">
                      <a:alpha val="40000"/>
                    </a:prstClr>
                  </a:outerShdw>
                </a:effectLst>
                <a:latin typeface="Arial Unicode MS" pitchFamily="34" charset="-128"/>
                <a:ea typeface="Arial Unicode MS" pitchFamily="34" charset="-128"/>
                <a:cs typeface="Arial Unicode MS" pitchFamily="34" charset="-128"/>
              </a:rPr>
              <a:t>Computer security</a:t>
            </a:r>
          </a:p>
          <a:p>
            <a:pPr marL="577850" lvl="1" indent="-295275" fontAlgn="auto">
              <a:spcBef>
                <a:spcPts val="600"/>
              </a:spcBef>
              <a:spcAft>
                <a:spcPts val="0"/>
              </a:spcAft>
              <a:buClr>
                <a:srgbClr val="921F07"/>
              </a:buClr>
              <a:buFont typeface="Calisto MT" pitchFamily="18" charset="0"/>
              <a:buChar char="•"/>
              <a:defRPr/>
            </a:pPr>
            <a:r>
              <a:rPr lang="en-US" sz="2400" dirty="0">
                <a:solidFill>
                  <a:srgbClr val="E5E5D3">
                    <a:lumMod val="10000"/>
                  </a:srgbClr>
                </a:solidFill>
                <a:effectLst>
                  <a:outerShdw blurRad="63500" dir="2700000" algn="tl" rotWithShape="0">
                    <a:prstClr val="white">
                      <a:alpha val="40000"/>
                    </a:prstClr>
                  </a:outerShdw>
                </a:effectLst>
                <a:latin typeface="Arial Unicode MS" pitchFamily="34" charset="-128"/>
                <a:ea typeface="Arial Unicode MS" pitchFamily="34" charset="-128"/>
                <a:cs typeface="Arial Unicode MS" pitchFamily="34" charset="-128"/>
              </a:rPr>
              <a:t>The generic name for the </a:t>
            </a:r>
            <a:r>
              <a:rPr lang="en-US" sz="2400" dirty="0">
                <a:solidFill>
                  <a:srgbClr val="FF0000"/>
                </a:solidFill>
                <a:effectLst>
                  <a:outerShdw blurRad="63500" dir="2700000" algn="tl" rotWithShape="0">
                    <a:prstClr val="white">
                      <a:alpha val="40000"/>
                    </a:prstClr>
                  </a:outerShdw>
                </a:effectLst>
                <a:latin typeface="Arial Unicode MS" pitchFamily="34" charset="-128"/>
                <a:ea typeface="Arial Unicode MS" pitchFamily="34" charset="-128"/>
                <a:cs typeface="Arial Unicode MS" pitchFamily="34" charset="-128"/>
              </a:rPr>
              <a:t>collection of tools </a:t>
            </a:r>
            <a:r>
              <a:rPr lang="en-US" sz="2400" dirty="0">
                <a:solidFill>
                  <a:srgbClr val="E5E5D3">
                    <a:lumMod val="10000"/>
                  </a:srgbClr>
                </a:solidFill>
                <a:effectLst>
                  <a:outerShdw blurRad="63500" dir="2700000" algn="tl" rotWithShape="0">
                    <a:prstClr val="white">
                      <a:alpha val="40000"/>
                    </a:prstClr>
                  </a:outerShdw>
                </a:effectLst>
                <a:latin typeface="Arial Unicode MS" pitchFamily="34" charset="-128"/>
                <a:ea typeface="Arial Unicode MS" pitchFamily="34" charset="-128"/>
                <a:cs typeface="Arial Unicode MS" pitchFamily="34" charset="-128"/>
              </a:rPr>
              <a:t>designed to protect data and to thwart hackers</a:t>
            </a:r>
          </a:p>
          <a:p>
            <a:pPr marL="282575" indent="-282575" fontAlgn="auto">
              <a:spcBef>
                <a:spcPts val="2000"/>
              </a:spcBef>
              <a:spcAft>
                <a:spcPts val="0"/>
              </a:spcAft>
              <a:buFont typeface="Calisto MT" pitchFamily="18" charset="0"/>
              <a:buChar char="•"/>
              <a:defRPr/>
            </a:pPr>
            <a:r>
              <a:rPr lang="en-US" sz="2800" b="1" dirty="0">
                <a:solidFill>
                  <a:srgbClr val="0000CC"/>
                </a:solidFill>
                <a:effectLst>
                  <a:outerShdw blurRad="63500" dir="2700000" algn="tl" rotWithShape="0">
                    <a:prstClr val="white">
                      <a:alpha val="40000"/>
                    </a:prstClr>
                  </a:outerShdw>
                </a:effectLst>
                <a:latin typeface="Arial Unicode MS" pitchFamily="34" charset="-128"/>
                <a:ea typeface="Arial Unicode MS" pitchFamily="34" charset="-128"/>
                <a:cs typeface="Arial Unicode MS" pitchFamily="34" charset="-128"/>
              </a:rPr>
              <a:t>Internet security </a:t>
            </a:r>
            <a:endParaRPr lang="en-US" sz="2800" dirty="0">
              <a:solidFill>
                <a:srgbClr val="E5E5D3">
                  <a:lumMod val="10000"/>
                </a:srgbClr>
              </a:solidFill>
              <a:effectLst>
                <a:outerShdw blurRad="63500" dir="2700000" algn="tl" rotWithShape="0">
                  <a:prstClr val="white">
                    <a:alpha val="40000"/>
                  </a:prstClr>
                </a:outerShdw>
              </a:effectLst>
              <a:latin typeface="Arial Unicode MS" pitchFamily="34" charset="-128"/>
              <a:ea typeface="Arial Unicode MS" pitchFamily="34" charset="-128"/>
              <a:cs typeface="Arial Unicode MS" pitchFamily="34" charset="-128"/>
            </a:endParaRPr>
          </a:p>
          <a:p>
            <a:pPr marL="577850" lvl="1" indent="-295275" fontAlgn="auto">
              <a:spcBef>
                <a:spcPts val="600"/>
              </a:spcBef>
              <a:spcAft>
                <a:spcPts val="0"/>
              </a:spcAft>
              <a:buClr>
                <a:srgbClr val="921F07"/>
              </a:buClr>
              <a:buFont typeface="Calisto MT" pitchFamily="18" charset="0"/>
              <a:buChar char="•"/>
              <a:defRPr/>
            </a:pPr>
            <a:r>
              <a:rPr lang="en-US" sz="2400" dirty="0">
                <a:solidFill>
                  <a:srgbClr val="E5E5D3">
                    <a:lumMod val="10000"/>
                  </a:srgbClr>
                </a:solidFill>
                <a:effectLst>
                  <a:outerShdw blurRad="63500" dir="2700000" algn="tl" rotWithShape="0">
                    <a:prstClr val="white">
                      <a:alpha val="40000"/>
                    </a:prstClr>
                  </a:outerShdw>
                </a:effectLst>
                <a:latin typeface="Arial Unicode MS" pitchFamily="34" charset="-128"/>
                <a:ea typeface="Arial Unicode MS" pitchFamily="34" charset="-128"/>
                <a:cs typeface="Arial Unicode MS" pitchFamily="34" charset="-128"/>
              </a:rPr>
              <a:t>Consists of measures to</a:t>
            </a:r>
            <a:r>
              <a:rPr lang="en-US" sz="2400" dirty="0">
                <a:solidFill>
                  <a:schemeClr val="bg2"/>
                </a:solidFill>
                <a:effectLst>
                  <a:outerShdw blurRad="63500" dir="2700000" algn="tl" rotWithShape="0">
                    <a:prstClr val="white">
                      <a:alpha val="40000"/>
                    </a:prstClr>
                  </a:outerShdw>
                </a:effectLst>
                <a:latin typeface="Arial Unicode MS" pitchFamily="34" charset="-128"/>
                <a:ea typeface="Arial Unicode MS" pitchFamily="34" charset="-128"/>
                <a:cs typeface="Arial Unicode MS" pitchFamily="34" charset="-128"/>
              </a:rPr>
              <a:t>,</a:t>
            </a:r>
            <a:r>
              <a:rPr lang="en-US" sz="2400" dirty="0">
                <a:solidFill>
                  <a:srgbClr val="FF0000"/>
                </a:solidFill>
                <a:effectLst>
                  <a:outerShdw blurRad="63500" dir="2700000" algn="tl" rotWithShape="0">
                    <a:prstClr val="white">
                      <a:alpha val="40000"/>
                    </a:prstClr>
                  </a:outerShdw>
                </a:effectLst>
                <a:latin typeface="Arial Unicode MS" pitchFamily="34" charset="-128"/>
                <a:ea typeface="Arial Unicode MS" pitchFamily="34" charset="-128"/>
                <a:cs typeface="Arial Unicode MS" pitchFamily="34" charset="-128"/>
              </a:rPr>
              <a:t> deter, prevent, detect and correct</a:t>
            </a:r>
            <a:r>
              <a:rPr lang="en-US" sz="2400" dirty="0">
                <a:solidFill>
                  <a:srgbClr val="E5E5D3">
                    <a:lumMod val="10000"/>
                  </a:srgbClr>
                </a:solidFill>
                <a:effectLst>
                  <a:outerShdw blurRad="63500" dir="2700000" algn="tl" rotWithShape="0">
                    <a:prstClr val="white">
                      <a:alpha val="40000"/>
                    </a:prstClr>
                  </a:outerShdw>
                </a:effectLst>
                <a:latin typeface="Arial Unicode MS" pitchFamily="34" charset="-128"/>
                <a:ea typeface="Arial Unicode MS" pitchFamily="34" charset="-128"/>
                <a:cs typeface="Arial Unicode MS" pitchFamily="34" charset="-128"/>
              </a:rPr>
              <a:t> security violations that involve the </a:t>
            </a:r>
            <a:r>
              <a:rPr lang="en-US" sz="2400" b="1" dirty="0">
                <a:solidFill>
                  <a:srgbClr val="C00000"/>
                </a:solidFill>
                <a:effectLst>
                  <a:outerShdw blurRad="63500" dir="2700000" algn="tl" rotWithShape="0">
                    <a:prstClr val="white">
                      <a:alpha val="40000"/>
                    </a:prstClr>
                  </a:outerShdw>
                </a:effectLst>
                <a:latin typeface="Arial Unicode MS" pitchFamily="34" charset="-128"/>
                <a:ea typeface="Arial Unicode MS" pitchFamily="34" charset="-128"/>
                <a:cs typeface="Arial Unicode MS" pitchFamily="34" charset="-128"/>
              </a:rPr>
              <a:t>transmission of information</a:t>
            </a:r>
          </a:p>
        </p:txBody>
      </p:sp>
    </p:spTree>
    <p:extLst>
      <p:ext uri="{BB962C8B-B14F-4D97-AF65-F5344CB8AC3E}">
        <p14:creationId xmlns:p14="http://schemas.microsoft.com/office/powerpoint/2010/main" val="18163707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fld id="{FABDEDBB-3994-4FAF-B410-B5CD78509CFC}" type="slidenum">
              <a:rPr lang="en-US" altLang="tr-TR" sz="1400"/>
              <a:pPr/>
              <a:t>20</a:t>
            </a:fld>
            <a:endParaRPr lang="en-US" altLang="tr-TR" sz="1400"/>
          </a:p>
        </p:txBody>
      </p:sp>
      <p:sp>
        <p:nvSpPr>
          <p:cNvPr id="11267" name="Rectangle 1026"/>
          <p:cNvSpPr>
            <a:spLocks noGrp="1" noChangeArrowheads="1"/>
          </p:cNvSpPr>
          <p:nvPr>
            <p:ph type="title"/>
          </p:nvPr>
        </p:nvSpPr>
        <p:spPr/>
        <p:txBody>
          <a:bodyPr/>
          <a:lstStyle/>
          <a:p>
            <a:pPr eaLnBrk="1" hangingPunct="1"/>
            <a:r>
              <a:rPr lang="en-US" altLang="tr-TR" dirty="0"/>
              <a:t>What security is about in general?</a:t>
            </a:r>
          </a:p>
        </p:txBody>
      </p:sp>
      <p:sp>
        <p:nvSpPr>
          <p:cNvPr id="11268" name="Rectangle 1027"/>
          <p:cNvSpPr>
            <a:spLocks noGrp="1" noChangeArrowheads="1"/>
          </p:cNvSpPr>
          <p:nvPr>
            <p:ph type="body" idx="1"/>
          </p:nvPr>
        </p:nvSpPr>
        <p:spPr>
          <a:xfrm>
            <a:off x="457200" y="1371600"/>
            <a:ext cx="8229600" cy="5257800"/>
          </a:xfrm>
        </p:spPr>
        <p:txBody>
          <a:bodyPr/>
          <a:lstStyle/>
          <a:p>
            <a:pPr eaLnBrk="1" hangingPunct="1">
              <a:lnSpc>
                <a:spcPct val="90000"/>
              </a:lnSpc>
            </a:pPr>
            <a:r>
              <a:rPr lang="en-US" altLang="tr-TR" sz="2800" dirty="0"/>
              <a:t>Security is about protection of assets</a:t>
            </a:r>
          </a:p>
          <a:p>
            <a:pPr lvl="1" eaLnBrk="1" hangingPunct="1">
              <a:lnSpc>
                <a:spcPct val="90000"/>
              </a:lnSpc>
            </a:pPr>
            <a:r>
              <a:rPr lang="en-US" altLang="tr-TR" sz="2400" dirty="0"/>
              <a:t>D. </a:t>
            </a:r>
            <a:r>
              <a:rPr lang="en-US" altLang="tr-TR" sz="2400" dirty="0" err="1"/>
              <a:t>Gollmann</a:t>
            </a:r>
            <a:r>
              <a:rPr lang="en-US" altLang="tr-TR" sz="2400" dirty="0"/>
              <a:t>, Computer Security, Wiley</a:t>
            </a:r>
          </a:p>
          <a:p>
            <a:pPr marL="457200" lvl="1" indent="0" eaLnBrk="1" hangingPunct="1">
              <a:lnSpc>
                <a:spcPct val="90000"/>
              </a:lnSpc>
              <a:buNone/>
            </a:pPr>
            <a:endParaRPr lang="en-US" altLang="tr-TR" sz="2400" dirty="0"/>
          </a:p>
          <a:p>
            <a:pPr marL="457200" lvl="1" indent="0" eaLnBrk="1" hangingPunct="1">
              <a:lnSpc>
                <a:spcPct val="90000"/>
              </a:lnSpc>
              <a:buNone/>
            </a:pPr>
            <a:r>
              <a:rPr lang="en-US" altLang="tr-TR" sz="2800" dirty="0">
                <a:solidFill>
                  <a:srgbClr val="FF0000"/>
                </a:solidFill>
              </a:rPr>
              <a:t>Need</a:t>
            </a:r>
          </a:p>
          <a:p>
            <a:pPr eaLnBrk="1" hangingPunct="1">
              <a:lnSpc>
                <a:spcPct val="90000"/>
              </a:lnSpc>
            </a:pPr>
            <a:r>
              <a:rPr lang="en-US" altLang="tr-TR" sz="2800" dirty="0"/>
              <a:t>Prevention</a:t>
            </a:r>
          </a:p>
          <a:p>
            <a:pPr lvl="1" eaLnBrk="1" hangingPunct="1">
              <a:lnSpc>
                <a:spcPct val="90000"/>
              </a:lnSpc>
            </a:pPr>
            <a:r>
              <a:rPr lang="en-US" altLang="tr-TR" sz="2400" dirty="0"/>
              <a:t>take measures that prevent your assets from being damaged (or stolen)</a:t>
            </a:r>
          </a:p>
          <a:p>
            <a:pPr eaLnBrk="1" hangingPunct="1">
              <a:lnSpc>
                <a:spcPct val="90000"/>
              </a:lnSpc>
            </a:pPr>
            <a:r>
              <a:rPr lang="en-US" altLang="tr-TR" sz="2800" dirty="0"/>
              <a:t>Detection</a:t>
            </a:r>
          </a:p>
          <a:p>
            <a:pPr lvl="1" eaLnBrk="1" hangingPunct="1">
              <a:lnSpc>
                <a:spcPct val="90000"/>
              </a:lnSpc>
            </a:pPr>
            <a:r>
              <a:rPr lang="en-US" altLang="tr-TR" sz="2400" dirty="0"/>
              <a:t>take measures so that you can detect when, how, and by whom an asset has been damaged</a:t>
            </a:r>
          </a:p>
          <a:p>
            <a:pPr eaLnBrk="1" hangingPunct="1">
              <a:lnSpc>
                <a:spcPct val="90000"/>
              </a:lnSpc>
            </a:pPr>
            <a:r>
              <a:rPr lang="en-US" altLang="tr-TR" sz="2800" dirty="0"/>
              <a:t>Reaction</a:t>
            </a:r>
          </a:p>
          <a:p>
            <a:pPr lvl="1" eaLnBrk="1" hangingPunct="1">
              <a:lnSpc>
                <a:spcPct val="90000"/>
              </a:lnSpc>
            </a:pPr>
            <a:r>
              <a:rPr lang="en-US" altLang="tr-TR" sz="2400" dirty="0"/>
              <a:t>take measures so that you can recover your assets</a:t>
            </a:r>
          </a:p>
        </p:txBody>
      </p:sp>
    </p:spTree>
    <p:extLst>
      <p:ext uri="{BB962C8B-B14F-4D97-AF65-F5344CB8AC3E}">
        <p14:creationId xmlns:p14="http://schemas.microsoft.com/office/powerpoint/2010/main" val="30407651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755650" y="457200"/>
            <a:ext cx="8189913" cy="668338"/>
          </a:xfrm>
        </p:spPr>
        <p:txBody>
          <a:bodyPr/>
          <a:lstStyle/>
          <a:p>
            <a:r>
              <a:rPr lang="tr-TR" altLang="tr-TR" sz="3600"/>
              <a:t>Relationships among the security Concepts</a:t>
            </a:r>
          </a:p>
        </p:txBody>
      </p:sp>
      <p:sp>
        <p:nvSpPr>
          <p:cNvPr id="27651"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fld id="{68CAC70C-AB3E-4329-9FD7-E40E88E39A48}" type="slidenum">
              <a:rPr lang="en-US" altLang="tr-TR" sz="1400"/>
              <a:pPr/>
              <a:t>21</a:t>
            </a:fld>
            <a:endParaRPr lang="en-US" altLang="tr-TR" sz="1400"/>
          </a:p>
        </p:txBody>
      </p:sp>
      <p:pic>
        <p:nvPicPr>
          <p:cNvPr id="27652" name="Picture 2"/>
          <p:cNvPicPr>
            <a:picLocks noChangeAspect="1" noChangeArrowheads="1"/>
          </p:cNvPicPr>
          <p:nvPr/>
        </p:nvPicPr>
        <p:blipFill>
          <a:blip r:embed="rId2">
            <a:extLst>
              <a:ext uri="{28A0092B-C50C-407E-A947-70E740481C1C}">
                <a14:useLocalDpi xmlns:a14="http://schemas.microsoft.com/office/drawing/2010/main" val="0"/>
              </a:ext>
            </a:extLst>
          </a:blip>
          <a:srcRect b="13457"/>
          <a:stretch>
            <a:fillRect/>
          </a:stretch>
        </p:blipFill>
        <p:spPr bwMode="auto">
          <a:xfrm>
            <a:off x="685800" y="1371600"/>
            <a:ext cx="7391400" cy="5089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919186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fld id="{17070F1E-9C2E-4FAA-AF06-A4C0D0D61A89}" type="slidenum">
              <a:rPr lang="en-US" altLang="tr-TR" sz="1400"/>
              <a:pPr/>
              <a:t>22</a:t>
            </a:fld>
            <a:endParaRPr lang="en-US" altLang="tr-TR" sz="1400"/>
          </a:p>
        </p:txBody>
      </p:sp>
      <p:sp>
        <p:nvSpPr>
          <p:cNvPr id="13315" name="Rectangle 1026"/>
          <p:cNvSpPr>
            <a:spLocks noGrp="1" noChangeArrowheads="1"/>
          </p:cNvSpPr>
          <p:nvPr>
            <p:ph type="title"/>
          </p:nvPr>
        </p:nvSpPr>
        <p:spPr/>
        <p:txBody>
          <a:bodyPr/>
          <a:lstStyle/>
          <a:p>
            <a:pPr eaLnBrk="1" hangingPunct="1"/>
            <a:r>
              <a:rPr lang="en-US" altLang="tr-TR"/>
              <a:t>Real world example</a:t>
            </a:r>
          </a:p>
        </p:txBody>
      </p:sp>
      <p:sp>
        <p:nvSpPr>
          <p:cNvPr id="66563" name="Rectangle 1027"/>
          <p:cNvSpPr>
            <a:spLocks noGrp="1" noChangeArrowheads="1"/>
          </p:cNvSpPr>
          <p:nvPr>
            <p:ph type="body" idx="1"/>
          </p:nvPr>
        </p:nvSpPr>
        <p:spPr>
          <a:xfrm>
            <a:off x="685800" y="1600200"/>
            <a:ext cx="7772400" cy="4114800"/>
          </a:xfrm>
        </p:spPr>
        <p:txBody>
          <a:bodyPr/>
          <a:lstStyle/>
          <a:p>
            <a:pPr eaLnBrk="1" hangingPunct="1"/>
            <a:r>
              <a:rPr lang="en-US" altLang="tr-TR" sz="2800" dirty="0"/>
              <a:t>Prevention</a:t>
            </a:r>
          </a:p>
          <a:p>
            <a:pPr lvl="1" eaLnBrk="1" hangingPunct="1"/>
            <a:r>
              <a:rPr lang="en-US" altLang="tr-TR" sz="2400" dirty="0"/>
              <a:t>locks at doors, window bars, secure the walls around the property, hire a guard</a:t>
            </a:r>
          </a:p>
          <a:p>
            <a:pPr eaLnBrk="1" hangingPunct="1"/>
            <a:r>
              <a:rPr lang="en-US" altLang="tr-TR" sz="2800" dirty="0"/>
              <a:t>Detection</a:t>
            </a:r>
          </a:p>
          <a:p>
            <a:pPr lvl="1" eaLnBrk="1" hangingPunct="1"/>
            <a:r>
              <a:rPr lang="en-US" altLang="tr-TR" sz="2400" dirty="0"/>
              <a:t>missing items, burglar alarms, closed circuit TV</a:t>
            </a:r>
          </a:p>
          <a:p>
            <a:pPr eaLnBrk="1" hangingPunct="1"/>
            <a:r>
              <a:rPr lang="en-US" altLang="tr-TR" sz="2800" dirty="0"/>
              <a:t>Reaction</a:t>
            </a:r>
          </a:p>
          <a:p>
            <a:pPr lvl="1" eaLnBrk="1" hangingPunct="1"/>
            <a:r>
              <a:rPr lang="en-US" altLang="tr-TR" sz="2400" dirty="0"/>
              <a:t>attack on burglar (not recommended </a:t>
            </a:r>
            <a:r>
              <a:rPr lang="en-US" altLang="tr-TR" sz="2400" dirty="0">
                <a:sym typeface="Wingdings" pitchFamily="2" charset="2"/>
              </a:rPr>
              <a:t>)</a:t>
            </a:r>
            <a:r>
              <a:rPr lang="en-US" altLang="tr-TR" sz="2400" dirty="0"/>
              <a:t>, call the police, replace stolen items, make an insurance claim</a:t>
            </a:r>
          </a:p>
        </p:txBody>
      </p:sp>
    </p:spTree>
    <p:extLst>
      <p:ext uri="{BB962C8B-B14F-4D97-AF65-F5344CB8AC3E}">
        <p14:creationId xmlns:p14="http://schemas.microsoft.com/office/powerpoint/2010/main" val="20318921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656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656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6656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6656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6656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6656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build="p" bldLvl="2"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fld id="{0405133F-F908-4E93-835E-818B2FC08D96}" type="slidenum">
              <a:rPr lang="en-US" altLang="tr-TR" sz="1400"/>
              <a:pPr/>
              <a:t>23</a:t>
            </a:fld>
            <a:endParaRPr lang="en-US" altLang="tr-TR" sz="1400"/>
          </a:p>
        </p:txBody>
      </p:sp>
      <p:sp>
        <p:nvSpPr>
          <p:cNvPr id="17411" name="Rectangle 2"/>
          <p:cNvSpPr>
            <a:spLocks noGrp="1" noChangeArrowheads="1"/>
          </p:cNvSpPr>
          <p:nvPr>
            <p:ph type="title"/>
          </p:nvPr>
        </p:nvSpPr>
        <p:spPr>
          <a:xfrm>
            <a:off x="142875" y="228600"/>
            <a:ext cx="8786812" cy="1143000"/>
          </a:xfrm>
        </p:spPr>
        <p:txBody>
          <a:bodyPr/>
          <a:lstStyle/>
          <a:p>
            <a:pPr eaLnBrk="1" hangingPunct="1"/>
            <a:r>
              <a:rPr lang="en-US" altLang="tr-TR" dirty="0"/>
              <a:t>Information security in past &amp; present</a:t>
            </a:r>
          </a:p>
        </p:txBody>
      </p:sp>
      <p:sp>
        <p:nvSpPr>
          <p:cNvPr id="17412" name="Rectangle 3"/>
          <p:cNvSpPr>
            <a:spLocks noGrp="1" noChangeArrowheads="1"/>
          </p:cNvSpPr>
          <p:nvPr>
            <p:ph type="body" idx="1"/>
          </p:nvPr>
        </p:nvSpPr>
        <p:spPr>
          <a:xfrm>
            <a:off x="585788" y="1371600"/>
            <a:ext cx="7772400" cy="4114800"/>
          </a:xfrm>
        </p:spPr>
        <p:txBody>
          <a:bodyPr/>
          <a:lstStyle/>
          <a:p>
            <a:pPr eaLnBrk="1" hangingPunct="1">
              <a:lnSpc>
                <a:spcPct val="90000"/>
              </a:lnSpc>
            </a:pPr>
            <a:r>
              <a:rPr lang="en-US" altLang="tr-TR" sz="2800" dirty="0"/>
              <a:t>Traditional Information Security</a:t>
            </a:r>
          </a:p>
          <a:p>
            <a:pPr lvl="1" eaLnBrk="1" hangingPunct="1">
              <a:lnSpc>
                <a:spcPct val="90000"/>
              </a:lnSpc>
            </a:pPr>
            <a:r>
              <a:rPr lang="en-US" altLang="tr-TR" sz="2400" dirty="0"/>
              <a:t>keep the cabinets locked</a:t>
            </a:r>
          </a:p>
          <a:p>
            <a:pPr lvl="1" eaLnBrk="1" hangingPunct="1">
              <a:lnSpc>
                <a:spcPct val="90000"/>
              </a:lnSpc>
            </a:pPr>
            <a:r>
              <a:rPr lang="en-US" altLang="tr-TR" sz="2400" dirty="0"/>
              <a:t>put them in a secure room</a:t>
            </a:r>
          </a:p>
          <a:p>
            <a:pPr lvl="1" eaLnBrk="1" hangingPunct="1">
              <a:lnSpc>
                <a:spcPct val="90000"/>
              </a:lnSpc>
            </a:pPr>
            <a:r>
              <a:rPr lang="en-US" altLang="tr-TR" sz="2400" dirty="0"/>
              <a:t>human guards</a:t>
            </a:r>
          </a:p>
          <a:p>
            <a:pPr lvl="1" eaLnBrk="1" hangingPunct="1">
              <a:lnSpc>
                <a:spcPct val="90000"/>
              </a:lnSpc>
            </a:pPr>
            <a:r>
              <a:rPr lang="en-US" altLang="tr-TR" sz="2400" dirty="0"/>
              <a:t>electronic surveillance systems</a:t>
            </a:r>
          </a:p>
          <a:p>
            <a:pPr lvl="1" eaLnBrk="1" hangingPunct="1">
              <a:lnSpc>
                <a:spcPct val="90000"/>
              </a:lnSpc>
            </a:pPr>
            <a:r>
              <a:rPr lang="en-US" altLang="tr-TR" sz="2400" dirty="0"/>
              <a:t>in general: physical and administrative mechanisms</a:t>
            </a:r>
          </a:p>
          <a:p>
            <a:pPr eaLnBrk="1" hangingPunct="1">
              <a:lnSpc>
                <a:spcPct val="90000"/>
              </a:lnSpc>
            </a:pPr>
            <a:r>
              <a:rPr lang="en-US" altLang="tr-TR" sz="2800" dirty="0"/>
              <a:t>Modern World</a:t>
            </a:r>
          </a:p>
          <a:p>
            <a:pPr lvl="1" eaLnBrk="1" hangingPunct="1">
              <a:lnSpc>
                <a:spcPct val="90000"/>
              </a:lnSpc>
            </a:pPr>
            <a:r>
              <a:rPr lang="en-US" altLang="tr-TR" sz="2400" dirty="0"/>
              <a:t>Data are in computers</a:t>
            </a:r>
          </a:p>
          <a:p>
            <a:pPr lvl="1" eaLnBrk="1" hangingPunct="1">
              <a:lnSpc>
                <a:spcPct val="90000"/>
              </a:lnSpc>
            </a:pPr>
            <a:r>
              <a:rPr lang="en-US" altLang="tr-TR" sz="2400" dirty="0"/>
              <a:t>Computers are interconnected</a:t>
            </a:r>
          </a:p>
        </p:txBody>
      </p:sp>
      <p:sp>
        <p:nvSpPr>
          <p:cNvPr id="21508" name="Text Box 4"/>
          <p:cNvSpPr txBox="1">
            <a:spLocks noChangeArrowheads="1"/>
          </p:cNvSpPr>
          <p:nvPr/>
        </p:nvSpPr>
        <p:spPr bwMode="auto">
          <a:xfrm>
            <a:off x="533400" y="5638800"/>
            <a:ext cx="7643813" cy="867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defRPr>
            </a:lvl1pPr>
            <a:lvl2pPr marL="457200">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lvl="1" eaLnBrk="1" hangingPunct="1">
              <a:lnSpc>
                <a:spcPct val="90000"/>
              </a:lnSpc>
              <a:spcBef>
                <a:spcPct val="20000"/>
              </a:spcBef>
            </a:pPr>
            <a:r>
              <a:rPr lang="en-US" altLang="tr-TR" b="1" dirty="0">
                <a:solidFill>
                  <a:srgbClr val="FF0000"/>
                </a:solidFill>
              </a:rPr>
              <a:t>Data/ Computer and Network Security-&gt; Cyber Security</a:t>
            </a:r>
            <a:endParaRPr lang="en-US" altLang="tr-TR" b="1" dirty="0">
              <a:latin typeface="Times New Roman" pitchFamily="18" charset="0"/>
            </a:endParaRPr>
          </a:p>
        </p:txBody>
      </p:sp>
    </p:spTree>
    <p:extLst>
      <p:ext uri="{BB962C8B-B14F-4D97-AF65-F5344CB8AC3E}">
        <p14:creationId xmlns:p14="http://schemas.microsoft.com/office/powerpoint/2010/main" val="40747347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21508"/>
                                        </p:tgtEl>
                                        <p:attrNameLst>
                                          <p:attrName>style.visibility</p:attrName>
                                        </p:attrNameLst>
                                      </p:cBhvr>
                                      <p:to>
                                        <p:strVal val="visible"/>
                                      </p:to>
                                    </p:set>
                                    <p:anim calcmode="lin" valueType="num">
                                      <p:cBhvr>
                                        <p:cTn id="7" dur="500" fill="hold"/>
                                        <p:tgtEl>
                                          <p:spTgt spid="21508"/>
                                        </p:tgtEl>
                                        <p:attrNameLst>
                                          <p:attrName>ppt_w</p:attrName>
                                        </p:attrNameLst>
                                      </p:cBhvr>
                                      <p:tavLst>
                                        <p:tav tm="0">
                                          <p:val>
                                            <p:strVal val="4*#ppt_w"/>
                                          </p:val>
                                        </p:tav>
                                        <p:tav tm="100000">
                                          <p:val>
                                            <p:strVal val="#ppt_w"/>
                                          </p:val>
                                        </p:tav>
                                      </p:tavLst>
                                    </p:anim>
                                    <p:anim calcmode="lin" valueType="num">
                                      <p:cBhvr>
                                        <p:cTn id="8" dur="500" fill="hold"/>
                                        <p:tgtEl>
                                          <p:spTgt spid="21508"/>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8"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5638800" y="1676400"/>
            <a:ext cx="3289074" cy="2867025"/>
          </a:xfrm>
          <a:prstGeom prst="rect">
            <a:avLst/>
          </a:prstGeom>
        </p:spPr>
      </p:pic>
      <p:sp>
        <p:nvSpPr>
          <p:cNvPr id="1741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fld id="{0405133F-F908-4E93-835E-818B2FC08D96}" type="slidenum">
              <a:rPr lang="en-US" altLang="tr-TR" sz="1400"/>
              <a:pPr/>
              <a:t>24</a:t>
            </a:fld>
            <a:endParaRPr lang="en-US" altLang="tr-TR" sz="1400"/>
          </a:p>
        </p:txBody>
      </p:sp>
      <p:sp>
        <p:nvSpPr>
          <p:cNvPr id="17411" name="Rectangle 2"/>
          <p:cNvSpPr>
            <a:spLocks noGrp="1" noChangeArrowheads="1"/>
          </p:cNvSpPr>
          <p:nvPr>
            <p:ph type="title"/>
          </p:nvPr>
        </p:nvSpPr>
        <p:spPr>
          <a:xfrm>
            <a:off x="142875" y="228600"/>
            <a:ext cx="8786812" cy="1143000"/>
          </a:xfrm>
        </p:spPr>
        <p:txBody>
          <a:bodyPr/>
          <a:lstStyle/>
          <a:p>
            <a:pPr eaLnBrk="1" hangingPunct="1"/>
            <a:r>
              <a:rPr lang="en-US" altLang="tr-TR" dirty="0"/>
              <a:t>Definition</a:t>
            </a:r>
          </a:p>
        </p:txBody>
      </p:sp>
      <p:sp>
        <p:nvSpPr>
          <p:cNvPr id="17412" name="Rectangle 3"/>
          <p:cNvSpPr>
            <a:spLocks noGrp="1" noChangeArrowheads="1"/>
          </p:cNvSpPr>
          <p:nvPr>
            <p:ph type="body" idx="1"/>
          </p:nvPr>
        </p:nvSpPr>
        <p:spPr>
          <a:xfrm>
            <a:off x="585788" y="1371600"/>
            <a:ext cx="7772400" cy="4114800"/>
          </a:xfrm>
        </p:spPr>
        <p:txBody>
          <a:bodyPr/>
          <a:lstStyle/>
          <a:p>
            <a:pPr marL="0" indent="0" algn="just" eaLnBrk="1" hangingPunct="1">
              <a:lnSpc>
                <a:spcPct val="90000"/>
              </a:lnSpc>
              <a:buNone/>
            </a:pPr>
            <a:r>
              <a:rPr lang="en-US" altLang="tr-TR" sz="2400" dirty="0"/>
              <a:t>Cyber space: </a:t>
            </a:r>
            <a:r>
              <a:rPr lang="en-GB" dirty="0">
                <a:solidFill>
                  <a:schemeClr val="tx1"/>
                </a:solidFill>
              </a:rPr>
              <a:t>Cyberspace is "the environment in which communication over computer networks occurs.“</a:t>
            </a:r>
          </a:p>
          <a:p>
            <a:pPr algn="just" eaLnBrk="1" hangingPunct="1">
              <a:lnSpc>
                <a:spcPct val="90000"/>
              </a:lnSpc>
            </a:pPr>
            <a:endParaRPr lang="en-GB" altLang="tr-TR" sz="2400" dirty="0">
              <a:solidFill>
                <a:schemeClr val="tx1"/>
              </a:solidFill>
            </a:endParaRPr>
          </a:p>
          <a:p>
            <a:pPr marL="0" indent="0" algn="just" eaLnBrk="1" hangingPunct="1">
              <a:lnSpc>
                <a:spcPct val="90000"/>
              </a:lnSpc>
              <a:buNone/>
            </a:pPr>
            <a:r>
              <a:rPr lang="en-GB" dirty="0">
                <a:solidFill>
                  <a:schemeClr val="tx1"/>
                </a:solidFill>
              </a:rPr>
              <a:t>And almost everybody in one way or the other is connected to it</a:t>
            </a:r>
          </a:p>
          <a:p>
            <a:pPr marL="0" indent="0" algn="just" eaLnBrk="1" hangingPunct="1">
              <a:lnSpc>
                <a:spcPct val="90000"/>
              </a:lnSpc>
              <a:buNone/>
            </a:pPr>
            <a:endParaRPr lang="en-US" altLang="tr-TR" sz="2400" dirty="0">
              <a:solidFill>
                <a:schemeClr val="tx1"/>
              </a:solidFill>
            </a:endParaRPr>
          </a:p>
          <a:p>
            <a:pPr marL="0" indent="0" algn="just" eaLnBrk="1" hangingPunct="1">
              <a:lnSpc>
                <a:spcPct val="90000"/>
              </a:lnSpc>
              <a:buNone/>
            </a:pPr>
            <a:r>
              <a:rPr lang="en-GB" altLang="tr-TR" dirty="0"/>
              <a:t>Cyber security: </a:t>
            </a:r>
            <a:r>
              <a:rPr lang="en-GB" altLang="tr-TR" dirty="0">
                <a:solidFill>
                  <a:schemeClr val="tx1"/>
                </a:solidFill>
              </a:rPr>
              <a:t>also referred to as information technology security, focuses on protecting computers, networks, programs and data from unintended or unauthorized access, change or destruction</a:t>
            </a:r>
            <a:r>
              <a:rPr lang="en-GB" altLang="tr-TR" dirty="0"/>
              <a:t>.</a:t>
            </a:r>
          </a:p>
          <a:p>
            <a:pPr marL="0" indent="0" algn="just" eaLnBrk="1" hangingPunct="1">
              <a:lnSpc>
                <a:spcPct val="90000"/>
              </a:lnSpc>
              <a:buNone/>
            </a:pPr>
            <a:endParaRPr lang="en-US" altLang="tr-TR" sz="2400" dirty="0"/>
          </a:p>
        </p:txBody>
      </p:sp>
      <p:sp>
        <p:nvSpPr>
          <p:cNvPr id="3" name="Rectangle 2"/>
          <p:cNvSpPr/>
          <p:nvPr/>
        </p:nvSpPr>
        <p:spPr>
          <a:xfrm>
            <a:off x="685800" y="5562600"/>
            <a:ext cx="7924800" cy="923330"/>
          </a:xfrm>
          <a:prstGeom prst="rect">
            <a:avLst/>
          </a:prstGeom>
        </p:spPr>
        <p:txBody>
          <a:bodyPr wrap="square">
            <a:spAutoFit/>
          </a:bodyPr>
          <a:lstStyle/>
          <a:p>
            <a:r>
              <a:rPr lang="en-GB" dirty="0"/>
              <a:t>https://www.itu.int/en/ITU-D/Cybersecurity/Documents/Introduction%20to%20the%20Concept%20of%20IT%20Security.pdf</a:t>
            </a:r>
          </a:p>
        </p:txBody>
      </p:sp>
    </p:spTree>
    <p:extLst>
      <p:ext uri="{BB962C8B-B14F-4D97-AF65-F5344CB8AC3E}">
        <p14:creationId xmlns:p14="http://schemas.microsoft.com/office/powerpoint/2010/main" val="1505127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fld id="{0405133F-F908-4E93-835E-818B2FC08D96}" type="slidenum">
              <a:rPr lang="en-US" altLang="tr-TR" sz="1400"/>
              <a:pPr/>
              <a:t>25</a:t>
            </a:fld>
            <a:endParaRPr lang="en-US" altLang="tr-TR" sz="1400"/>
          </a:p>
        </p:txBody>
      </p:sp>
      <p:sp>
        <p:nvSpPr>
          <p:cNvPr id="17411" name="Rectangle 2"/>
          <p:cNvSpPr>
            <a:spLocks noGrp="1" noChangeArrowheads="1"/>
          </p:cNvSpPr>
          <p:nvPr>
            <p:ph type="title"/>
          </p:nvPr>
        </p:nvSpPr>
        <p:spPr>
          <a:xfrm>
            <a:off x="142875" y="228600"/>
            <a:ext cx="8786812" cy="1143000"/>
          </a:xfrm>
        </p:spPr>
        <p:txBody>
          <a:bodyPr/>
          <a:lstStyle/>
          <a:p>
            <a:pPr eaLnBrk="1" hangingPunct="1"/>
            <a:r>
              <a:rPr lang="en-US" altLang="tr-TR" dirty="0"/>
              <a:t>Definition</a:t>
            </a:r>
          </a:p>
        </p:txBody>
      </p:sp>
      <p:sp>
        <p:nvSpPr>
          <p:cNvPr id="4" name="Content Placeholder 3"/>
          <p:cNvSpPr>
            <a:spLocks noGrp="1"/>
          </p:cNvSpPr>
          <p:nvPr>
            <p:ph idx="1"/>
          </p:nvPr>
        </p:nvSpPr>
        <p:spPr>
          <a:xfrm>
            <a:off x="762000" y="5410200"/>
            <a:ext cx="8229600" cy="685800"/>
          </a:xfrm>
        </p:spPr>
        <p:txBody>
          <a:bodyPr/>
          <a:lstStyle/>
          <a:p>
            <a:r>
              <a:rPr lang="en-GB" dirty="0"/>
              <a:t>https://link.springer.com/article/10.1007/s10669-013-9484-z</a:t>
            </a:r>
          </a:p>
        </p:txBody>
      </p:sp>
      <p:sp>
        <p:nvSpPr>
          <p:cNvPr id="5" name="Rectangle 4"/>
          <p:cNvSpPr/>
          <p:nvPr/>
        </p:nvSpPr>
        <p:spPr>
          <a:xfrm>
            <a:off x="381000" y="1143000"/>
            <a:ext cx="8458200" cy="369332"/>
          </a:xfrm>
          <a:prstGeom prst="rect">
            <a:avLst/>
          </a:prstGeom>
        </p:spPr>
        <p:txBody>
          <a:bodyPr wrap="square">
            <a:spAutoFit/>
          </a:bodyPr>
          <a:lstStyle/>
          <a:p>
            <a:r>
              <a:rPr lang="en-GB" dirty="0"/>
              <a:t>Four domains of cybersecurity: a risk-based systems approach to cyber decisions</a:t>
            </a:r>
          </a:p>
        </p:txBody>
      </p:sp>
    </p:spTree>
    <p:extLst>
      <p:ext uri="{BB962C8B-B14F-4D97-AF65-F5344CB8AC3E}">
        <p14:creationId xmlns:p14="http://schemas.microsoft.com/office/powerpoint/2010/main" val="9146015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fld id="{30EBB9E2-F089-4901-902E-1EF7556C2640}" type="slidenum">
              <a:rPr lang="en-US" altLang="tr-TR" sz="1400"/>
              <a:pPr/>
              <a:t>26</a:t>
            </a:fld>
            <a:endParaRPr lang="en-US" altLang="tr-TR" sz="1400"/>
          </a:p>
        </p:txBody>
      </p:sp>
      <p:sp>
        <p:nvSpPr>
          <p:cNvPr id="28675" name="Rectangle 2"/>
          <p:cNvSpPr>
            <a:spLocks noGrp="1" noChangeArrowheads="1"/>
          </p:cNvSpPr>
          <p:nvPr>
            <p:ph type="title"/>
          </p:nvPr>
        </p:nvSpPr>
        <p:spPr>
          <a:xfrm>
            <a:off x="971550" y="260350"/>
            <a:ext cx="6408738" cy="647700"/>
          </a:xfrm>
        </p:spPr>
        <p:txBody>
          <a:bodyPr/>
          <a:lstStyle/>
          <a:p>
            <a:pPr algn="r" eaLnBrk="1" hangingPunct="1"/>
            <a:r>
              <a:rPr lang="en-US" altLang="tr-TR"/>
              <a:t>Security Trends</a:t>
            </a:r>
          </a:p>
        </p:txBody>
      </p:sp>
      <p:pic>
        <p:nvPicPr>
          <p:cNvPr id="28676" name="Picture 2" descr="http://www.timlaytoncybersecurity.com/wp-content/uploads/2012/03/CERT-Attack-Sophistication-1024x79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750" y="998538"/>
            <a:ext cx="8064500" cy="568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7" name="AutoShape 10"/>
          <p:cNvSpPr>
            <a:spLocks noChangeArrowheads="1"/>
          </p:cNvSpPr>
          <p:nvPr/>
        </p:nvSpPr>
        <p:spPr bwMode="auto">
          <a:xfrm>
            <a:off x="666750" y="668338"/>
            <a:ext cx="2879725" cy="541337"/>
          </a:xfrm>
          <a:prstGeom prst="wedgeRoundRectCallout">
            <a:avLst>
              <a:gd name="adj1" fmla="val -27444"/>
              <a:gd name="adj2" fmla="val 162796"/>
              <a:gd name="adj3" fmla="val 16667"/>
            </a:avLst>
          </a:prstGeom>
          <a:solidFill>
            <a:schemeClr val="bg1"/>
          </a:solidFill>
          <a:ln w="9525">
            <a:solidFill>
              <a:schemeClr val="tx1"/>
            </a:solidFill>
            <a:miter lim="800000"/>
            <a:headEnd/>
            <a:tailEnd/>
          </a:ln>
        </p:spPr>
        <p:txBody>
          <a:bodyPr/>
          <a:lstStyle/>
          <a:p>
            <a:pPr algn="ctr" eaLnBrk="1" hangingPunct="1"/>
            <a:r>
              <a:rPr lang="en-US" altLang="tr-TR" sz="1400">
                <a:latin typeface="Arial" pitchFamily="34" charset="0"/>
              </a:rPr>
              <a:t>Skill and knowledge required to mount an attack</a:t>
            </a:r>
          </a:p>
        </p:txBody>
      </p:sp>
    </p:spTree>
    <p:extLst>
      <p:ext uri="{BB962C8B-B14F-4D97-AF65-F5344CB8AC3E}">
        <p14:creationId xmlns:p14="http://schemas.microsoft.com/office/powerpoint/2010/main" val="38680476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957263" y="333375"/>
            <a:ext cx="7772400" cy="1143000"/>
          </a:xfrm>
        </p:spPr>
        <p:txBody>
          <a:bodyPr/>
          <a:lstStyle/>
          <a:p>
            <a:r>
              <a:rPr lang="en-US" altLang="en-US" dirty="0"/>
              <a:t>The global average cost of cyber crime/attacks</a:t>
            </a:r>
          </a:p>
        </p:txBody>
      </p:sp>
      <p:sp>
        <p:nvSpPr>
          <p:cNvPr id="3072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fld id="{62D24EC8-C493-4473-998C-2BAC5B352841}" type="slidenum">
              <a:rPr lang="en-US" altLang="tr-TR" sz="1400"/>
              <a:pPr/>
              <a:t>27</a:t>
            </a:fld>
            <a:endParaRPr lang="en-US" altLang="tr-TR" sz="1400"/>
          </a:p>
        </p:txBody>
      </p:sp>
      <p:sp>
        <p:nvSpPr>
          <p:cNvPr id="30726" name="Rectangle 6"/>
          <p:cNvSpPr>
            <a:spLocks noChangeArrowheads="1"/>
          </p:cNvSpPr>
          <p:nvPr/>
        </p:nvSpPr>
        <p:spPr bwMode="auto">
          <a:xfrm>
            <a:off x="7123113" y="1363663"/>
            <a:ext cx="182245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altLang="en-US" dirty="0">
                <a:latin typeface="Graphik-Black"/>
              </a:rPr>
              <a:t>2018 Cost of Cyber Crime Study by Accenture*</a:t>
            </a:r>
            <a:endParaRPr lang="en-US" altLang="en-US" dirty="0"/>
          </a:p>
        </p:txBody>
      </p:sp>
      <p:sp>
        <p:nvSpPr>
          <p:cNvPr id="30728" name="Rectangle 8"/>
          <p:cNvSpPr>
            <a:spLocks noChangeArrowheads="1"/>
          </p:cNvSpPr>
          <p:nvPr/>
        </p:nvSpPr>
        <p:spPr bwMode="auto">
          <a:xfrm>
            <a:off x="7123113" y="3303588"/>
            <a:ext cx="1822450"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altLang="en-US">
                <a:latin typeface="Graphik-Black"/>
              </a:rPr>
              <a:t>Steeper increasing trend in the recent years </a:t>
            </a:r>
            <a:endParaRPr lang="en-US" altLang="en-US"/>
          </a:p>
        </p:txBody>
      </p:sp>
      <p:pic>
        <p:nvPicPr>
          <p:cNvPr id="2" name="Picture 1"/>
          <p:cNvPicPr>
            <a:picLocks noChangeAspect="1"/>
          </p:cNvPicPr>
          <p:nvPr/>
        </p:nvPicPr>
        <p:blipFill>
          <a:blip r:embed="rId3"/>
          <a:stretch>
            <a:fillRect/>
          </a:stretch>
        </p:blipFill>
        <p:spPr>
          <a:xfrm>
            <a:off x="685800" y="1600200"/>
            <a:ext cx="5857875" cy="3619500"/>
          </a:xfrm>
          <a:prstGeom prst="rect">
            <a:avLst/>
          </a:prstGeom>
        </p:spPr>
      </p:pic>
      <p:sp>
        <p:nvSpPr>
          <p:cNvPr id="3" name="Rectangle 2"/>
          <p:cNvSpPr/>
          <p:nvPr/>
        </p:nvSpPr>
        <p:spPr>
          <a:xfrm>
            <a:off x="838200" y="5715000"/>
            <a:ext cx="4572000" cy="646331"/>
          </a:xfrm>
          <a:prstGeom prst="rect">
            <a:avLst/>
          </a:prstGeom>
        </p:spPr>
        <p:txBody>
          <a:bodyPr>
            <a:spAutoFit/>
          </a:bodyPr>
          <a:lstStyle/>
          <a:p>
            <a:r>
              <a:rPr lang="en-GB" dirty="0">
                <a:hlinkClick r:id="rId4"/>
              </a:rPr>
              <a:t>https://www.accenture.com/us-en/insights/security/cost-cybercrime-study</a:t>
            </a:r>
            <a:endParaRPr lang="en-GB" dirty="0"/>
          </a:p>
        </p:txBody>
      </p:sp>
    </p:spTree>
    <p:extLst>
      <p:ext uri="{BB962C8B-B14F-4D97-AF65-F5344CB8AC3E}">
        <p14:creationId xmlns:p14="http://schemas.microsoft.com/office/powerpoint/2010/main" val="4215586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971550" y="207963"/>
            <a:ext cx="7772400" cy="463550"/>
          </a:xfrm>
        </p:spPr>
        <p:txBody>
          <a:bodyPr/>
          <a:lstStyle/>
          <a:p>
            <a:r>
              <a:rPr lang="en-US" altLang="en-US" sz="3600"/>
              <a:t>Types of cyber attacks experienced</a:t>
            </a:r>
          </a:p>
        </p:txBody>
      </p:sp>
      <p:sp>
        <p:nvSpPr>
          <p:cNvPr id="3891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fld id="{771616BE-6685-471E-8EE9-A9F185F63FFE}" type="slidenum">
              <a:rPr lang="en-US" altLang="tr-TR" sz="1400"/>
              <a:pPr/>
              <a:t>28</a:t>
            </a:fld>
            <a:endParaRPr lang="en-US" altLang="tr-TR" sz="1400"/>
          </a:p>
        </p:txBody>
      </p:sp>
      <p:sp>
        <p:nvSpPr>
          <p:cNvPr id="38917" name="Rectangle 6"/>
          <p:cNvSpPr>
            <a:spLocks noChangeArrowheads="1"/>
          </p:cNvSpPr>
          <p:nvPr/>
        </p:nvSpPr>
        <p:spPr bwMode="auto">
          <a:xfrm>
            <a:off x="6855619" y="1431925"/>
            <a:ext cx="182245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altLang="en-US" dirty="0">
                <a:latin typeface="Graphik-Black"/>
              </a:rPr>
              <a:t>2018 Cost of Cyber Crime Study by Accenture*</a:t>
            </a:r>
            <a:endParaRPr lang="en-US" altLang="en-US" dirty="0"/>
          </a:p>
        </p:txBody>
      </p:sp>
      <p:pic>
        <p:nvPicPr>
          <p:cNvPr id="3" name="Picture 2"/>
          <p:cNvPicPr>
            <a:picLocks noChangeAspect="1"/>
          </p:cNvPicPr>
          <p:nvPr/>
        </p:nvPicPr>
        <p:blipFill>
          <a:blip r:embed="rId3"/>
          <a:stretch>
            <a:fillRect/>
          </a:stretch>
        </p:blipFill>
        <p:spPr>
          <a:xfrm>
            <a:off x="762000" y="1066800"/>
            <a:ext cx="5419725" cy="4133850"/>
          </a:xfrm>
          <a:prstGeom prst="rect">
            <a:avLst/>
          </a:prstGeom>
        </p:spPr>
      </p:pic>
      <p:pic>
        <p:nvPicPr>
          <p:cNvPr id="4" name="Picture 3"/>
          <p:cNvPicPr>
            <a:picLocks noChangeAspect="1"/>
          </p:cNvPicPr>
          <p:nvPr/>
        </p:nvPicPr>
        <p:blipFill>
          <a:blip r:embed="rId4"/>
          <a:stretch>
            <a:fillRect/>
          </a:stretch>
        </p:blipFill>
        <p:spPr>
          <a:xfrm>
            <a:off x="6324600" y="4876800"/>
            <a:ext cx="2318238" cy="533400"/>
          </a:xfrm>
          <a:prstGeom prst="rect">
            <a:avLst/>
          </a:prstGeom>
        </p:spPr>
      </p:pic>
      <p:sp>
        <p:nvSpPr>
          <p:cNvPr id="13" name="Rectangle 12"/>
          <p:cNvSpPr/>
          <p:nvPr/>
        </p:nvSpPr>
        <p:spPr>
          <a:xfrm>
            <a:off x="838200" y="5715000"/>
            <a:ext cx="4572000" cy="646331"/>
          </a:xfrm>
          <a:prstGeom prst="rect">
            <a:avLst/>
          </a:prstGeom>
        </p:spPr>
        <p:txBody>
          <a:bodyPr>
            <a:spAutoFit/>
          </a:bodyPr>
          <a:lstStyle/>
          <a:p>
            <a:r>
              <a:rPr lang="en-GB" dirty="0">
                <a:hlinkClick r:id="rId5"/>
              </a:rPr>
              <a:t>https://www.accenture.com/us-en/insights/security/cost-cybercrime-study</a:t>
            </a:r>
            <a:endParaRPr lang="en-GB" dirty="0"/>
          </a:p>
        </p:txBody>
      </p:sp>
    </p:spTree>
    <p:extLst>
      <p:ext uri="{BB962C8B-B14F-4D97-AF65-F5344CB8AC3E}">
        <p14:creationId xmlns:p14="http://schemas.microsoft.com/office/powerpoint/2010/main" val="21544673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idx="4294967295"/>
          </p:nvPr>
        </p:nvSpPr>
        <p:spPr>
          <a:xfrm>
            <a:off x="2514600" y="304800"/>
            <a:ext cx="3962400" cy="793750"/>
          </a:xfrm>
          <a:prstGeom prst="rect">
            <a:avLst/>
          </a:prstGeom>
        </p:spPr>
        <p:txBody>
          <a:bodyPr/>
          <a:lstStyle/>
          <a:p>
            <a:pPr eaLnBrk="1" fontAlgn="auto" hangingPunct="1">
              <a:spcAft>
                <a:spcPts val="0"/>
              </a:spcAft>
              <a:defRPr/>
            </a:pPr>
            <a:r>
              <a:rPr lang="en-US" dirty="0"/>
              <a:t>Computer Security</a:t>
            </a:r>
            <a:endParaRPr lang="en-AU" dirty="0"/>
          </a:p>
        </p:txBody>
      </p:sp>
      <p:sp>
        <p:nvSpPr>
          <p:cNvPr id="5" name="Content Placeholder 4"/>
          <p:cNvSpPr>
            <a:spLocks noGrp="1"/>
          </p:cNvSpPr>
          <p:nvPr>
            <p:ph idx="4294967295"/>
          </p:nvPr>
        </p:nvSpPr>
        <p:spPr>
          <a:xfrm>
            <a:off x="4876800" y="1752600"/>
            <a:ext cx="3959225" cy="4267200"/>
          </a:xfrm>
          <a:prstGeom prst="rect">
            <a:avLst/>
          </a:prstGeom>
        </p:spPr>
        <p:txBody>
          <a:bodyPr/>
          <a:lstStyle/>
          <a:p>
            <a:pPr eaLnBrk="1" fontAlgn="auto" hangingPunct="1">
              <a:spcAft>
                <a:spcPts val="0"/>
              </a:spcAft>
              <a:buFont typeface="Calisto MT" pitchFamily="18" charset="0"/>
              <a:buNone/>
              <a:defRPr/>
            </a:pPr>
            <a:r>
              <a:rPr lang="en-US" sz="2000" dirty="0">
                <a:solidFill>
                  <a:schemeClr val="tx2">
                    <a:lumMod val="10000"/>
                  </a:schemeClr>
                </a:solidFill>
              </a:rPr>
              <a:t>   </a:t>
            </a:r>
            <a:r>
              <a:rPr lang="en-US" sz="2000" b="1" dirty="0">
                <a:solidFill>
                  <a:schemeClr val="tx2">
                    <a:lumMod val="10000"/>
                  </a:schemeClr>
                </a:solidFill>
              </a:rPr>
              <a:t>“The </a:t>
            </a:r>
            <a:r>
              <a:rPr lang="en-US" sz="2000" b="1" dirty="0">
                <a:solidFill>
                  <a:srgbClr val="FF0000"/>
                </a:solidFill>
              </a:rPr>
              <a:t>protection</a:t>
            </a:r>
            <a:r>
              <a:rPr lang="en-US" sz="2000" b="1" dirty="0">
                <a:solidFill>
                  <a:schemeClr val="tx2">
                    <a:lumMod val="10000"/>
                  </a:schemeClr>
                </a:solidFill>
              </a:rPr>
              <a:t> afforded to an automated information system in order to attain the applicable objectives of preserving the </a:t>
            </a:r>
            <a:r>
              <a:rPr lang="en-US" sz="2000" b="1" dirty="0">
                <a:solidFill>
                  <a:srgbClr val="0000FF"/>
                </a:solidFill>
              </a:rPr>
              <a:t>integrity</a:t>
            </a:r>
            <a:r>
              <a:rPr lang="en-US" sz="2000" b="1" dirty="0">
                <a:solidFill>
                  <a:schemeClr val="tx2">
                    <a:lumMod val="10000"/>
                  </a:schemeClr>
                </a:solidFill>
              </a:rPr>
              <a:t>, </a:t>
            </a:r>
            <a:r>
              <a:rPr lang="en-US" sz="2000" b="1" dirty="0">
                <a:solidFill>
                  <a:srgbClr val="0000FF"/>
                </a:solidFill>
              </a:rPr>
              <a:t>availability</a:t>
            </a:r>
            <a:r>
              <a:rPr lang="en-US" sz="2000" b="1" dirty="0">
                <a:solidFill>
                  <a:schemeClr val="tx2">
                    <a:lumMod val="10000"/>
                  </a:schemeClr>
                </a:solidFill>
              </a:rPr>
              <a:t>, and </a:t>
            </a:r>
            <a:r>
              <a:rPr lang="en-US" sz="2000" b="1" dirty="0">
                <a:solidFill>
                  <a:srgbClr val="0000FF"/>
                </a:solidFill>
              </a:rPr>
              <a:t>confidentiality</a:t>
            </a:r>
            <a:r>
              <a:rPr lang="en-US" sz="2000" b="1" dirty="0">
                <a:solidFill>
                  <a:schemeClr val="tx2">
                    <a:lumMod val="10000"/>
                  </a:schemeClr>
                </a:solidFill>
              </a:rPr>
              <a:t> of information system resources (includes hardware, software, firmware, information/data, and telecommunications)”</a:t>
            </a:r>
          </a:p>
        </p:txBody>
      </p:sp>
      <p:sp>
        <p:nvSpPr>
          <p:cNvPr id="27651" name="Rectangle 3"/>
          <p:cNvSpPr>
            <a:spLocks noGrp="1" noChangeArrowheads="1"/>
          </p:cNvSpPr>
          <p:nvPr>
            <p:ph type="body" sz="half" idx="4294967295"/>
          </p:nvPr>
        </p:nvSpPr>
        <p:spPr>
          <a:xfrm>
            <a:off x="381000" y="1524000"/>
            <a:ext cx="3962400" cy="3200400"/>
          </a:xfrm>
          <a:prstGeom prst="rect">
            <a:avLst/>
          </a:prstGeom>
        </p:spPr>
        <p:txBody>
          <a:bodyPr/>
          <a:lstStyle/>
          <a:p>
            <a:pPr eaLnBrk="1" fontAlgn="auto" hangingPunct="1">
              <a:spcAft>
                <a:spcPts val="0"/>
              </a:spcAft>
              <a:buFont typeface="Wingdings" pitchFamily="-1" charset="2"/>
              <a:buChar char="Ø"/>
              <a:defRPr/>
            </a:pPr>
            <a:endParaRPr lang="en-US" dirty="0"/>
          </a:p>
          <a:p>
            <a:pPr eaLnBrk="1" fontAlgn="auto" hangingPunct="1">
              <a:spcAft>
                <a:spcPts val="0"/>
              </a:spcAft>
              <a:defRPr/>
            </a:pPr>
            <a:r>
              <a:rPr lang="en-US" dirty="0"/>
              <a:t> The NIST </a:t>
            </a:r>
            <a:r>
              <a:rPr lang="en-US" i="1" dirty="0"/>
              <a:t>Computer Security Handbook</a:t>
            </a:r>
            <a:r>
              <a:rPr lang="en-US" dirty="0"/>
              <a:t> defines the term computer security as:</a:t>
            </a:r>
          </a:p>
          <a:p>
            <a:pPr eaLnBrk="1" fontAlgn="auto" hangingPunct="1">
              <a:spcAft>
                <a:spcPts val="0"/>
              </a:spcAft>
              <a:buFont typeface="Candara" pitchFamily="-1" charset="0"/>
              <a:buNone/>
              <a:defRPr/>
            </a:pPr>
            <a:r>
              <a:rPr lang="en-US" dirty="0"/>
              <a:t>		</a:t>
            </a:r>
            <a:endParaRPr lang="en-AU" dirty="0"/>
          </a:p>
        </p:txBody>
      </p:sp>
      <p:sp>
        <p:nvSpPr>
          <p:cNvPr id="19461" name="Rectangle 5"/>
          <p:cNvSpPr>
            <a:spLocks noChangeArrowheads="1"/>
          </p:cNvSpPr>
          <p:nvPr/>
        </p:nvSpPr>
        <p:spPr bwMode="auto">
          <a:xfrm>
            <a:off x="152400" y="4953000"/>
            <a:ext cx="4800600" cy="1015663"/>
          </a:xfrm>
          <a:prstGeom prst="rect">
            <a:avLst/>
          </a:prstGeom>
          <a:noFill/>
          <a:ln w="9525">
            <a:noFill/>
            <a:miter lim="800000"/>
            <a:headEnd/>
            <a:tailEnd/>
          </a:ln>
        </p:spPr>
        <p:txBody>
          <a:bodyPr>
            <a:spAutoFit/>
          </a:bodyPr>
          <a:lstStyle/>
          <a:p>
            <a:r>
              <a:rPr lang="en-US" sz="2000" dirty="0">
                <a:solidFill>
                  <a:srgbClr val="002060"/>
                </a:solidFill>
              </a:rPr>
              <a:t>This definition </a:t>
            </a:r>
            <a:r>
              <a:rPr lang="en-US" sz="2000" dirty="0"/>
              <a:t>introduces </a:t>
            </a:r>
            <a:r>
              <a:rPr lang="en-US" sz="2000" b="1" dirty="0"/>
              <a:t>three </a:t>
            </a:r>
            <a:r>
              <a:rPr lang="en-US" sz="2000" dirty="0"/>
              <a:t>key </a:t>
            </a:r>
            <a:r>
              <a:rPr lang="en-US" sz="2000" dirty="0">
                <a:solidFill>
                  <a:srgbClr val="002060"/>
                </a:solidFill>
              </a:rPr>
              <a:t>objectives that are at the heart of computer security.</a:t>
            </a:r>
          </a:p>
        </p:txBody>
      </p:sp>
      <p:sp>
        <p:nvSpPr>
          <p:cNvPr id="19462" name="Rectangle 5"/>
          <p:cNvSpPr>
            <a:spLocks noChangeArrowheads="1"/>
          </p:cNvSpPr>
          <p:nvPr/>
        </p:nvSpPr>
        <p:spPr bwMode="auto">
          <a:xfrm>
            <a:off x="457200" y="3886200"/>
            <a:ext cx="4572000" cy="707886"/>
          </a:xfrm>
          <a:prstGeom prst="rect">
            <a:avLst/>
          </a:prstGeom>
          <a:noFill/>
          <a:ln w="9525">
            <a:noFill/>
            <a:miter lim="800000"/>
            <a:headEnd/>
            <a:tailEnd/>
          </a:ln>
        </p:spPr>
        <p:txBody>
          <a:bodyPr>
            <a:spAutoFit/>
          </a:bodyPr>
          <a:lstStyle/>
          <a:p>
            <a:r>
              <a:rPr lang="en-US" sz="2000" b="1">
                <a:solidFill>
                  <a:srgbClr val="C00000"/>
                </a:solidFill>
              </a:rPr>
              <a:t>NIST:  National Institute of Standards and Technology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583488" cy="1079500"/>
          </a:xfrm>
        </p:spPr>
        <p:txBody>
          <a:bodyPr/>
          <a:lstStyle/>
          <a:p>
            <a:pPr>
              <a:defRPr/>
            </a:pPr>
            <a:r>
              <a:rPr lang="en-US" dirty="0"/>
              <a:t>NIST</a:t>
            </a:r>
          </a:p>
        </p:txBody>
      </p:sp>
      <p:pic>
        <p:nvPicPr>
          <p:cNvPr id="20483" name="Picture 2"/>
          <p:cNvPicPr>
            <a:picLocks noChangeAspect="1" noChangeArrowheads="1"/>
          </p:cNvPicPr>
          <p:nvPr/>
        </p:nvPicPr>
        <p:blipFill>
          <a:blip r:embed="rId2"/>
          <a:srcRect/>
          <a:stretch>
            <a:fillRect/>
          </a:stretch>
        </p:blipFill>
        <p:spPr bwMode="auto">
          <a:xfrm>
            <a:off x="2286000" y="1219200"/>
            <a:ext cx="4114800" cy="5154613"/>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762000" y="152400"/>
            <a:ext cx="7583488" cy="609600"/>
          </a:xfrm>
        </p:spPr>
        <p:txBody>
          <a:bodyPr/>
          <a:lstStyle/>
          <a:p>
            <a:pPr eaLnBrk="1" fontAlgn="auto" hangingPunct="1">
              <a:spcAft>
                <a:spcPts val="0"/>
              </a:spcAft>
              <a:defRPr/>
            </a:pPr>
            <a:r>
              <a:rPr lang="en-US" sz="3200" dirty="0">
                <a:solidFill>
                  <a:srgbClr val="C00000"/>
                </a:solidFill>
              </a:rPr>
              <a:t>Computer Security Objectives</a:t>
            </a:r>
          </a:p>
        </p:txBody>
      </p:sp>
      <p:graphicFrame>
        <p:nvGraphicFramePr>
          <p:cNvPr id="5" name="Content Placeholder 4"/>
          <p:cNvGraphicFramePr>
            <a:graphicFrameLocks noGrp="1"/>
          </p:cNvGraphicFramePr>
          <p:nvPr>
            <p:ph idx="4294967295"/>
          </p:nvPr>
        </p:nvGraphicFramePr>
        <p:xfrm>
          <a:off x="381000" y="990600"/>
          <a:ext cx="8458200" cy="533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583488" cy="774700"/>
          </a:xfrm>
        </p:spPr>
        <p:txBody>
          <a:bodyPr/>
          <a:lstStyle/>
          <a:p>
            <a:pPr eaLnBrk="1" hangingPunct="1">
              <a:defRPr/>
            </a:pPr>
            <a:endParaRPr lang="en-US" dirty="0"/>
          </a:p>
        </p:txBody>
      </p:sp>
      <p:grpSp>
        <p:nvGrpSpPr>
          <p:cNvPr id="3" name="Group 2"/>
          <p:cNvGrpSpPr>
            <a:grpSpLocks/>
          </p:cNvGrpSpPr>
          <p:nvPr/>
        </p:nvGrpSpPr>
        <p:grpSpPr bwMode="auto">
          <a:xfrm>
            <a:off x="304800" y="2133600"/>
            <a:ext cx="8458200" cy="3657600"/>
            <a:chOff x="0" y="2438400"/>
            <a:chExt cx="8839200" cy="2154600"/>
          </a:xfrm>
        </p:grpSpPr>
        <p:sp>
          <p:nvSpPr>
            <p:cNvPr id="4" name="Rectangle 3"/>
            <p:cNvSpPr/>
            <p:nvPr/>
          </p:nvSpPr>
          <p:spPr>
            <a:xfrm>
              <a:off x="0" y="2438400"/>
              <a:ext cx="8839200" cy="2154600"/>
            </a:xfrm>
            <a:prstGeom prst="rect">
              <a:avLst/>
            </a:prstGeom>
          </p:spPr>
          <p:style>
            <a:lnRef idx="1">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5" name="Rectangle 4"/>
            <p:cNvSpPr/>
            <p:nvPr/>
          </p:nvSpPr>
          <p:spPr>
            <a:xfrm>
              <a:off x="0" y="2438400"/>
              <a:ext cx="8610257" cy="2097556"/>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lIns="686020" tIns="124968" rIns="686020" bIns="128016"/>
            <a:lstStyle/>
            <a:p>
              <a:pPr marL="171450" lvl="1" indent="-171450" defTabSz="800100">
                <a:lnSpc>
                  <a:spcPct val="90000"/>
                </a:lnSpc>
                <a:spcAft>
                  <a:spcPct val="15000"/>
                </a:spcAft>
                <a:buFontTx/>
                <a:buChar char="•"/>
                <a:defRPr/>
              </a:pPr>
              <a:r>
                <a:rPr lang="en-US" sz="2400" b="1" dirty="0">
                  <a:solidFill>
                    <a:srgbClr val="1C1C10"/>
                  </a:solidFill>
                  <a:cs typeface="Arial" pitchFamily="34" charset="0"/>
                </a:rPr>
                <a:t>Data integrity</a:t>
              </a:r>
            </a:p>
            <a:p>
              <a:pPr marL="342900" lvl="2" indent="-171450" defTabSz="800100">
                <a:lnSpc>
                  <a:spcPct val="90000"/>
                </a:lnSpc>
                <a:spcAft>
                  <a:spcPct val="15000"/>
                </a:spcAft>
                <a:buFontTx/>
                <a:buChar char="•"/>
                <a:defRPr/>
              </a:pPr>
              <a:r>
                <a:rPr lang="en-US" sz="2400" dirty="0">
                  <a:solidFill>
                    <a:srgbClr val="921F07"/>
                  </a:solidFill>
                  <a:cs typeface="Arial" pitchFamily="34" charset="0"/>
                </a:rPr>
                <a:t>Assures that information and programs are </a:t>
              </a:r>
              <a:r>
                <a:rPr lang="en-US" sz="2400" dirty="0">
                  <a:solidFill>
                    <a:srgbClr val="0099FF"/>
                  </a:solidFill>
                  <a:cs typeface="Arial" pitchFamily="34" charset="0"/>
                </a:rPr>
                <a:t>changed </a:t>
              </a:r>
              <a:r>
                <a:rPr lang="en-US" sz="2400" dirty="0">
                  <a:solidFill>
                    <a:srgbClr val="921F07"/>
                  </a:solidFill>
                  <a:cs typeface="Arial" pitchFamily="34" charset="0"/>
                </a:rPr>
                <a:t>only in a specified and </a:t>
              </a:r>
              <a:r>
                <a:rPr lang="en-US" sz="2400" dirty="0">
                  <a:solidFill>
                    <a:srgbClr val="00B0F0"/>
                  </a:solidFill>
                  <a:cs typeface="Arial" pitchFamily="34" charset="0"/>
                </a:rPr>
                <a:t>authorized manner</a:t>
              </a:r>
            </a:p>
            <a:p>
              <a:pPr marL="171450" lvl="1" indent="-171450" defTabSz="800100">
                <a:lnSpc>
                  <a:spcPct val="90000"/>
                </a:lnSpc>
                <a:spcAft>
                  <a:spcPct val="15000"/>
                </a:spcAft>
                <a:buFontTx/>
                <a:buChar char="•"/>
                <a:defRPr/>
              </a:pPr>
              <a:r>
                <a:rPr lang="en-US" sz="2400" b="1" dirty="0">
                  <a:solidFill>
                    <a:srgbClr val="1C1C10"/>
                  </a:solidFill>
                  <a:cs typeface="Arial" pitchFamily="34" charset="0"/>
                </a:rPr>
                <a:t>System integrity</a:t>
              </a:r>
            </a:p>
            <a:p>
              <a:pPr marL="342900" lvl="2" indent="-171450" defTabSz="800100">
                <a:lnSpc>
                  <a:spcPct val="90000"/>
                </a:lnSpc>
                <a:spcAft>
                  <a:spcPct val="15000"/>
                </a:spcAft>
                <a:buFontTx/>
                <a:buChar char="•"/>
                <a:defRPr/>
              </a:pPr>
              <a:r>
                <a:rPr lang="en-US" sz="2400" dirty="0">
                  <a:solidFill>
                    <a:srgbClr val="921F07"/>
                  </a:solidFill>
                  <a:cs typeface="Arial" pitchFamily="34" charset="0"/>
                </a:rPr>
                <a:t>Assures that a </a:t>
              </a:r>
              <a:r>
                <a:rPr lang="en-US" sz="2400" dirty="0">
                  <a:solidFill>
                    <a:srgbClr val="0099FF"/>
                  </a:solidFill>
                  <a:cs typeface="Arial" pitchFamily="34" charset="0"/>
                </a:rPr>
                <a:t>system performs </a:t>
              </a:r>
              <a:r>
                <a:rPr lang="en-US" sz="2400" dirty="0">
                  <a:solidFill>
                    <a:srgbClr val="921F07"/>
                  </a:solidFill>
                  <a:cs typeface="Arial" pitchFamily="34" charset="0"/>
                </a:rPr>
                <a:t>its intended function in an </a:t>
              </a:r>
              <a:r>
                <a:rPr lang="en-US" sz="2400" dirty="0">
                  <a:solidFill>
                    <a:srgbClr val="00B0F0"/>
                  </a:solidFill>
                  <a:cs typeface="Arial" pitchFamily="34" charset="0"/>
                </a:rPr>
                <a:t>unimpaired manner</a:t>
              </a:r>
              <a:r>
                <a:rPr lang="en-US" sz="2400" dirty="0">
                  <a:solidFill>
                    <a:srgbClr val="921F07"/>
                  </a:solidFill>
                  <a:cs typeface="Arial" pitchFamily="34" charset="0"/>
                </a:rPr>
                <a:t>, free from deliberate or inadvertent unauthorized manipulation of the system</a:t>
              </a:r>
            </a:p>
          </p:txBody>
        </p:sp>
      </p:grpSp>
      <p:grpSp>
        <p:nvGrpSpPr>
          <p:cNvPr id="6" name="Group 5"/>
          <p:cNvGrpSpPr>
            <a:grpSpLocks/>
          </p:cNvGrpSpPr>
          <p:nvPr/>
        </p:nvGrpSpPr>
        <p:grpSpPr bwMode="auto">
          <a:xfrm>
            <a:off x="304800" y="1447800"/>
            <a:ext cx="2835275" cy="722313"/>
            <a:chOff x="441960" y="2716380"/>
            <a:chExt cx="2834651" cy="721950"/>
          </a:xfrm>
        </p:grpSpPr>
        <p:sp>
          <p:nvSpPr>
            <p:cNvPr id="7" name="Rounded Rectangle 6"/>
            <p:cNvSpPr/>
            <p:nvPr/>
          </p:nvSpPr>
          <p:spPr>
            <a:xfrm>
              <a:off x="441960" y="2716380"/>
              <a:ext cx="2834651" cy="721950"/>
            </a:xfrm>
            <a:prstGeom prst="roundRect">
              <a:avLst/>
            </a:pr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8" name="Rounded Rectangle 4"/>
            <p:cNvSpPr/>
            <p:nvPr/>
          </p:nvSpPr>
          <p:spPr>
            <a:xfrm>
              <a:off x="476877" y="2751287"/>
              <a:ext cx="2764816" cy="652135"/>
            </a:xfrm>
            <a:prstGeom prst="rect">
              <a:avLst/>
            </a:prstGeom>
          </p:spPr>
          <p:style>
            <a:lnRef idx="0">
              <a:scrgbClr r="0" g="0" b="0"/>
            </a:lnRef>
            <a:fillRef idx="0">
              <a:scrgbClr r="0" g="0" b="0"/>
            </a:fillRef>
            <a:effectRef idx="0">
              <a:scrgbClr r="0" g="0" b="0"/>
            </a:effectRef>
            <a:fontRef idx="minor">
              <a:schemeClr val="lt1"/>
            </a:fontRef>
          </p:style>
          <p:txBody>
            <a:bodyPr lIns="233871" tIns="0" rIns="233871" bIns="0" spcCol="1270" anchor="ctr"/>
            <a:lstStyle/>
            <a:p>
              <a:pPr defTabSz="1066800">
                <a:lnSpc>
                  <a:spcPct val="90000"/>
                </a:lnSpc>
                <a:spcAft>
                  <a:spcPct val="35000"/>
                </a:spcAft>
                <a:defRPr/>
              </a:pPr>
              <a:r>
                <a:rPr lang="en-US" sz="2400" dirty="0">
                  <a:solidFill>
                    <a:srgbClr val="0000FF"/>
                  </a:solidFill>
                  <a:effectLst>
                    <a:outerShdw blurRad="38100" dist="38100" dir="2700000" algn="tl">
                      <a:srgbClr val="000000">
                        <a:alpha val="43137"/>
                      </a:srgbClr>
                    </a:outerShdw>
                  </a:effectLst>
                </a:rPr>
                <a:t>Integrity</a:t>
              </a: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idx="4294967295"/>
          </p:nvPr>
        </p:nvSpPr>
        <p:spPr>
          <a:xfrm>
            <a:off x="779463" y="63500"/>
            <a:ext cx="7583487" cy="1282700"/>
          </a:xfrm>
          <a:prstGeom prst="rect">
            <a:avLst/>
          </a:prstGeom>
        </p:spPr>
        <p:txBody>
          <a:bodyPr/>
          <a:lstStyle/>
          <a:p>
            <a:pPr eaLnBrk="1" fontAlgn="auto" hangingPunct="1">
              <a:spcAft>
                <a:spcPts val="0"/>
              </a:spcAft>
              <a:defRPr/>
            </a:pPr>
            <a:r>
              <a:rPr lang="en-US" dirty="0"/>
              <a:t>CIA Triad</a:t>
            </a:r>
          </a:p>
        </p:txBody>
      </p:sp>
      <p:pic>
        <p:nvPicPr>
          <p:cNvPr id="23555" name="Picture 11" descr="f1.pdf"/>
          <p:cNvPicPr>
            <a:picLocks noChangeAspect="1"/>
          </p:cNvPicPr>
          <p:nvPr/>
        </p:nvPicPr>
        <p:blipFill>
          <a:blip r:embed="rId3" cstate="print"/>
          <a:srcRect t="13635" b="24545"/>
          <a:stretch>
            <a:fillRect/>
          </a:stretch>
        </p:blipFill>
        <p:spPr bwMode="auto">
          <a:xfrm>
            <a:off x="1524000" y="838200"/>
            <a:ext cx="5775325" cy="4621213"/>
          </a:xfrm>
          <a:prstGeom prst="rect">
            <a:avLst/>
          </a:prstGeom>
          <a:noFill/>
          <a:ln w="9525">
            <a:noFill/>
            <a:miter lim="800000"/>
            <a:headEnd/>
            <a:tailEnd/>
          </a:ln>
        </p:spPr>
      </p:pic>
      <p:sp>
        <p:nvSpPr>
          <p:cNvPr id="23556" name="Rectangle 3"/>
          <p:cNvSpPr>
            <a:spLocks noChangeArrowheads="1"/>
          </p:cNvSpPr>
          <p:nvPr/>
        </p:nvSpPr>
        <p:spPr bwMode="auto">
          <a:xfrm>
            <a:off x="2057400" y="5715000"/>
            <a:ext cx="4648200" cy="461963"/>
          </a:xfrm>
          <a:prstGeom prst="rect">
            <a:avLst/>
          </a:prstGeom>
          <a:noFill/>
          <a:ln w="9525">
            <a:noFill/>
            <a:miter lim="800000"/>
            <a:headEnd/>
            <a:tailEnd/>
          </a:ln>
        </p:spPr>
        <p:txBody>
          <a:bodyPr>
            <a:spAutoFit/>
          </a:bodyPr>
          <a:lstStyle/>
          <a:p>
            <a:r>
              <a:rPr lang="en-US" sz="2400">
                <a:solidFill>
                  <a:srgbClr val="FF0000"/>
                </a:solidFill>
              </a:rPr>
              <a:t>The Security Requirements Triad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1"/>
          <p:cNvSpPr>
            <a:spLocks noGrp="1" noChangeArrowheads="1"/>
          </p:cNvSpPr>
          <p:nvPr>
            <p:ph type="title"/>
          </p:nvPr>
        </p:nvSpPr>
        <p:spPr/>
        <p:txBody>
          <a:bodyPr/>
          <a:lstStyle/>
          <a:p>
            <a:r>
              <a:rPr lang="en-GB" altLang="en-US" dirty="0"/>
              <a:t>NSTISSC Security Model</a:t>
            </a:r>
          </a:p>
        </p:txBody>
      </p:sp>
      <p:sp>
        <p:nvSpPr>
          <p:cNvPr id="5325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lgn="just">
              <a:lnSpc>
                <a:spcPct val="93000"/>
              </a:lnSpc>
              <a:spcBef>
                <a:spcPts val="600"/>
              </a:spcBef>
              <a:buClr>
                <a:srgbClr val="003366"/>
              </a:buClr>
              <a:buSzPct val="100000"/>
              <a:buFont typeface="Wingdings" panose="05000000000000000000" pitchFamily="2" charset="2"/>
              <a:buChar char=""/>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sz="2800">
                <a:solidFill>
                  <a:srgbClr val="000000"/>
                </a:solidFill>
                <a:latin typeface="Arial Narrow" panose="020B0606020202030204" pitchFamily="34" charset="0"/>
                <a:cs typeface="Lucida Sans Unicode" panose="020B0602030504020204" pitchFamily="34" charset="0"/>
              </a:defRPr>
            </a:lvl1pPr>
            <a:lvl2pPr marL="557213" indent="-214313" algn="just">
              <a:lnSpc>
                <a:spcPct val="93000"/>
              </a:lnSpc>
              <a:spcBef>
                <a:spcPts val="525"/>
              </a:spcBef>
              <a:buClr>
                <a:srgbClr val="003366"/>
              </a:buClr>
              <a:buSzPct val="100000"/>
              <a:buFont typeface="Wingdings" panose="05000000000000000000" pitchFamily="2" charset="2"/>
              <a:buChar char=""/>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sz="2400">
                <a:solidFill>
                  <a:srgbClr val="000000"/>
                </a:solidFill>
                <a:latin typeface="Arial Narrow" panose="020B0606020202030204" pitchFamily="34" charset="0"/>
                <a:cs typeface="Lucida Sans Unicode" panose="020B0602030504020204" pitchFamily="34" charset="0"/>
              </a:defRPr>
            </a:lvl2pPr>
            <a:lvl3pPr marL="857250" indent="-171450" algn="just">
              <a:lnSpc>
                <a:spcPct val="93000"/>
              </a:lnSpc>
              <a:spcBef>
                <a:spcPts val="450"/>
              </a:spcBef>
              <a:buClr>
                <a:srgbClr val="003366"/>
              </a:buClr>
              <a:buSzPct val="100000"/>
              <a:buFont typeface="Wingdings" panose="05000000000000000000" pitchFamily="2" charset="2"/>
              <a:buChar char=""/>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sz="2400">
                <a:solidFill>
                  <a:srgbClr val="000000"/>
                </a:solidFill>
                <a:latin typeface="Arial Narrow" panose="020B0606020202030204" pitchFamily="34" charset="0"/>
                <a:cs typeface="Lucida Sans Unicode" panose="020B0602030504020204" pitchFamily="34" charset="0"/>
              </a:defRPr>
            </a:lvl3pPr>
            <a:lvl4pPr marL="1200150" indent="-171450" algn="just">
              <a:lnSpc>
                <a:spcPct val="93000"/>
              </a:lnSpc>
              <a:spcBef>
                <a:spcPts val="375"/>
              </a:spcBef>
              <a:buClr>
                <a:srgbClr val="003366"/>
              </a:buClr>
              <a:buSzPct val="100000"/>
              <a:buFont typeface="Wingdings" panose="05000000000000000000" pitchFamily="2" charset="2"/>
              <a:buChar char=""/>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sz="2400">
                <a:solidFill>
                  <a:srgbClr val="000000"/>
                </a:solidFill>
                <a:latin typeface="Arial Narrow" panose="020B0606020202030204" pitchFamily="34" charset="0"/>
                <a:cs typeface="Lucida Sans Unicode" panose="020B0602030504020204" pitchFamily="34" charset="0"/>
              </a:defRPr>
            </a:lvl4pPr>
            <a:lvl5pPr marL="1543050" indent="-171450">
              <a:lnSpc>
                <a:spcPct val="95000"/>
              </a:lnSpc>
              <a:spcBef>
                <a:spcPts val="375"/>
              </a:spcBef>
              <a:buClr>
                <a:srgbClr val="003366"/>
              </a:buClr>
              <a:buSzPct val="100000"/>
              <a:buFont typeface="Times New Roman" panose="02020603050405020304" pitchFamily="18" charset="0"/>
              <a:buChar char="•"/>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sz="1500">
                <a:solidFill>
                  <a:srgbClr val="FFFFCC"/>
                </a:solidFill>
                <a:latin typeface="Times New Roman" panose="02020603050405020304" pitchFamily="18" charset="0"/>
                <a:cs typeface="Lucida Sans Unicode" panose="020B0602030504020204" pitchFamily="34" charset="0"/>
              </a:defRPr>
            </a:lvl5pPr>
            <a:lvl6pPr marL="2000250" indent="-171450" defTabSz="457200" eaLnBrk="0" fontAlgn="base" hangingPunct="0">
              <a:lnSpc>
                <a:spcPct val="95000"/>
              </a:lnSpc>
              <a:spcBef>
                <a:spcPts val="375"/>
              </a:spcBef>
              <a:spcAft>
                <a:spcPct val="0"/>
              </a:spcAft>
              <a:buClr>
                <a:srgbClr val="003366"/>
              </a:buClr>
              <a:buSzPct val="100000"/>
              <a:buFont typeface="Times New Roman" panose="02020603050405020304" pitchFamily="18" charset="0"/>
              <a:buChar char="•"/>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sz="1500">
                <a:solidFill>
                  <a:srgbClr val="FFFFCC"/>
                </a:solidFill>
                <a:latin typeface="Times New Roman" panose="02020603050405020304" pitchFamily="18" charset="0"/>
                <a:cs typeface="Lucida Sans Unicode" panose="020B0602030504020204" pitchFamily="34" charset="0"/>
              </a:defRPr>
            </a:lvl6pPr>
            <a:lvl7pPr marL="2457450" indent="-171450" defTabSz="457200" eaLnBrk="0" fontAlgn="base" hangingPunct="0">
              <a:lnSpc>
                <a:spcPct val="95000"/>
              </a:lnSpc>
              <a:spcBef>
                <a:spcPts val="375"/>
              </a:spcBef>
              <a:spcAft>
                <a:spcPct val="0"/>
              </a:spcAft>
              <a:buClr>
                <a:srgbClr val="003366"/>
              </a:buClr>
              <a:buSzPct val="100000"/>
              <a:buFont typeface="Times New Roman" panose="02020603050405020304" pitchFamily="18" charset="0"/>
              <a:buChar char="•"/>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sz="1500">
                <a:solidFill>
                  <a:srgbClr val="FFFFCC"/>
                </a:solidFill>
                <a:latin typeface="Times New Roman" panose="02020603050405020304" pitchFamily="18" charset="0"/>
                <a:cs typeface="Lucida Sans Unicode" panose="020B0602030504020204" pitchFamily="34" charset="0"/>
              </a:defRPr>
            </a:lvl7pPr>
            <a:lvl8pPr marL="2914650" indent="-171450" defTabSz="457200" eaLnBrk="0" fontAlgn="base" hangingPunct="0">
              <a:lnSpc>
                <a:spcPct val="95000"/>
              </a:lnSpc>
              <a:spcBef>
                <a:spcPts val="375"/>
              </a:spcBef>
              <a:spcAft>
                <a:spcPct val="0"/>
              </a:spcAft>
              <a:buClr>
                <a:srgbClr val="003366"/>
              </a:buClr>
              <a:buSzPct val="100000"/>
              <a:buFont typeface="Times New Roman" panose="02020603050405020304" pitchFamily="18" charset="0"/>
              <a:buChar char="•"/>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sz="1500">
                <a:solidFill>
                  <a:srgbClr val="FFFFCC"/>
                </a:solidFill>
                <a:latin typeface="Times New Roman" panose="02020603050405020304" pitchFamily="18" charset="0"/>
                <a:cs typeface="Lucida Sans Unicode" panose="020B0602030504020204" pitchFamily="34" charset="0"/>
              </a:defRPr>
            </a:lvl8pPr>
            <a:lvl9pPr marL="3371850" indent="-171450" defTabSz="457200" eaLnBrk="0" fontAlgn="base" hangingPunct="0">
              <a:lnSpc>
                <a:spcPct val="95000"/>
              </a:lnSpc>
              <a:spcBef>
                <a:spcPts val="375"/>
              </a:spcBef>
              <a:spcAft>
                <a:spcPct val="0"/>
              </a:spcAft>
              <a:buClr>
                <a:srgbClr val="003366"/>
              </a:buClr>
              <a:buSzPct val="100000"/>
              <a:buFont typeface="Times New Roman" panose="02020603050405020304" pitchFamily="18" charset="0"/>
              <a:buChar char="•"/>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sz="1500">
                <a:solidFill>
                  <a:srgbClr val="FFFFCC"/>
                </a:solidFill>
                <a:latin typeface="Times New Roman" panose="02020603050405020304" pitchFamily="18" charset="0"/>
                <a:cs typeface="Lucida Sans Unicode" panose="020B0602030504020204" pitchFamily="34" charset="0"/>
              </a:defRPr>
            </a:lvl9pPr>
          </a:lstStyle>
          <a:p>
            <a:pPr algn="r">
              <a:buFont typeface="Wingdings" panose="05000000000000000000" pitchFamily="2" charset="2"/>
              <a:buNone/>
            </a:pPr>
            <a:fld id="{3BFCB37D-8324-4884-830A-CB1DEC752560}" type="slidenum">
              <a:rPr lang="en-GB" altLang="en-US" sz="2400" smtClean="0"/>
              <a:pPr algn="r">
                <a:buFont typeface="Wingdings" panose="05000000000000000000" pitchFamily="2" charset="2"/>
                <a:buNone/>
              </a:pPr>
              <a:t>34</a:t>
            </a:fld>
            <a:endParaRPr lang="en-GB" altLang="en-US" sz="2400"/>
          </a:p>
        </p:txBody>
      </p:sp>
      <p:pic>
        <p:nvPicPr>
          <p:cNvPr id="2" name="Picture 1"/>
          <p:cNvPicPr>
            <a:picLocks noChangeAspect="1"/>
          </p:cNvPicPr>
          <p:nvPr/>
        </p:nvPicPr>
        <p:blipFill>
          <a:blip r:embed="rId3"/>
          <a:stretch>
            <a:fillRect/>
          </a:stretch>
        </p:blipFill>
        <p:spPr>
          <a:xfrm>
            <a:off x="485775" y="1404937"/>
            <a:ext cx="8172450" cy="4048125"/>
          </a:xfrm>
          <a:prstGeom prst="rect">
            <a:avLst/>
          </a:prstGeom>
        </p:spPr>
      </p:pic>
      <p:sp>
        <p:nvSpPr>
          <p:cNvPr id="3" name="Rectangle 2"/>
          <p:cNvSpPr/>
          <p:nvPr/>
        </p:nvSpPr>
        <p:spPr>
          <a:xfrm>
            <a:off x="381000" y="5486400"/>
            <a:ext cx="8305800" cy="646331"/>
          </a:xfrm>
          <a:prstGeom prst="rect">
            <a:avLst/>
          </a:prstGeom>
        </p:spPr>
        <p:txBody>
          <a:bodyPr wrap="square">
            <a:spAutoFit/>
          </a:bodyPr>
          <a:lstStyle/>
          <a:p>
            <a:r>
              <a:rPr lang="en-GB" dirty="0"/>
              <a:t>‘National Security Telecommunications &amp; Information systems security committee’ document.</a:t>
            </a:r>
          </a:p>
        </p:txBody>
      </p:sp>
      <p:sp>
        <p:nvSpPr>
          <p:cNvPr id="4" name="Rectangle 3"/>
          <p:cNvSpPr/>
          <p:nvPr/>
        </p:nvSpPr>
        <p:spPr>
          <a:xfrm>
            <a:off x="304800" y="6172200"/>
            <a:ext cx="8077200" cy="646331"/>
          </a:xfrm>
          <a:prstGeom prst="rect">
            <a:avLst/>
          </a:prstGeom>
        </p:spPr>
        <p:txBody>
          <a:bodyPr wrap="square">
            <a:spAutoFit/>
          </a:bodyPr>
          <a:lstStyle/>
          <a:p>
            <a:r>
              <a:rPr lang="en-GB" dirty="0"/>
              <a:t>It is now called the National Training Standard for Information security professionals.</a:t>
            </a:r>
          </a:p>
        </p:txBody>
      </p:sp>
    </p:spTree>
    <p:extLst>
      <p:ext uri="{BB962C8B-B14F-4D97-AF65-F5344CB8AC3E}">
        <p14:creationId xmlns:p14="http://schemas.microsoft.com/office/powerpoint/2010/main" val="271684446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583488" cy="1079500"/>
          </a:xfrm>
        </p:spPr>
        <p:txBody>
          <a:bodyPr/>
          <a:lstStyle/>
          <a:p>
            <a:pPr>
              <a:defRPr/>
            </a:pPr>
            <a:endParaRPr lang="en-US"/>
          </a:p>
        </p:txBody>
      </p:sp>
      <p:pic>
        <p:nvPicPr>
          <p:cNvPr id="24579" name="Picture 6"/>
          <p:cNvPicPr>
            <a:picLocks noChangeAspect="1" noChangeArrowheads="1"/>
          </p:cNvPicPr>
          <p:nvPr/>
        </p:nvPicPr>
        <p:blipFill>
          <a:blip r:embed="rId2"/>
          <a:srcRect/>
          <a:stretch>
            <a:fillRect/>
          </a:stretch>
        </p:blipFill>
        <p:spPr bwMode="auto">
          <a:xfrm>
            <a:off x="609600" y="1981200"/>
            <a:ext cx="7651750" cy="2111375"/>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583488" cy="1079500"/>
          </a:xfrm>
        </p:spPr>
        <p:txBody>
          <a:bodyPr/>
          <a:lstStyle/>
          <a:p>
            <a:pPr>
              <a:defRPr/>
            </a:pPr>
            <a:endParaRPr lang="en-US"/>
          </a:p>
        </p:txBody>
      </p:sp>
      <p:sp>
        <p:nvSpPr>
          <p:cNvPr id="5" name="Rectangle 4"/>
          <p:cNvSpPr/>
          <p:nvPr/>
        </p:nvSpPr>
        <p:spPr>
          <a:xfrm>
            <a:off x="457200" y="3276600"/>
            <a:ext cx="8153400" cy="1262063"/>
          </a:xfrm>
          <a:prstGeom prst="rect">
            <a:avLst/>
          </a:prstGeom>
        </p:spPr>
        <p:txBody>
          <a:bodyPr>
            <a:spAutoFit/>
          </a:bodyPr>
          <a:lstStyle/>
          <a:p>
            <a:pPr algn="just" fontAlgn="auto">
              <a:spcBef>
                <a:spcPts val="0"/>
              </a:spcBef>
              <a:spcAft>
                <a:spcPts val="0"/>
              </a:spcAft>
              <a:defRPr/>
            </a:pPr>
            <a:r>
              <a:rPr lang="en-US" sz="2400" b="1" dirty="0">
                <a:solidFill>
                  <a:srgbClr val="FF0000"/>
                </a:solidFill>
                <a:latin typeface="Times New Roman" pitchFamily="18" charset="0"/>
              </a:rPr>
              <a:t>Integrity :</a:t>
            </a:r>
            <a:r>
              <a:rPr lang="en-US" sz="2400" b="1" dirty="0">
                <a:solidFill>
                  <a:schemeClr val="hlink"/>
                </a:solidFill>
                <a:latin typeface="Times New Roman" pitchFamily="18" charset="0"/>
              </a:rPr>
              <a:t>  </a:t>
            </a:r>
            <a:r>
              <a:rPr lang="en-US" sz="2400" kern="0" dirty="0">
                <a:solidFill>
                  <a:sysClr val="windowText" lastClr="000000"/>
                </a:solidFill>
                <a:latin typeface="Times New Roman" pitchFamily="18" charset="0"/>
              </a:rPr>
              <a:t>Information needs to be changed constantly. Integrity means that changes need to be done only by authorized entities and through authorized mechanisms</a:t>
            </a:r>
            <a:r>
              <a:rPr lang="en-US" sz="2800" kern="0" dirty="0">
                <a:solidFill>
                  <a:sysClr val="windowText" lastClr="000000"/>
                </a:solidFill>
                <a:latin typeface="Times New Roman" pitchFamily="18" charset="0"/>
              </a:rPr>
              <a:t>. </a:t>
            </a:r>
          </a:p>
        </p:txBody>
      </p:sp>
      <p:sp>
        <p:nvSpPr>
          <p:cNvPr id="6" name="Rectangle 5"/>
          <p:cNvSpPr/>
          <p:nvPr/>
        </p:nvSpPr>
        <p:spPr>
          <a:xfrm>
            <a:off x="381000" y="4800600"/>
            <a:ext cx="8305800" cy="1570038"/>
          </a:xfrm>
          <a:prstGeom prst="rect">
            <a:avLst/>
          </a:prstGeom>
        </p:spPr>
        <p:txBody>
          <a:bodyPr>
            <a:spAutoFit/>
          </a:bodyPr>
          <a:lstStyle/>
          <a:p>
            <a:pPr algn="just">
              <a:defRPr/>
            </a:pPr>
            <a:r>
              <a:rPr lang="en-US" sz="2400" b="1" dirty="0">
                <a:solidFill>
                  <a:srgbClr val="FF0000"/>
                </a:solidFill>
                <a:latin typeface="Times New Roman" pitchFamily="18" charset="0"/>
              </a:rPr>
              <a:t>Availability :</a:t>
            </a:r>
            <a:r>
              <a:rPr lang="en-US" sz="2400" b="1" dirty="0">
                <a:solidFill>
                  <a:schemeClr val="hlink"/>
                </a:solidFill>
                <a:latin typeface="Times New Roman" pitchFamily="18" charset="0"/>
              </a:rPr>
              <a:t> </a:t>
            </a:r>
            <a:r>
              <a:rPr lang="en-US" sz="2400" dirty="0">
                <a:solidFill>
                  <a:srgbClr val="000000"/>
                </a:solidFill>
                <a:latin typeface="Times New Roman" pitchFamily="18" charset="0"/>
                <a:cs typeface="+mn-cs"/>
              </a:rPr>
              <a:t>The information created and stored by an organization needs to be available to authorized entities. Information needs to be constantly changed, which means it must be accessible to authorized entities.</a:t>
            </a:r>
            <a:endParaRPr lang="en-US" sz="2400" dirty="0"/>
          </a:p>
        </p:txBody>
      </p:sp>
      <p:sp>
        <p:nvSpPr>
          <p:cNvPr id="25605" name="Rectangle 6"/>
          <p:cNvSpPr>
            <a:spLocks noChangeArrowheads="1"/>
          </p:cNvSpPr>
          <p:nvPr/>
        </p:nvSpPr>
        <p:spPr bwMode="auto">
          <a:xfrm>
            <a:off x="533400" y="1219200"/>
            <a:ext cx="8305800" cy="1938338"/>
          </a:xfrm>
          <a:prstGeom prst="rect">
            <a:avLst/>
          </a:prstGeom>
          <a:noFill/>
          <a:ln w="9525">
            <a:noFill/>
            <a:miter lim="800000"/>
            <a:headEnd/>
            <a:tailEnd/>
          </a:ln>
        </p:spPr>
        <p:txBody>
          <a:bodyPr>
            <a:spAutoFit/>
          </a:bodyPr>
          <a:lstStyle/>
          <a:p>
            <a:pPr algn="just"/>
            <a:r>
              <a:rPr lang="en-US" sz="2400" b="1" dirty="0">
                <a:solidFill>
                  <a:srgbClr val="FF0000"/>
                </a:solidFill>
                <a:latin typeface="Times New Roman" pitchFamily="18" charset="0"/>
              </a:rPr>
              <a:t>Confidentiality</a:t>
            </a:r>
            <a:r>
              <a:rPr lang="en-US" sz="2400" dirty="0">
                <a:solidFill>
                  <a:schemeClr val="bg2"/>
                </a:solidFill>
                <a:latin typeface="Times New Roman" pitchFamily="18" charset="0"/>
              </a:rPr>
              <a:t> </a:t>
            </a:r>
            <a:r>
              <a:rPr lang="en-US" sz="2400" dirty="0">
                <a:latin typeface="Times New Roman" pitchFamily="18" charset="0"/>
              </a:rPr>
              <a:t>is probably the most common aspect of information security. We need to protect our confidential information. An organization needs to guard against those malicious actions that endanger the confidentiality of its information.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idx="4294967295"/>
          </p:nvPr>
        </p:nvSpPr>
        <p:spPr>
          <a:xfrm>
            <a:off x="779463" y="63500"/>
            <a:ext cx="7583487" cy="1282700"/>
          </a:xfrm>
          <a:prstGeom prst="rect">
            <a:avLst/>
          </a:prstGeom>
        </p:spPr>
        <p:txBody>
          <a:bodyPr>
            <a:normAutofit/>
          </a:bodyPr>
          <a:lstStyle/>
          <a:p>
            <a:pPr eaLnBrk="1" fontAlgn="auto" hangingPunct="1">
              <a:spcAft>
                <a:spcPts val="0"/>
              </a:spcAft>
              <a:defRPr/>
            </a:pPr>
            <a:r>
              <a:rPr lang="en-US" sz="4400" dirty="0"/>
              <a:t>Possible additional concepts:</a:t>
            </a:r>
          </a:p>
        </p:txBody>
      </p:sp>
      <p:graphicFrame>
        <p:nvGraphicFramePr>
          <p:cNvPr id="4" name="Content Placeholder 3"/>
          <p:cNvGraphicFramePr>
            <a:graphicFrameLocks noGrp="1"/>
          </p:cNvGraphicFramePr>
          <p:nvPr>
            <p:ph idx="4294967295"/>
          </p:nvPr>
        </p:nvGraphicFramePr>
        <p:xfrm>
          <a:off x="838200" y="1981200"/>
          <a:ext cx="7570788" cy="4562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idx="4294967295"/>
          </p:nvPr>
        </p:nvSpPr>
        <p:spPr>
          <a:xfrm>
            <a:off x="779463" y="63500"/>
            <a:ext cx="7583487" cy="1282700"/>
          </a:xfrm>
          <a:prstGeom prst="rect">
            <a:avLst/>
          </a:prstGeom>
        </p:spPr>
        <p:txBody>
          <a:bodyPr>
            <a:normAutofit/>
          </a:bodyPr>
          <a:lstStyle/>
          <a:p>
            <a:pPr eaLnBrk="1" fontAlgn="auto" hangingPunct="1">
              <a:spcAft>
                <a:spcPts val="0"/>
              </a:spcAft>
              <a:defRPr/>
            </a:pPr>
            <a:r>
              <a:rPr lang="en-US" sz="4400" dirty="0"/>
              <a:t>Possible additional concepts:</a:t>
            </a:r>
          </a:p>
        </p:txBody>
      </p:sp>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371600"/>
            <a:ext cx="5486400" cy="4283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58920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idx="4294967295"/>
          </p:nvPr>
        </p:nvSpPr>
        <p:spPr>
          <a:xfrm>
            <a:off x="779463" y="63500"/>
            <a:ext cx="7983537" cy="1282700"/>
          </a:xfrm>
          <a:prstGeom prst="rect">
            <a:avLst/>
          </a:prstGeom>
        </p:spPr>
        <p:txBody>
          <a:bodyPr>
            <a:normAutofit/>
          </a:bodyPr>
          <a:lstStyle/>
          <a:p>
            <a:pPr eaLnBrk="1" fontAlgn="auto" hangingPunct="1">
              <a:spcAft>
                <a:spcPts val="0"/>
              </a:spcAft>
              <a:defRPr/>
            </a:pPr>
            <a:r>
              <a:rPr lang="en-US" sz="2400" dirty="0"/>
              <a:t>Breach of Security </a:t>
            </a:r>
            <a:br>
              <a:rPr lang="en-US" sz="2400" dirty="0"/>
            </a:br>
            <a:r>
              <a:rPr lang="en-US" sz="2400" dirty="0"/>
              <a:t>3 Levels of Impact (These levels are defined in FIPS 199)</a:t>
            </a:r>
          </a:p>
        </p:txBody>
      </p:sp>
      <p:graphicFrame>
        <p:nvGraphicFramePr>
          <p:cNvPr id="6" name="Content Placeholder 5"/>
          <p:cNvGraphicFramePr>
            <a:graphicFrameLocks noGrp="1"/>
          </p:cNvGraphicFramePr>
          <p:nvPr>
            <p:ph idx="4294967295"/>
          </p:nvPr>
        </p:nvGraphicFramePr>
        <p:xfrm>
          <a:off x="381000" y="1295400"/>
          <a:ext cx="8534400" cy="51053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463" y="63500"/>
            <a:ext cx="7583487" cy="1155700"/>
          </a:xfrm>
        </p:spPr>
        <p:txBody>
          <a:bodyPr/>
          <a:lstStyle/>
          <a:p>
            <a:pPr eaLnBrk="1" fontAlgn="auto" hangingPunct="1">
              <a:spcAft>
                <a:spcPts val="0"/>
              </a:spcAft>
              <a:defRPr/>
            </a:pPr>
            <a:r>
              <a:rPr lang="en-US" sz="2400" dirty="0"/>
              <a:t>Examples of Security Requirements</a:t>
            </a:r>
          </a:p>
        </p:txBody>
      </p:sp>
      <p:graphicFrame>
        <p:nvGraphicFramePr>
          <p:cNvPr id="4" name="Content Placeholder 3"/>
          <p:cNvGraphicFramePr>
            <a:graphicFrameLocks noGrp="1"/>
          </p:cNvGraphicFramePr>
          <p:nvPr>
            <p:ph idx="1"/>
          </p:nvPr>
        </p:nvGraphicFramePr>
        <p:xfrm>
          <a:off x="381000" y="1676400"/>
          <a:ext cx="8534400" cy="5029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779463" y="63500"/>
            <a:ext cx="7583487" cy="1079500"/>
          </a:xfrm>
        </p:spPr>
        <p:txBody>
          <a:bodyPr/>
          <a:lstStyle/>
          <a:p>
            <a:pPr eaLnBrk="1" fontAlgn="auto" hangingPunct="1">
              <a:spcAft>
                <a:spcPts val="0"/>
              </a:spcAft>
              <a:defRPr/>
            </a:pPr>
            <a:r>
              <a:rPr lang="en-US" sz="3200" dirty="0">
                <a:effectLst>
                  <a:outerShdw blurRad="38100" dist="38100" dir="2700000" algn="tl">
                    <a:srgbClr val="000000">
                      <a:alpha val="43137"/>
                    </a:srgbClr>
                  </a:outerShdw>
                </a:effectLst>
              </a:rPr>
              <a:t>Computer Security Challenges</a:t>
            </a:r>
          </a:p>
        </p:txBody>
      </p:sp>
      <p:sp>
        <p:nvSpPr>
          <p:cNvPr id="5" name="Content Placeholder 4"/>
          <p:cNvSpPr>
            <a:spLocks noGrp="1"/>
          </p:cNvSpPr>
          <p:nvPr>
            <p:ph sz="half" idx="4294967295"/>
          </p:nvPr>
        </p:nvSpPr>
        <p:spPr>
          <a:xfrm>
            <a:off x="779463" y="1371600"/>
            <a:ext cx="3565525" cy="4754563"/>
          </a:xfrm>
          <a:prstGeom prst="rect">
            <a:avLst/>
          </a:prstGeom>
        </p:spPr>
        <p:txBody>
          <a:bodyPr>
            <a:normAutofit fontScale="77500" lnSpcReduction="20000"/>
          </a:bodyPr>
          <a:lstStyle/>
          <a:p>
            <a:pPr eaLnBrk="1" fontAlgn="auto" hangingPunct="1">
              <a:spcAft>
                <a:spcPts val="0"/>
              </a:spcAft>
              <a:defRPr/>
            </a:pPr>
            <a:r>
              <a:rPr lang="en-US" sz="2900" dirty="0">
                <a:solidFill>
                  <a:schemeClr val="tx2">
                    <a:lumMod val="10000"/>
                  </a:schemeClr>
                </a:solidFill>
              </a:rPr>
              <a:t>Security is </a:t>
            </a:r>
            <a:r>
              <a:rPr lang="en-US" sz="2900" b="1" dirty="0">
                <a:solidFill>
                  <a:srgbClr val="C00000"/>
                </a:solidFill>
              </a:rPr>
              <a:t>not simple</a:t>
            </a:r>
          </a:p>
          <a:p>
            <a:pPr eaLnBrk="1" fontAlgn="auto" hangingPunct="1">
              <a:spcAft>
                <a:spcPts val="0"/>
              </a:spcAft>
              <a:defRPr/>
            </a:pPr>
            <a:r>
              <a:rPr lang="en-US" sz="2900" b="1" dirty="0">
                <a:solidFill>
                  <a:srgbClr val="C00000"/>
                </a:solidFill>
              </a:rPr>
              <a:t>Potential attacks </a:t>
            </a:r>
            <a:r>
              <a:rPr lang="en-US" sz="2900" dirty="0">
                <a:solidFill>
                  <a:schemeClr val="tx2">
                    <a:lumMod val="10000"/>
                  </a:schemeClr>
                </a:solidFill>
              </a:rPr>
              <a:t>on the security features need </a:t>
            </a:r>
            <a:r>
              <a:rPr lang="en-US" sz="2900" b="1" dirty="0">
                <a:solidFill>
                  <a:srgbClr val="C00000"/>
                </a:solidFill>
              </a:rPr>
              <a:t>to be considered</a:t>
            </a:r>
          </a:p>
          <a:p>
            <a:pPr eaLnBrk="1" fontAlgn="auto" hangingPunct="1">
              <a:spcAft>
                <a:spcPts val="0"/>
              </a:spcAft>
              <a:defRPr/>
            </a:pPr>
            <a:r>
              <a:rPr lang="en-US" sz="2900" dirty="0">
                <a:solidFill>
                  <a:schemeClr val="tx2">
                    <a:lumMod val="10000"/>
                  </a:schemeClr>
                </a:solidFill>
              </a:rPr>
              <a:t>Procedures used to provide particular services are often </a:t>
            </a:r>
            <a:r>
              <a:rPr lang="en-US" sz="2900" b="1" dirty="0">
                <a:solidFill>
                  <a:srgbClr val="C00000"/>
                </a:solidFill>
              </a:rPr>
              <a:t>counter-intuitive</a:t>
            </a:r>
          </a:p>
          <a:p>
            <a:pPr eaLnBrk="1" fontAlgn="auto" hangingPunct="1">
              <a:spcAft>
                <a:spcPts val="0"/>
              </a:spcAft>
              <a:defRPr/>
            </a:pPr>
            <a:r>
              <a:rPr lang="en-US" sz="2900" dirty="0">
                <a:solidFill>
                  <a:schemeClr val="tx2">
                    <a:lumMod val="10000"/>
                  </a:schemeClr>
                </a:solidFill>
              </a:rPr>
              <a:t>It is necessary to decide </a:t>
            </a:r>
            <a:r>
              <a:rPr lang="en-US" sz="2900" b="1" dirty="0">
                <a:solidFill>
                  <a:srgbClr val="C00000"/>
                </a:solidFill>
              </a:rPr>
              <a:t>where to use </a:t>
            </a:r>
            <a:r>
              <a:rPr lang="en-US" sz="2900" dirty="0">
                <a:solidFill>
                  <a:schemeClr val="tx2">
                    <a:lumMod val="10000"/>
                  </a:schemeClr>
                </a:solidFill>
              </a:rPr>
              <a:t>the various security mechanisms</a:t>
            </a:r>
          </a:p>
          <a:p>
            <a:pPr eaLnBrk="1" fontAlgn="auto" hangingPunct="1">
              <a:spcAft>
                <a:spcPts val="0"/>
              </a:spcAft>
              <a:defRPr/>
            </a:pPr>
            <a:r>
              <a:rPr lang="en-US" sz="2900" dirty="0">
                <a:solidFill>
                  <a:schemeClr val="tx2">
                    <a:lumMod val="10000"/>
                  </a:schemeClr>
                </a:solidFill>
              </a:rPr>
              <a:t>Requires </a:t>
            </a:r>
            <a:r>
              <a:rPr lang="en-US" sz="2900" b="1" dirty="0">
                <a:solidFill>
                  <a:srgbClr val="C00000"/>
                </a:solidFill>
              </a:rPr>
              <a:t>constant monitoring</a:t>
            </a:r>
          </a:p>
          <a:p>
            <a:pPr eaLnBrk="1" fontAlgn="auto" hangingPunct="1">
              <a:spcAft>
                <a:spcPts val="0"/>
              </a:spcAft>
              <a:defRPr/>
            </a:pPr>
            <a:r>
              <a:rPr lang="en-US" sz="2900" dirty="0">
                <a:solidFill>
                  <a:schemeClr val="tx2">
                    <a:lumMod val="10000"/>
                  </a:schemeClr>
                </a:solidFill>
              </a:rPr>
              <a:t>Is too often an </a:t>
            </a:r>
            <a:r>
              <a:rPr lang="en-US" sz="2900" b="1" dirty="0">
                <a:solidFill>
                  <a:srgbClr val="C00000"/>
                </a:solidFill>
              </a:rPr>
              <a:t>afterthought</a:t>
            </a:r>
          </a:p>
          <a:p>
            <a:pPr eaLnBrk="1" fontAlgn="auto" hangingPunct="1">
              <a:spcAft>
                <a:spcPts val="0"/>
              </a:spcAft>
              <a:defRPr/>
            </a:pPr>
            <a:endParaRPr lang="en-US" dirty="0"/>
          </a:p>
        </p:txBody>
      </p:sp>
      <p:sp>
        <p:nvSpPr>
          <p:cNvPr id="6" name="Content Placeholder 5"/>
          <p:cNvSpPr>
            <a:spLocks noGrp="1"/>
          </p:cNvSpPr>
          <p:nvPr>
            <p:ph sz="half" idx="4294967295"/>
          </p:nvPr>
        </p:nvSpPr>
        <p:spPr>
          <a:xfrm>
            <a:off x="4797425" y="1447800"/>
            <a:ext cx="3565525" cy="4678363"/>
          </a:xfrm>
          <a:prstGeom prst="rect">
            <a:avLst/>
          </a:prstGeom>
        </p:spPr>
        <p:txBody>
          <a:bodyPr>
            <a:normAutofit fontScale="85000" lnSpcReduction="10000"/>
          </a:bodyPr>
          <a:lstStyle/>
          <a:p>
            <a:pPr eaLnBrk="1" fontAlgn="auto" hangingPunct="1">
              <a:spcAft>
                <a:spcPts val="0"/>
              </a:spcAft>
              <a:defRPr/>
            </a:pPr>
            <a:r>
              <a:rPr lang="en-US" dirty="0">
                <a:solidFill>
                  <a:schemeClr val="tx2">
                    <a:lumMod val="10000"/>
                  </a:schemeClr>
                </a:solidFill>
              </a:rPr>
              <a:t>Security mechanisms typically involve </a:t>
            </a:r>
            <a:r>
              <a:rPr lang="en-US" b="1" dirty="0">
                <a:solidFill>
                  <a:srgbClr val="C00000"/>
                </a:solidFill>
              </a:rPr>
              <a:t>more than a particular algorithm or protocol</a:t>
            </a:r>
          </a:p>
          <a:p>
            <a:pPr eaLnBrk="1" fontAlgn="auto" hangingPunct="1">
              <a:spcAft>
                <a:spcPts val="0"/>
              </a:spcAft>
              <a:defRPr/>
            </a:pPr>
            <a:r>
              <a:rPr lang="en-US" dirty="0">
                <a:solidFill>
                  <a:schemeClr val="tx2">
                    <a:lumMod val="10000"/>
                  </a:schemeClr>
                </a:solidFill>
              </a:rPr>
              <a:t>Security is essentially a </a:t>
            </a:r>
            <a:r>
              <a:rPr lang="en-US" b="1" dirty="0">
                <a:solidFill>
                  <a:srgbClr val="C00000"/>
                </a:solidFill>
              </a:rPr>
              <a:t>battle of wits </a:t>
            </a:r>
            <a:r>
              <a:rPr lang="en-US" dirty="0">
                <a:solidFill>
                  <a:schemeClr val="tx2">
                    <a:lumMod val="10000"/>
                  </a:schemeClr>
                </a:solidFill>
              </a:rPr>
              <a:t>between a perpetrator and the designer</a:t>
            </a:r>
          </a:p>
          <a:p>
            <a:pPr eaLnBrk="1" fontAlgn="auto" hangingPunct="1">
              <a:spcAft>
                <a:spcPts val="0"/>
              </a:spcAft>
              <a:defRPr/>
            </a:pPr>
            <a:r>
              <a:rPr lang="en-US" b="1" dirty="0">
                <a:solidFill>
                  <a:srgbClr val="C00000"/>
                </a:solidFill>
              </a:rPr>
              <a:t>Little benefit </a:t>
            </a:r>
            <a:r>
              <a:rPr lang="en-US" dirty="0">
                <a:solidFill>
                  <a:schemeClr val="tx2">
                    <a:lumMod val="10000"/>
                  </a:schemeClr>
                </a:solidFill>
              </a:rPr>
              <a:t>from security investment </a:t>
            </a:r>
            <a:r>
              <a:rPr lang="en-US" b="1" dirty="0">
                <a:solidFill>
                  <a:srgbClr val="C00000"/>
                </a:solidFill>
              </a:rPr>
              <a:t>is perceived </a:t>
            </a:r>
            <a:r>
              <a:rPr lang="en-US" dirty="0">
                <a:solidFill>
                  <a:schemeClr val="tx2">
                    <a:lumMod val="10000"/>
                  </a:schemeClr>
                </a:solidFill>
              </a:rPr>
              <a:t>until a security failure occurs</a:t>
            </a:r>
          </a:p>
          <a:p>
            <a:pPr eaLnBrk="1" fontAlgn="auto" hangingPunct="1">
              <a:spcAft>
                <a:spcPts val="0"/>
              </a:spcAft>
              <a:defRPr/>
            </a:pPr>
            <a:r>
              <a:rPr lang="en-US" dirty="0">
                <a:solidFill>
                  <a:schemeClr val="tx2">
                    <a:lumMod val="10000"/>
                  </a:schemeClr>
                </a:solidFill>
              </a:rPr>
              <a:t>Strong security is often viewed as </a:t>
            </a:r>
            <a:r>
              <a:rPr lang="en-US" b="1" dirty="0">
                <a:solidFill>
                  <a:srgbClr val="C00000"/>
                </a:solidFill>
              </a:rPr>
              <a:t>an impediment </a:t>
            </a:r>
            <a:r>
              <a:rPr lang="en-US" dirty="0">
                <a:solidFill>
                  <a:schemeClr val="tx2">
                    <a:lumMod val="10000"/>
                  </a:schemeClr>
                </a:solidFill>
              </a:rPr>
              <a:t>to efficient and user-friendly operation</a:t>
            </a:r>
          </a:p>
          <a:p>
            <a:pPr eaLnBrk="1" fontAlgn="auto" hangingPunct="1">
              <a:spcAft>
                <a:spcPts val="0"/>
              </a:spcAft>
              <a:defRPr/>
            </a:pPr>
            <a:endParaRPr lang="en-US" dirty="0"/>
          </a:p>
        </p:txBody>
      </p:sp>
      <p:sp>
        <p:nvSpPr>
          <p:cNvPr id="4" name="Rectangle 3"/>
          <p:cNvSpPr txBox="1">
            <a:spLocks noChangeArrowheads="1"/>
          </p:cNvSpPr>
          <p:nvPr/>
        </p:nvSpPr>
        <p:spPr bwMode="black">
          <a:xfrm>
            <a:off x="381000" y="1524000"/>
            <a:ext cx="8382000" cy="4800600"/>
          </a:xfrm>
          <a:prstGeom prst="rect">
            <a:avLst/>
          </a:prstGeom>
          <a:noFill/>
          <a:ln w="9525">
            <a:noFill/>
            <a:miter lim="800000"/>
            <a:headEnd/>
            <a:tailEnd/>
          </a:ln>
          <a:effectLst/>
        </p:spPr>
        <p:txBody>
          <a:bodyPr/>
          <a:lstStyle/>
          <a:p>
            <a:pPr marL="609600" indent="-609600">
              <a:lnSpc>
                <a:spcPct val="90000"/>
              </a:lnSpc>
              <a:spcBef>
                <a:spcPct val="20000"/>
              </a:spcBef>
              <a:buClr>
                <a:schemeClr val="hlink"/>
              </a:buClr>
              <a:buSzPct val="80000"/>
              <a:defRPr/>
            </a:pPr>
            <a:endParaRPr lang="en-US" sz="2800" dirty="0">
              <a:effectLst>
                <a:outerShdw blurRad="38100" dist="38100" dir="2700000" algn="tl">
                  <a:srgbClr val="000000"/>
                </a:outerShdw>
              </a:effectLst>
              <a:latin typeface="Arial" pitchFamily="-107" charset="0"/>
              <a:cs typeface="+mn-cs"/>
            </a:endParaRPr>
          </a:p>
        </p:txBody>
      </p:sp>
      <p:pic>
        <p:nvPicPr>
          <p:cNvPr id="7" name="Picture 6"/>
          <p:cNvPicPr>
            <a:picLocks noChangeAspect="1"/>
          </p:cNvPicPr>
          <p:nvPr/>
        </p:nvPicPr>
        <p:blipFill>
          <a:blip r:embed="rId3"/>
          <a:stretch>
            <a:fillRect/>
          </a:stretch>
        </p:blipFill>
        <p:spPr>
          <a:xfrm>
            <a:off x="7620000" y="5452056"/>
            <a:ext cx="1524000" cy="1405944"/>
          </a:xfrm>
          <a:prstGeom prst="rect">
            <a:avLst/>
          </a:prstGeom>
          <a:solidFill>
            <a:schemeClr val="accent3"/>
          </a:solidFill>
          <a:scene3d>
            <a:camera prst="orthographicFront">
              <a:rot lat="0" lon="10799999" rev="0"/>
            </a:camera>
            <a:lightRig rig="threePt" dir="t"/>
          </a:scene3d>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779463" y="63500"/>
            <a:ext cx="7583487" cy="1079500"/>
          </a:xfrm>
        </p:spPr>
        <p:txBody>
          <a:bodyPr/>
          <a:lstStyle/>
          <a:p>
            <a:pPr eaLnBrk="1" fontAlgn="auto" hangingPunct="1">
              <a:spcAft>
                <a:spcPts val="0"/>
              </a:spcAft>
              <a:defRPr/>
            </a:pPr>
            <a:r>
              <a:rPr lang="en-US" sz="3200" dirty="0"/>
              <a:t>The OSI Security Architecture</a:t>
            </a:r>
            <a:endParaRPr lang="en-US" sz="3200" dirty="0">
              <a:effectLst>
                <a:outerShdw blurRad="38100" dist="38100" dir="2700000" algn="tl">
                  <a:srgbClr val="000000">
                    <a:alpha val="43137"/>
                  </a:srgbClr>
                </a:outerShdw>
              </a:effectLst>
            </a:endParaRPr>
          </a:p>
        </p:txBody>
      </p:sp>
      <p:sp>
        <p:nvSpPr>
          <p:cNvPr id="6" name="Content Placeholder 5"/>
          <p:cNvSpPr>
            <a:spLocks noGrp="1"/>
          </p:cNvSpPr>
          <p:nvPr>
            <p:ph sz="half" idx="4294967295"/>
          </p:nvPr>
        </p:nvSpPr>
        <p:spPr>
          <a:xfrm>
            <a:off x="754063" y="1371600"/>
            <a:ext cx="7856537" cy="4678363"/>
          </a:xfrm>
          <a:prstGeom prst="rect">
            <a:avLst/>
          </a:prstGeom>
        </p:spPr>
        <p:txBody>
          <a:bodyPr>
            <a:normAutofit lnSpcReduction="10000"/>
          </a:bodyPr>
          <a:lstStyle/>
          <a:p>
            <a:pPr algn="just" eaLnBrk="1" fontAlgn="auto" hangingPunct="1">
              <a:spcAft>
                <a:spcPts val="0"/>
              </a:spcAft>
              <a:defRPr/>
            </a:pPr>
            <a:r>
              <a:rPr lang="en-US" dirty="0">
                <a:solidFill>
                  <a:schemeClr val="tx2">
                    <a:lumMod val="10000"/>
                  </a:schemeClr>
                </a:solidFill>
              </a:rPr>
              <a:t>To assess effectively the </a:t>
            </a:r>
            <a:r>
              <a:rPr lang="en-US" dirty="0">
                <a:solidFill>
                  <a:srgbClr val="FF0000"/>
                </a:solidFill>
              </a:rPr>
              <a:t>security needs</a:t>
            </a:r>
            <a:r>
              <a:rPr lang="en-US" dirty="0">
                <a:solidFill>
                  <a:schemeClr val="tx2">
                    <a:lumMod val="10000"/>
                  </a:schemeClr>
                </a:solidFill>
              </a:rPr>
              <a:t> of an organization and </a:t>
            </a:r>
            <a:r>
              <a:rPr lang="en-US" dirty="0">
                <a:solidFill>
                  <a:srgbClr val="FF0000"/>
                </a:solidFill>
              </a:rPr>
              <a:t>to evaluate and  choose various security products</a:t>
            </a:r>
            <a:r>
              <a:rPr lang="en-US" dirty="0">
                <a:solidFill>
                  <a:schemeClr val="tx2">
                    <a:lumMod val="10000"/>
                  </a:schemeClr>
                </a:solidFill>
              </a:rPr>
              <a:t> and policies, the manager responsible for computer and network security needs </a:t>
            </a:r>
            <a:r>
              <a:rPr lang="en-US" dirty="0">
                <a:solidFill>
                  <a:srgbClr val="00B0F0"/>
                </a:solidFill>
              </a:rPr>
              <a:t>some systematic way of defining the requirements for security</a:t>
            </a:r>
            <a:r>
              <a:rPr lang="en-US" dirty="0">
                <a:solidFill>
                  <a:schemeClr val="tx2">
                    <a:lumMod val="10000"/>
                  </a:schemeClr>
                </a:solidFill>
              </a:rPr>
              <a:t> and characterizing the approaches to satisfying those requirements. </a:t>
            </a:r>
          </a:p>
          <a:p>
            <a:pPr algn="just" eaLnBrk="1" fontAlgn="auto" hangingPunct="1">
              <a:spcAft>
                <a:spcPts val="0"/>
              </a:spcAft>
              <a:defRPr/>
            </a:pPr>
            <a:endParaRPr lang="en-US" dirty="0">
              <a:solidFill>
                <a:schemeClr val="tx2">
                  <a:lumMod val="10000"/>
                </a:schemeClr>
              </a:solidFill>
            </a:endParaRPr>
          </a:p>
          <a:p>
            <a:pPr algn="just" eaLnBrk="1" fontAlgn="auto" hangingPunct="1">
              <a:spcAft>
                <a:spcPts val="0"/>
              </a:spcAft>
              <a:defRPr/>
            </a:pPr>
            <a:r>
              <a:rPr lang="en-US" dirty="0"/>
              <a:t> </a:t>
            </a:r>
            <a:r>
              <a:rPr lang="en-US" dirty="0">
                <a:solidFill>
                  <a:schemeClr val="tx1"/>
                </a:solidFill>
              </a:rPr>
              <a:t>ITU-T Recommendation X.800, </a:t>
            </a:r>
            <a:r>
              <a:rPr lang="en-US" dirty="0">
                <a:solidFill>
                  <a:srgbClr val="FF0000"/>
                </a:solidFill>
              </a:rPr>
              <a:t>Security Architecture for OSI</a:t>
            </a:r>
            <a:r>
              <a:rPr lang="en-US" dirty="0">
                <a:solidFill>
                  <a:schemeClr val="tx1"/>
                </a:solidFill>
              </a:rPr>
              <a:t>, defines such a systematic approach.</a:t>
            </a:r>
          </a:p>
          <a:p>
            <a:pPr algn="just" eaLnBrk="1" fontAlgn="auto" hangingPunct="1">
              <a:spcAft>
                <a:spcPts val="0"/>
              </a:spcAft>
              <a:defRPr/>
            </a:pPr>
            <a:endParaRPr lang="en-US" dirty="0">
              <a:solidFill>
                <a:schemeClr val="tx1"/>
              </a:solidFill>
            </a:endParaRPr>
          </a:p>
          <a:p>
            <a:pPr algn="just" eaLnBrk="1" fontAlgn="auto" hangingPunct="1">
              <a:spcAft>
                <a:spcPts val="0"/>
              </a:spcAft>
              <a:defRPr/>
            </a:pPr>
            <a:r>
              <a:rPr lang="en-US" dirty="0">
                <a:solidFill>
                  <a:schemeClr val="tx1"/>
                </a:solidFill>
              </a:rPr>
              <a:t>The OSI security architecture is useful to managers as a way of </a:t>
            </a:r>
            <a:r>
              <a:rPr lang="en-US" dirty="0">
                <a:solidFill>
                  <a:srgbClr val="FF0000"/>
                </a:solidFill>
              </a:rPr>
              <a:t>organizing the task of providing security</a:t>
            </a:r>
            <a:r>
              <a:rPr lang="en-US" dirty="0">
                <a:solidFill>
                  <a:schemeClr val="tx1"/>
                </a:solidFill>
              </a:rPr>
              <a:t>. </a:t>
            </a:r>
          </a:p>
        </p:txBody>
      </p:sp>
      <p:pic>
        <p:nvPicPr>
          <p:cNvPr id="7" name="Picture 6"/>
          <p:cNvPicPr>
            <a:picLocks noChangeAspect="1"/>
          </p:cNvPicPr>
          <p:nvPr/>
        </p:nvPicPr>
        <p:blipFill>
          <a:blip r:embed="rId3"/>
          <a:stretch>
            <a:fillRect/>
          </a:stretch>
        </p:blipFill>
        <p:spPr>
          <a:xfrm>
            <a:off x="8070220" y="5867400"/>
            <a:ext cx="1073780" cy="990600"/>
          </a:xfrm>
          <a:prstGeom prst="rect">
            <a:avLst/>
          </a:prstGeom>
          <a:solidFill>
            <a:schemeClr val="accent3"/>
          </a:solidFill>
          <a:scene3d>
            <a:camera prst="orthographicFront">
              <a:rot lat="0" lon="10799999" rev="0"/>
            </a:camera>
            <a:lightRig rig="threePt" dir="t"/>
          </a:scene3d>
        </p:spPr>
      </p:pic>
    </p:spTree>
    <p:extLst>
      <p:ext uri="{BB962C8B-B14F-4D97-AF65-F5344CB8AC3E}">
        <p14:creationId xmlns:p14="http://schemas.microsoft.com/office/powerpoint/2010/main" val="5270355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583488" cy="774700"/>
          </a:xfrm>
        </p:spPr>
        <p:txBody>
          <a:bodyPr/>
          <a:lstStyle/>
          <a:p>
            <a:pPr>
              <a:defRPr/>
            </a:pPr>
            <a:r>
              <a:rPr lang="en-US" dirty="0"/>
              <a:t>ITU-T</a:t>
            </a:r>
          </a:p>
        </p:txBody>
      </p:sp>
      <p:sp>
        <p:nvSpPr>
          <p:cNvPr id="30723" name="Rectangle 2"/>
          <p:cNvSpPr>
            <a:spLocks noChangeArrowheads="1"/>
          </p:cNvSpPr>
          <p:nvPr/>
        </p:nvSpPr>
        <p:spPr bwMode="auto">
          <a:xfrm>
            <a:off x="533400" y="1143000"/>
            <a:ext cx="8001000" cy="1570038"/>
          </a:xfrm>
          <a:prstGeom prst="rect">
            <a:avLst/>
          </a:prstGeom>
          <a:noFill/>
          <a:ln w="9525">
            <a:noFill/>
            <a:miter lim="800000"/>
            <a:headEnd/>
            <a:tailEnd/>
          </a:ln>
        </p:spPr>
        <p:txBody>
          <a:bodyPr>
            <a:spAutoFit/>
          </a:bodyPr>
          <a:lstStyle/>
          <a:p>
            <a:r>
              <a:rPr lang="en-US" sz="2400">
                <a:solidFill>
                  <a:srgbClr val="C00000"/>
                </a:solidFill>
              </a:rPr>
              <a:t>The </a:t>
            </a:r>
            <a:r>
              <a:rPr lang="en-US" sz="2400" b="1">
                <a:solidFill>
                  <a:srgbClr val="C00000"/>
                </a:solidFill>
              </a:rPr>
              <a:t>ITU Telecommunication Standardization Sector</a:t>
            </a:r>
            <a:r>
              <a:rPr lang="en-US" sz="2400">
                <a:solidFill>
                  <a:srgbClr val="C00000"/>
                </a:solidFill>
              </a:rPr>
              <a:t> (</a:t>
            </a:r>
            <a:r>
              <a:rPr lang="en-US" sz="2400" b="1">
                <a:solidFill>
                  <a:srgbClr val="C00000"/>
                </a:solidFill>
              </a:rPr>
              <a:t>ITU-T</a:t>
            </a:r>
            <a:r>
              <a:rPr lang="en-US" sz="2400">
                <a:solidFill>
                  <a:srgbClr val="C00000"/>
                </a:solidFill>
              </a:rPr>
              <a:t>) is one of the three sectors (divisions or units) of the </a:t>
            </a:r>
            <a:r>
              <a:rPr lang="en-US" sz="2400">
                <a:solidFill>
                  <a:srgbClr val="C00000"/>
                </a:solidFill>
                <a:hlinkClick r:id="rId2" tooltip="International Telecommunication Union"/>
              </a:rPr>
              <a:t>International Telecommunication Union</a:t>
            </a:r>
            <a:r>
              <a:rPr lang="en-US" sz="2400">
                <a:solidFill>
                  <a:srgbClr val="C00000"/>
                </a:solidFill>
              </a:rPr>
              <a:t> (ITU); it coordinates standards for </a:t>
            </a:r>
            <a:r>
              <a:rPr lang="en-US" sz="2400">
                <a:solidFill>
                  <a:srgbClr val="C00000"/>
                </a:solidFill>
                <a:hlinkClick r:id="rId3" tooltip="Telecommunications"/>
              </a:rPr>
              <a:t>telecommunications</a:t>
            </a:r>
            <a:r>
              <a:rPr lang="en-US" sz="2400">
                <a:solidFill>
                  <a:srgbClr val="C00000"/>
                </a:solidFill>
              </a:rPr>
              <a:t>.</a:t>
            </a:r>
          </a:p>
        </p:txBody>
      </p:sp>
      <p:sp>
        <p:nvSpPr>
          <p:cNvPr id="30724" name="Rectangle 3"/>
          <p:cNvSpPr>
            <a:spLocks noChangeArrowheads="1"/>
          </p:cNvSpPr>
          <p:nvPr/>
        </p:nvSpPr>
        <p:spPr bwMode="auto">
          <a:xfrm>
            <a:off x="685800" y="3505200"/>
            <a:ext cx="7924800" cy="1938338"/>
          </a:xfrm>
          <a:prstGeom prst="rect">
            <a:avLst/>
          </a:prstGeom>
          <a:noFill/>
          <a:ln w="9525">
            <a:noFill/>
            <a:miter lim="800000"/>
            <a:headEnd/>
            <a:tailEnd/>
          </a:ln>
        </p:spPr>
        <p:txBody>
          <a:bodyPr>
            <a:spAutoFit/>
          </a:bodyPr>
          <a:lstStyle/>
          <a:p>
            <a:pPr algn="just"/>
            <a:r>
              <a:rPr lang="en-US" sz="2400">
                <a:solidFill>
                  <a:srgbClr val="C00000"/>
                </a:solidFill>
              </a:rPr>
              <a:t>The ITU-T mission is to ensure the efficient and timely production of </a:t>
            </a:r>
            <a:r>
              <a:rPr lang="en-US" sz="2400">
                <a:solidFill>
                  <a:srgbClr val="0000CC"/>
                </a:solidFill>
              </a:rPr>
              <a:t>standards</a:t>
            </a:r>
            <a:r>
              <a:rPr lang="en-US" sz="2400">
                <a:solidFill>
                  <a:srgbClr val="C00000"/>
                </a:solidFill>
              </a:rPr>
              <a:t> covering </a:t>
            </a:r>
            <a:r>
              <a:rPr lang="en-US" sz="2400">
                <a:solidFill>
                  <a:srgbClr val="0000CC"/>
                </a:solidFill>
              </a:rPr>
              <a:t>all fields of telecommunications</a:t>
            </a:r>
            <a:r>
              <a:rPr lang="en-US" sz="2400">
                <a:solidFill>
                  <a:srgbClr val="C00000"/>
                </a:solidFill>
              </a:rPr>
              <a:t> on a worldwide basis, as well as </a:t>
            </a:r>
            <a:r>
              <a:rPr lang="en-US" sz="2400">
                <a:solidFill>
                  <a:srgbClr val="0000CC"/>
                </a:solidFill>
              </a:rPr>
              <a:t>defining tariff and accounting </a:t>
            </a:r>
            <a:r>
              <a:rPr lang="en-US" sz="2400">
                <a:solidFill>
                  <a:srgbClr val="C00000"/>
                </a:solidFill>
              </a:rPr>
              <a:t>principles for international telecommunication services.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28600"/>
            <a:ext cx="7583488" cy="1282700"/>
          </a:xfrm>
        </p:spPr>
        <p:txBody>
          <a:bodyPr/>
          <a:lstStyle/>
          <a:p>
            <a:pPr>
              <a:defRPr/>
            </a:pPr>
            <a:r>
              <a:rPr lang="en-US" dirty="0"/>
              <a:t>OSI </a:t>
            </a:r>
          </a:p>
        </p:txBody>
      </p:sp>
      <p:sp>
        <p:nvSpPr>
          <p:cNvPr id="31747" name="Rectangle 2"/>
          <p:cNvSpPr>
            <a:spLocks noChangeArrowheads="1"/>
          </p:cNvSpPr>
          <p:nvPr/>
        </p:nvSpPr>
        <p:spPr bwMode="auto">
          <a:xfrm>
            <a:off x="609600" y="1752600"/>
            <a:ext cx="7848600" cy="1938338"/>
          </a:xfrm>
          <a:prstGeom prst="rect">
            <a:avLst/>
          </a:prstGeom>
          <a:noFill/>
          <a:ln w="9525">
            <a:noFill/>
            <a:miter lim="800000"/>
            <a:headEnd/>
            <a:tailEnd/>
          </a:ln>
        </p:spPr>
        <p:txBody>
          <a:bodyPr>
            <a:spAutoFit/>
          </a:bodyPr>
          <a:lstStyle/>
          <a:p>
            <a:pPr algn="just"/>
            <a:r>
              <a:rPr lang="en-US" sz="2400" b="1">
                <a:solidFill>
                  <a:srgbClr val="0000CC"/>
                </a:solidFill>
              </a:rPr>
              <a:t>ISO- The International Organization for Standardization (</a:t>
            </a:r>
            <a:r>
              <a:rPr lang="en-US" sz="2400" b="1">
                <a:solidFill>
                  <a:srgbClr val="0000CC"/>
                </a:solidFill>
                <a:hlinkClick r:id="rId2" tooltip="French language"/>
              </a:rPr>
              <a:t>French</a:t>
            </a:r>
            <a:r>
              <a:rPr lang="en-US" sz="2400" b="1">
                <a:solidFill>
                  <a:srgbClr val="0000CC"/>
                </a:solidFill>
              </a:rPr>
              <a:t>: </a:t>
            </a:r>
            <a:r>
              <a:rPr lang="en-US" sz="2400" b="1" i="1">
                <a:solidFill>
                  <a:srgbClr val="0000CC"/>
                </a:solidFill>
              </a:rPr>
              <a:t>Organisation internationale de normalisation</a:t>
            </a:r>
            <a:r>
              <a:rPr lang="en-US" sz="2400" b="1">
                <a:solidFill>
                  <a:srgbClr val="0000CC"/>
                </a:solidFill>
              </a:rPr>
              <a:t>;) produced OSI  (</a:t>
            </a:r>
            <a:r>
              <a:rPr lang="en-US" sz="2400">
                <a:solidFill>
                  <a:srgbClr val="C00000"/>
                </a:solidFill>
              </a:rPr>
              <a:t>Open Systems Interconnection Reference Model, the OSI Reference Model, or even just the OSI Model</a:t>
            </a:r>
            <a:r>
              <a:rPr lang="en-US" sz="2400" b="1">
                <a:solidFill>
                  <a:srgbClr val="0000CC"/>
                </a:solidFill>
              </a:rPr>
              <a: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28600"/>
            <a:ext cx="7583488" cy="1282700"/>
          </a:xfrm>
        </p:spPr>
        <p:txBody>
          <a:bodyPr/>
          <a:lstStyle/>
          <a:p>
            <a:pPr>
              <a:defRPr/>
            </a:pPr>
            <a:r>
              <a:rPr lang="en-US" dirty="0"/>
              <a:t>History of OSI</a:t>
            </a:r>
          </a:p>
        </p:txBody>
      </p:sp>
      <p:sp>
        <p:nvSpPr>
          <p:cNvPr id="32771" name="Rectangle 2"/>
          <p:cNvSpPr>
            <a:spLocks noChangeArrowheads="1"/>
          </p:cNvSpPr>
          <p:nvPr/>
        </p:nvSpPr>
        <p:spPr bwMode="auto">
          <a:xfrm>
            <a:off x="838200" y="1444625"/>
            <a:ext cx="7696200" cy="3785652"/>
          </a:xfrm>
          <a:prstGeom prst="rect">
            <a:avLst/>
          </a:prstGeom>
          <a:noFill/>
          <a:ln w="9525">
            <a:noFill/>
            <a:miter lim="800000"/>
            <a:headEnd/>
            <a:tailEnd/>
          </a:ln>
        </p:spPr>
        <p:txBody>
          <a:bodyPr wrap="square">
            <a:spAutoFit/>
          </a:bodyPr>
          <a:lstStyle/>
          <a:p>
            <a:pPr algn="just"/>
            <a:r>
              <a:rPr lang="en-US" sz="2000">
                <a:solidFill>
                  <a:srgbClr val="0000CC"/>
                </a:solidFill>
              </a:rPr>
              <a:t>In the late 1970s, two projects began independently, with the same goal: to define a unifying standard for the architecture of networking systems. </a:t>
            </a:r>
          </a:p>
          <a:p>
            <a:pPr algn="just"/>
            <a:endParaRPr lang="en-US" sz="2000">
              <a:solidFill>
                <a:srgbClr val="0000CC"/>
              </a:solidFill>
            </a:endParaRPr>
          </a:p>
          <a:p>
            <a:pPr algn="just"/>
            <a:r>
              <a:rPr lang="en-US" sz="2000">
                <a:solidFill>
                  <a:srgbClr val="C00000"/>
                </a:solidFill>
              </a:rPr>
              <a:t>One was administered by the International Organization for Standardization (ISO), while the other was undertaken by the International Telegraph and Telephone Consultative Committee, or CCITT (the abbreviation is from the French version of the name). </a:t>
            </a:r>
          </a:p>
          <a:p>
            <a:pPr algn="just"/>
            <a:endParaRPr lang="en-US" sz="2000">
              <a:solidFill>
                <a:srgbClr val="0000CC"/>
              </a:solidFill>
            </a:endParaRPr>
          </a:p>
          <a:p>
            <a:pPr algn="just"/>
            <a:r>
              <a:rPr lang="en-US" sz="2000">
                <a:solidFill>
                  <a:srgbClr val="0000CC"/>
                </a:solidFill>
              </a:rPr>
              <a:t>These two international standards bodies each developed a document that defined similar networking models</a:t>
            </a:r>
            <a:r>
              <a:rPr lang="en-US" sz="2000">
                <a:solidFill>
                  <a:srgbClr val="C00000"/>
                </a:solidFill>
              </a:rPr>
              <a:t>. ISO 7498, ITU-T (formerly CCITT ) standard X.200 (1984)</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583488" cy="774700"/>
          </a:xfrm>
        </p:spPr>
        <p:txBody>
          <a:bodyPr/>
          <a:lstStyle/>
          <a:p>
            <a:pPr>
              <a:defRPr/>
            </a:pPr>
            <a:r>
              <a:rPr lang="en-US" sz="3200" dirty="0"/>
              <a:t>Security Services: X.800</a:t>
            </a:r>
          </a:p>
        </p:txBody>
      </p:sp>
      <p:sp>
        <p:nvSpPr>
          <p:cNvPr id="33795" name="Rectangle 2"/>
          <p:cNvSpPr>
            <a:spLocks noChangeArrowheads="1"/>
          </p:cNvSpPr>
          <p:nvPr/>
        </p:nvSpPr>
        <p:spPr bwMode="auto">
          <a:xfrm>
            <a:off x="762000" y="1295400"/>
            <a:ext cx="7924799" cy="3477875"/>
          </a:xfrm>
          <a:prstGeom prst="rect">
            <a:avLst/>
          </a:prstGeom>
          <a:noFill/>
          <a:ln w="9525">
            <a:noFill/>
            <a:miter lim="800000"/>
            <a:headEnd/>
            <a:tailEnd/>
          </a:ln>
        </p:spPr>
        <p:txBody>
          <a:bodyPr wrap="square">
            <a:spAutoFit/>
          </a:bodyPr>
          <a:lstStyle/>
          <a:p>
            <a:pPr algn="just"/>
            <a:r>
              <a:rPr lang="en-US" sz="2000" dirty="0"/>
              <a:t>X.800 defines a security service as a service that is provided by a protocol layer of communicating open systems and that ensures adequate security of the systems or of data transfers.</a:t>
            </a:r>
          </a:p>
          <a:p>
            <a:pPr algn="just"/>
            <a:endParaRPr lang="en-US" sz="2000" dirty="0">
              <a:solidFill>
                <a:srgbClr val="0000CC"/>
              </a:solidFill>
            </a:endParaRPr>
          </a:p>
          <a:p>
            <a:pPr algn="just"/>
            <a:r>
              <a:rPr lang="en-US" sz="2000" dirty="0">
                <a:solidFill>
                  <a:srgbClr val="0000CC"/>
                </a:solidFill>
              </a:rPr>
              <a:t>X.800 Recommendation:</a:t>
            </a:r>
            <a:endParaRPr lang="en-US" sz="2000" baseline="30000" dirty="0">
              <a:solidFill>
                <a:srgbClr val="0000CC"/>
              </a:solidFill>
            </a:endParaRPr>
          </a:p>
          <a:p>
            <a:pPr algn="just"/>
            <a:endParaRPr lang="en-US" sz="2000" dirty="0">
              <a:solidFill>
                <a:srgbClr val="0000CC"/>
              </a:solidFill>
            </a:endParaRPr>
          </a:p>
          <a:p>
            <a:pPr algn="just"/>
            <a:r>
              <a:rPr lang="en-US" sz="2000" dirty="0">
                <a:solidFill>
                  <a:srgbClr val="0000CC"/>
                </a:solidFill>
              </a:rPr>
              <a:t>1. provides a general description of </a:t>
            </a:r>
            <a:r>
              <a:rPr lang="en-US" sz="2000" dirty="0">
                <a:solidFill>
                  <a:srgbClr val="C00000"/>
                </a:solidFill>
              </a:rPr>
              <a:t>security services and related mechanisms</a:t>
            </a:r>
            <a:r>
              <a:rPr lang="en-US" sz="2000" dirty="0">
                <a:solidFill>
                  <a:srgbClr val="0000CC"/>
                </a:solidFill>
              </a:rPr>
              <a:t>, which may be provided by the </a:t>
            </a:r>
            <a:r>
              <a:rPr lang="en-US" sz="2000" dirty="0">
                <a:solidFill>
                  <a:srgbClr val="0000CC"/>
                </a:solidFill>
                <a:hlinkClick r:id="rId2" tooltip="OSI model"/>
              </a:rPr>
              <a:t>Reference Model</a:t>
            </a:r>
            <a:r>
              <a:rPr lang="en-US" sz="2000" dirty="0">
                <a:solidFill>
                  <a:srgbClr val="0000CC"/>
                </a:solidFill>
              </a:rPr>
              <a:t>; and</a:t>
            </a:r>
          </a:p>
          <a:p>
            <a:pPr algn="just"/>
            <a:endParaRPr lang="en-US" sz="2000" dirty="0">
              <a:solidFill>
                <a:srgbClr val="0000CC"/>
              </a:solidFill>
            </a:endParaRPr>
          </a:p>
          <a:p>
            <a:pPr algn="just"/>
            <a:r>
              <a:rPr lang="en-US" sz="2000" dirty="0">
                <a:solidFill>
                  <a:srgbClr val="0000CC"/>
                </a:solidFill>
              </a:rPr>
              <a:t>2. defines the </a:t>
            </a:r>
            <a:r>
              <a:rPr lang="en-US" sz="2000" dirty="0">
                <a:solidFill>
                  <a:srgbClr val="C00000"/>
                </a:solidFill>
              </a:rPr>
              <a:t>positions</a:t>
            </a:r>
            <a:r>
              <a:rPr lang="en-US" sz="2000" dirty="0">
                <a:solidFill>
                  <a:srgbClr val="0000CC"/>
                </a:solidFill>
              </a:rPr>
              <a:t> within the Reference Model where the services and mechanisms may be provided.</a:t>
            </a:r>
          </a:p>
        </p:txBody>
      </p:sp>
      <p:sp>
        <p:nvSpPr>
          <p:cNvPr id="33796" name="Rectangle 3"/>
          <p:cNvSpPr>
            <a:spLocks noChangeArrowheads="1"/>
          </p:cNvSpPr>
          <p:nvPr/>
        </p:nvSpPr>
        <p:spPr bwMode="auto">
          <a:xfrm>
            <a:off x="762000" y="5334000"/>
            <a:ext cx="7620000" cy="1015663"/>
          </a:xfrm>
          <a:prstGeom prst="rect">
            <a:avLst/>
          </a:prstGeom>
          <a:noFill/>
          <a:ln w="9525">
            <a:noFill/>
            <a:miter lim="800000"/>
            <a:headEnd/>
            <a:tailEnd/>
          </a:ln>
        </p:spPr>
        <p:txBody>
          <a:bodyPr wrap="square">
            <a:spAutoFit/>
          </a:bodyPr>
          <a:lstStyle/>
          <a:p>
            <a:pPr algn="just"/>
            <a:r>
              <a:rPr lang="en-US" sz="2000" dirty="0">
                <a:solidFill>
                  <a:srgbClr val="0000CC"/>
                </a:solidFill>
              </a:rPr>
              <a:t>This Recommendation extends the field of application of recommendation X.200, to cover </a:t>
            </a:r>
            <a:r>
              <a:rPr lang="en-US" sz="2000" dirty="0">
                <a:solidFill>
                  <a:srgbClr val="0000CC"/>
                </a:solidFill>
                <a:hlinkClick r:id="rId3" tooltip="Secure communication"/>
              </a:rPr>
              <a:t>secure communications</a:t>
            </a:r>
            <a:r>
              <a:rPr lang="en-US" sz="2000" dirty="0">
                <a:solidFill>
                  <a:srgbClr val="0000CC"/>
                </a:solidFill>
              </a:rPr>
              <a:t> between </a:t>
            </a:r>
            <a:r>
              <a:rPr lang="en-US" sz="2000" dirty="0">
                <a:solidFill>
                  <a:srgbClr val="0000CC"/>
                </a:solidFill>
                <a:hlinkClick r:id="rId4" tooltip="Open Systems Interconnection"/>
              </a:rPr>
              <a:t>open systems</a:t>
            </a:r>
            <a:r>
              <a:rPr lang="en-US" sz="2000" dirty="0">
                <a:solidFill>
                  <a:srgbClr val="0000CC"/>
                </a:solidFill>
              </a:rPr>
              <a: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idx="4294967295"/>
          </p:nvPr>
        </p:nvSpPr>
        <p:spPr>
          <a:xfrm>
            <a:off x="779463" y="63500"/>
            <a:ext cx="7583487" cy="850900"/>
          </a:xfrm>
          <a:prstGeom prst="rect">
            <a:avLst/>
          </a:prstGeom>
        </p:spPr>
        <p:txBody>
          <a:bodyPr/>
          <a:lstStyle/>
          <a:p>
            <a:pPr eaLnBrk="1" fontAlgn="auto" hangingPunct="1">
              <a:spcAft>
                <a:spcPts val="0"/>
              </a:spcAft>
              <a:defRPr/>
            </a:pPr>
            <a:r>
              <a:rPr lang="en-AU" dirty="0"/>
              <a:t>OSI Security Architecture</a:t>
            </a:r>
          </a:p>
        </p:txBody>
      </p:sp>
      <p:sp>
        <p:nvSpPr>
          <p:cNvPr id="5" name="Content Placeholder 4"/>
          <p:cNvSpPr>
            <a:spLocks noGrp="1"/>
          </p:cNvSpPr>
          <p:nvPr>
            <p:ph idx="4294967295"/>
          </p:nvPr>
        </p:nvSpPr>
        <p:spPr>
          <a:xfrm>
            <a:off x="779463" y="1981200"/>
            <a:ext cx="7583487" cy="4648200"/>
          </a:xfrm>
          <a:prstGeom prst="rect">
            <a:avLst/>
          </a:prstGeom>
        </p:spPr>
        <p:txBody>
          <a:bodyPr>
            <a:normAutofit/>
          </a:bodyPr>
          <a:lstStyle/>
          <a:p>
            <a:pPr eaLnBrk="1" fontAlgn="auto" hangingPunct="1">
              <a:spcAft>
                <a:spcPts val="0"/>
              </a:spcAft>
              <a:defRPr/>
            </a:pPr>
            <a:r>
              <a:rPr lang="en-US" sz="2000" b="1" dirty="0">
                <a:solidFill>
                  <a:schemeClr val="accent6">
                    <a:lumMod val="75000"/>
                  </a:schemeClr>
                </a:solidFill>
                <a:effectLst/>
              </a:rPr>
              <a:t>Security attack</a:t>
            </a:r>
          </a:p>
          <a:p>
            <a:pPr lvl="1" eaLnBrk="1" fontAlgn="auto" hangingPunct="1">
              <a:spcAft>
                <a:spcPts val="0"/>
              </a:spcAft>
              <a:buClr>
                <a:schemeClr val="bg1"/>
              </a:buClr>
              <a:defRPr/>
            </a:pPr>
            <a:r>
              <a:rPr lang="en-US" b="1" dirty="0">
                <a:solidFill>
                  <a:srgbClr val="C00000"/>
                </a:solidFill>
              </a:rPr>
              <a:t>Any action </a:t>
            </a:r>
            <a:r>
              <a:rPr lang="en-US" dirty="0">
                <a:solidFill>
                  <a:schemeClr val="tx2">
                    <a:lumMod val="10000"/>
                  </a:schemeClr>
                </a:solidFill>
              </a:rPr>
              <a:t>that </a:t>
            </a:r>
            <a:r>
              <a:rPr lang="en-US" b="1" dirty="0">
                <a:solidFill>
                  <a:srgbClr val="C00000"/>
                </a:solidFill>
              </a:rPr>
              <a:t>compromises</a:t>
            </a:r>
            <a:r>
              <a:rPr lang="en-US" dirty="0">
                <a:solidFill>
                  <a:schemeClr val="tx2">
                    <a:lumMod val="10000"/>
                  </a:schemeClr>
                </a:solidFill>
              </a:rPr>
              <a:t> the security of information owned by an organization</a:t>
            </a:r>
          </a:p>
          <a:p>
            <a:pPr eaLnBrk="1" fontAlgn="auto" hangingPunct="1">
              <a:spcAft>
                <a:spcPts val="0"/>
              </a:spcAft>
              <a:defRPr/>
            </a:pPr>
            <a:r>
              <a:rPr lang="en-US" sz="2000" b="1" dirty="0">
                <a:solidFill>
                  <a:schemeClr val="accent6">
                    <a:lumMod val="75000"/>
                  </a:schemeClr>
                </a:solidFill>
              </a:rPr>
              <a:t>Security mechanism</a:t>
            </a:r>
          </a:p>
          <a:p>
            <a:pPr lvl="1" eaLnBrk="1" fontAlgn="auto" hangingPunct="1">
              <a:spcAft>
                <a:spcPts val="0"/>
              </a:spcAft>
              <a:buClr>
                <a:schemeClr val="bg1"/>
              </a:buClr>
              <a:defRPr/>
            </a:pPr>
            <a:r>
              <a:rPr lang="en-US" b="1" dirty="0">
                <a:solidFill>
                  <a:srgbClr val="C00000"/>
                </a:solidFill>
              </a:rPr>
              <a:t>A process </a:t>
            </a:r>
            <a:r>
              <a:rPr lang="en-US" dirty="0">
                <a:solidFill>
                  <a:schemeClr val="tx2">
                    <a:lumMod val="10000"/>
                  </a:schemeClr>
                </a:solidFill>
              </a:rPr>
              <a:t>(or a device incorporating such a process) that is designed </a:t>
            </a:r>
            <a:r>
              <a:rPr lang="en-US" b="1" dirty="0">
                <a:solidFill>
                  <a:srgbClr val="C00000"/>
                </a:solidFill>
              </a:rPr>
              <a:t>to detect, prevent, or recover </a:t>
            </a:r>
            <a:r>
              <a:rPr lang="en-US" dirty="0">
                <a:solidFill>
                  <a:schemeClr val="tx2">
                    <a:lumMod val="10000"/>
                  </a:schemeClr>
                </a:solidFill>
              </a:rPr>
              <a:t>from a security attack</a:t>
            </a:r>
          </a:p>
          <a:p>
            <a:pPr eaLnBrk="1" fontAlgn="auto" hangingPunct="1">
              <a:spcAft>
                <a:spcPts val="0"/>
              </a:spcAft>
              <a:defRPr/>
            </a:pPr>
            <a:r>
              <a:rPr lang="en-US" sz="2000" b="1" dirty="0">
                <a:solidFill>
                  <a:schemeClr val="accent6">
                    <a:lumMod val="75000"/>
                  </a:schemeClr>
                </a:solidFill>
              </a:rPr>
              <a:t>Security service</a:t>
            </a:r>
          </a:p>
          <a:p>
            <a:pPr lvl="1" eaLnBrk="1" fontAlgn="auto" hangingPunct="1">
              <a:spcAft>
                <a:spcPts val="0"/>
              </a:spcAft>
              <a:buClr>
                <a:schemeClr val="bg1"/>
              </a:buClr>
              <a:defRPr/>
            </a:pPr>
            <a:r>
              <a:rPr lang="en-US" b="1" dirty="0">
                <a:solidFill>
                  <a:srgbClr val="C00000"/>
                </a:solidFill>
              </a:rPr>
              <a:t>A processing </a:t>
            </a:r>
            <a:r>
              <a:rPr lang="en-US" dirty="0">
                <a:solidFill>
                  <a:schemeClr val="tx2">
                    <a:lumMod val="10000"/>
                  </a:schemeClr>
                </a:solidFill>
              </a:rPr>
              <a:t>or </a:t>
            </a:r>
            <a:r>
              <a:rPr lang="en-US" b="1" dirty="0">
                <a:solidFill>
                  <a:srgbClr val="C00000"/>
                </a:solidFill>
              </a:rPr>
              <a:t>communication service </a:t>
            </a:r>
            <a:r>
              <a:rPr lang="en-US" dirty="0">
                <a:solidFill>
                  <a:schemeClr val="tx2">
                    <a:lumMod val="10000"/>
                  </a:schemeClr>
                </a:solidFill>
              </a:rPr>
              <a:t>that </a:t>
            </a:r>
            <a:r>
              <a:rPr lang="en-US" b="1" dirty="0">
                <a:solidFill>
                  <a:srgbClr val="C00000"/>
                </a:solidFill>
              </a:rPr>
              <a:t>enhances the security</a:t>
            </a:r>
            <a:r>
              <a:rPr lang="en-US" dirty="0">
                <a:solidFill>
                  <a:schemeClr val="tx2">
                    <a:lumMod val="10000"/>
                  </a:schemeClr>
                </a:solidFill>
              </a:rPr>
              <a:t> of the data processing systems and the </a:t>
            </a:r>
            <a:r>
              <a:rPr lang="en-US" b="1" dirty="0">
                <a:solidFill>
                  <a:srgbClr val="C00000"/>
                </a:solidFill>
              </a:rPr>
              <a:t>information transfers </a:t>
            </a:r>
            <a:r>
              <a:rPr lang="en-US" dirty="0">
                <a:solidFill>
                  <a:schemeClr val="tx2">
                    <a:lumMod val="10000"/>
                  </a:schemeClr>
                </a:solidFill>
              </a:rPr>
              <a:t>of an organization</a:t>
            </a:r>
          </a:p>
          <a:p>
            <a:pPr lvl="1" eaLnBrk="1" fontAlgn="auto" hangingPunct="1">
              <a:spcAft>
                <a:spcPts val="0"/>
              </a:spcAft>
              <a:buClr>
                <a:schemeClr val="bg1"/>
              </a:buClr>
              <a:defRPr/>
            </a:pPr>
            <a:r>
              <a:rPr lang="en-US" b="1" dirty="0">
                <a:solidFill>
                  <a:srgbClr val="C00000"/>
                </a:solidFill>
              </a:rPr>
              <a:t>Intended</a:t>
            </a:r>
            <a:r>
              <a:rPr lang="en-US" dirty="0">
                <a:solidFill>
                  <a:schemeClr val="tx2">
                    <a:lumMod val="10000"/>
                  </a:schemeClr>
                </a:solidFill>
              </a:rPr>
              <a:t> to </a:t>
            </a:r>
            <a:r>
              <a:rPr lang="en-US" b="1" dirty="0">
                <a:solidFill>
                  <a:srgbClr val="C00000"/>
                </a:solidFill>
              </a:rPr>
              <a:t>counter security attacks</a:t>
            </a:r>
            <a:r>
              <a:rPr lang="en-US" dirty="0">
                <a:solidFill>
                  <a:schemeClr val="tx2">
                    <a:lumMod val="10000"/>
                  </a:schemeClr>
                </a:solidFill>
              </a:rPr>
              <a:t>, and they make use of one or more security mechanisms to provide the service</a:t>
            </a:r>
          </a:p>
        </p:txBody>
      </p:sp>
      <p:sp>
        <p:nvSpPr>
          <p:cNvPr id="34820" name="Rectangle 3"/>
          <p:cNvSpPr>
            <a:spLocks noChangeArrowheads="1"/>
          </p:cNvSpPr>
          <p:nvPr/>
        </p:nvSpPr>
        <p:spPr bwMode="auto">
          <a:xfrm>
            <a:off x="685800" y="762000"/>
            <a:ext cx="7848600" cy="1323975"/>
          </a:xfrm>
          <a:prstGeom prst="rect">
            <a:avLst/>
          </a:prstGeom>
          <a:noFill/>
          <a:ln w="9525">
            <a:noFill/>
            <a:miter lim="800000"/>
            <a:headEnd/>
            <a:tailEnd/>
          </a:ln>
        </p:spPr>
        <p:txBody>
          <a:bodyPr>
            <a:spAutoFit/>
          </a:bodyPr>
          <a:lstStyle/>
          <a:p>
            <a:pPr algn="just"/>
            <a:r>
              <a:rPr lang="en-US" sz="2000">
                <a:solidFill>
                  <a:srgbClr val="002060"/>
                </a:solidFill>
              </a:rPr>
              <a:t>ITU-T Recommendation X.800, </a:t>
            </a:r>
            <a:r>
              <a:rPr lang="en-US" sz="2000" i="1">
                <a:solidFill>
                  <a:srgbClr val="002060"/>
                </a:solidFill>
              </a:rPr>
              <a:t>Security Architecture for OSI </a:t>
            </a:r>
            <a:r>
              <a:rPr lang="en-US" sz="2000">
                <a:solidFill>
                  <a:srgbClr val="002060"/>
                </a:solidFill>
              </a:rPr>
              <a:t>describes</a:t>
            </a:r>
            <a:r>
              <a:rPr lang="en-US" sz="2000" i="1">
                <a:solidFill>
                  <a:srgbClr val="002060"/>
                </a:solidFill>
              </a:rPr>
              <a:t> a</a:t>
            </a:r>
            <a:r>
              <a:rPr lang="en-US" sz="2000">
                <a:solidFill>
                  <a:srgbClr val="002060"/>
                </a:solidFill>
              </a:rPr>
              <a:t> </a:t>
            </a:r>
            <a:r>
              <a:rPr lang="en-US" sz="2000">
                <a:solidFill>
                  <a:srgbClr val="C00000"/>
                </a:solidFill>
              </a:rPr>
              <a:t>systematic way </a:t>
            </a:r>
            <a:r>
              <a:rPr lang="en-US" sz="2000">
                <a:solidFill>
                  <a:srgbClr val="002060"/>
                </a:solidFill>
              </a:rPr>
              <a:t>of defining </a:t>
            </a:r>
            <a:r>
              <a:rPr lang="en-US" sz="2000">
                <a:solidFill>
                  <a:srgbClr val="C00000"/>
                </a:solidFill>
              </a:rPr>
              <a:t>the requirements for security </a:t>
            </a:r>
            <a:r>
              <a:rPr lang="en-US" sz="2000">
                <a:solidFill>
                  <a:srgbClr val="002060"/>
                </a:solidFill>
              </a:rPr>
              <a:t>and characterizing the approaches to satisfying those requirements. </a:t>
            </a:r>
            <a:r>
              <a:rPr lang="en-US" sz="2000" b="1">
                <a:solidFill>
                  <a:srgbClr val="0000CC"/>
                </a:solidFill>
              </a:rPr>
              <a:t>Focus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28600"/>
            <a:ext cx="7583488" cy="1282700"/>
          </a:xfrm>
        </p:spPr>
        <p:txBody>
          <a:bodyPr/>
          <a:lstStyle/>
          <a:p>
            <a:pPr>
              <a:defRPr/>
            </a:pPr>
            <a:r>
              <a:rPr lang="en-US" dirty="0"/>
              <a:t>IETF and RFC</a:t>
            </a:r>
          </a:p>
        </p:txBody>
      </p:sp>
      <p:sp>
        <p:nvSpPr>
          <p:cNvPr id="35843" name="Rectangle 2"/>
          <p:cNvSpPr>
            <a:spLocks noChangeArrowheads="1"/>
          </p:cNvSpPr>
          <p:nvPr/>
        </p:nvSpPr>
        <p:spPr bwMode="auto">
          <a:xfrm>
            <a:off x="762000" y="1600200"/>
            <a:ext cx="7924800" cy="3477875"/>
          </a:xfrm>
          <a:prstGeom prst="rect">
            <a:avLst/>
          </a:prstGeom>
          <a:noFill/>
          <a:ln w="9525">
            <a:noFill/>
            <a:miter lim="800000"/>
            <a:headEnd/>
            <a:tailEnd/>
          </a:ln>
        </p:spPr>
        <p:txBody>
          <a:bodyPr>
            <a:spAutoFit/>
          </a:bodyPr>
          <a:lstStyle/>
          <a:p>
            <a:pPr algn="just"/>
            <a:r>
              <a:rPr lang="en-US" sz="2000">
                <a:solidFill>
                  <a:srgbClr val="0000CC"/>
                </a:solidFill>
              </a:rPr>
              <a:t>The </a:t>
            </a:r>
            <a:r>
              <a:rPr lang="en-US" sz="2000" b="1">
                <a:solidFill>
                  <a:srgbClr val="0000CC"/>
                </a:solidFill>
              </a:rPr>
              <a:t>Internet Engineering Task Force</a:t>
            </a:r>
            <a:r>
              <a:rPr lang="en-US" sz="2000">
                <a:solidFill>
                  <a:srgbClr val="0000CC"/>
                </a:solidFill>
              </a:rPr>
              <a:t> (</a:t>
            </a:r>
            <a:r>
              <a:rPr lang="en-US" sz="2000" b="1">
                <a:solidFill>
                  <a:srgbClr val="0000CC"/>
                </a:solidFill>
              </a:rPr>
              <a:t>IETF</a:t>
            </a:r>
            <a:r>
              <a:rPr lang="en-US" sz="2000">
                <a:solidFill>
                  <a:srgbClr val="0000CC"/>
                </a:solidFill>
              </a:rPr>
              <a:t>) (1986) develops and promotes voluntary </a:t>
            </a:r>
            <a:r>
              <a:rPr lang="en-US" sz="2000">
                <a:solidFill>
                  <a:srgbClr val="0000CC"/>
                </a:solidFill>
                <a:hlinkClick r:id="rId2" tooltip="Internet standard"/>
              </a:rPr>
              <a:t>Internet standards</a:t>
            </a:r>
            <a:r>
              <a:rPr lang="en-US" sz="2000">
                <a:solidFill>
                  <a:srgbClr val="0000CC"/>
                </a:solidFill>
              </a:rPr>
              <a:t>, in particular the standards that comprise the</a:t>
            </a:r>
            <a:r>
              <a:rPr lang="en-US" sz="2000"/>
              <a:t> </a:t>
            </a:r>
            <a:r>
              <a:rPr lang="en-US" sz="2000">
                <a:hlinkClick r:id="rId3" tooltip="Internet protocol suite"/>
              </a:rPr>
              <a:t>Internet protocol suite</a:t>
            </a:r>
            <a:r>
              <a:rPr lang="en-US" sz="2000"/>
              <a:t> </a:t>
            </a:r>
            <a:r>
              <a:rPr lang="en-US" sz="2000">
                <a:solidFill>
                  <a:srgbClr val="0000CC"/>
                </a:solidFill>
              </a:rPr>
              <a:t>(TCP/IP).</a:t>
            </a:r>
          </a:p>
          <a:p>
            <a:pPr algn="just"/>
            <a:endParaRPr lang="en-US" sz="2000">
              <a:solidFill>
                <a:srgbClr val="0000CC"/>
              </a:solidFill>
            </a:endParaRPr>
          </a:p>
          <a:p>
            <a:pPr algn="just"/>
            <a:r>
              <a:rPr lang="en-US" sz="2000">
                <a:solidFill>
                  <a:srgbClr val="0000CC"/>
                </a:solidFill>
              </a:rPr>
              <a:t>A </a:t>
            </a:r>
            <a:r>
              <a:rPr lang="en-US" sz="2000" b="1">
                <a:solidFill>
                  <a:srgbClr val="0000CC"/>
                </a:solidFill>
              </a:rPr>
              <a:t>Request for Comments</a:t>
            </a:r>
            <a:r>
              <a:rPr lang="en-US" sz="2000">
                <a:solidFill>
                  <a:srgbClr val="0000CC"/>
                </a:solidFill>
              </a:rPr>
              <a:t> (</a:t>
            </a:r>
            <a:r>
              <a:rPr lang="en-US" sz="2000" b="1">
                <a:solidFill>
                  <a:srgbClr val="0000CC"/>
                </a:solidFill>
              </a:rPr>
              <a:t>RFC</a:t>
            </a:r>
            <a:r>
              <a:rPr lang="en-US" sz="2000">
                <a:solidFill>
                  <a:srgbClr val="0000CC"/>
                </a:solidFill>
              </a:rPr>
              <a:t>) is a </a:t>
            </a:r>
            <a:r>
              <a:rPr lang="en-US" sz="2000">
                <a:solidFill>
                  <a:srgbClr val="FF0000"/>
                </a:solidFill>
              </a:rPr>
              <a:t>publication</a:t>
            </a:r>
            <a:r>
              <a:rPr lang="en-US" sz="2000">
                <a:solidFill>
                  <a:srgbClr val="0000CC"/>
                </a:solidFill>
              </a:rPr>
              <a:t> of the </a:t>
            </a:r>
            <a:r>
              <a:rPr lang="en-US" sz="2000">
                <a:solidFill>
                  <a:srgbClr val="0000CC"/>
                </a:solidFill>
                <a:hlinkClick r:id="rId4" tooltip="Internet Engineering Task Force"/>
              </a:rPr>
              <a:t>Internet Engineering Task Force</a:t>
            </a:r>
            <a:r>
              <a:rPr lang="en-US" sz="2000">
                <a:solidFill>
                  <a:srgbClr val="0000CC"/>
                </a:solidFill>
              </a:rPr>
              <a:t> (IETF) and the </a:t>
            </a:r>
            <a:r>
              <a:rPr lang="en-US" sz="2000">
                <a:solidFill>
                  <a:srgbClr val="0000CC"/>
                </a:solidFill>
                <a:hlinkClick r:id="rId5" tooltip="Internet Society"/>
              </a:rPr>
              <a:t>Internet Society</a:t>
            </a:r>
            <a:r>
              <a:rPr lang="en-US" sz="2000">
                <a:solidFill>
                  <a:srgbClr val="0000CC"/>
                </a:solidFill>
              </a:rPr>
              <a:t>, the principal technical development and standards-setting bodies for the </a:t>
            </a:r>
            <a:r>
              <a:rPr lang="en-US" sz="2000">
                <a:solidFill>
                  <a:srgbClr val="0000CC"/>
                </a:solidFill>
                <a:hlinkClick r:id="rId6" tooltip="Internet"/>
              </a:rPr>
              <a:t>Internet</a:t>
            </a:r>
            <a:r>
              <a:rPr lang="en-US" sz="2000">
                <a:solidFill>
                  <a:srgbClr val="0000CC"/>
                </a:solidFill>
              </a:rPr>
              <a:t>.</a:t>
            </a:r>
          </a:p>
          <a:p>
            <a:pPr algn="just"/>
            <a:endParaRPr lang="en-US" sz="2000">
              <a:solidFill>
                <a:srgbClr val="0000CC"/>
              </a:solidFill>
            </a:endParaRPr>
          </a:p>
          <a:p>
            <a:pPr algn="just"/>
            <a:r>
              <a:rPr lang="en-US" sz="2000">
                <a:solidFill>
                  <a:srgbClr val="0000CC"/>
                </a:solidFill>
              </a:rPr>
              <a:t>The </a:t>
            </a:r>
            <a:r>
              <a:rPr lang="en-US" sz="2000" b="1">
                <a:solidFill>
                  <a:srgbClr val="0000CC"/>
                </a:solidFill>
              </a:rPr>
              <a:t>Internet Society</a:t>
            </a:r>
            <a:r>
              <a:rPr lang="en-US" sz="2000">
                <a:solidFill>
                  <a:srgbClr val="0000CC"/>
                </a:solidFill>
              </a:rPr>
              <a:t> (</a:t>
            </a:r>
            <a:r>
              <a:rPr lang="en-US" sz="2000" b="1">
                <a:solidFill>
                  <a:srgbClr val="0000CC"/>
                </a:solidFill>
              </a:rPr>
              <a:t>ISoc</a:t>
            </a:r>
            <a:r>
              <a:rPr lang="en-US" sz="2000">
                <a:solidFill>
                  <a:srgbClr val="0000CC"/>
                </a:solidFill>
              </a:rPr>
              <a:t>) is an international, non-profit organization founded in 1992 to provide leadership in </a:t>
            </a:r>
            <a:r>
              <a:rPr lang="en-US" sz="2000">
                <a:solidFill>
                  <a:srgbClr val="0000CC"/>
                </a:solidFill>
                <a:hlinkClick r:id="rId6" tooltip="Internet"/>
              </a:rPr>
              <a:t>Internet</a:t>
            </a:r>
            <a:r>
              <a:rPr lang="en-US" sz="2000">
                <a:solidFill>
                  <a:srgbClr val="0000CC"/>
                </a:solidFill>
              </a:rPr>
              <a:t> related standards, education, and policy.</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583488" cy="609600"/>
          </a:xfrm>
        </p:spPr>
        <p:txBody>
          <a:bodyPr/>
          <a:lstStyle/>
          <a:p>
            <a:pPr>
              <a:defRPr/>
            </a:pPr>
            <a:r>
              <a:rPr lang="en-US" sz="3200" dirty="0">
                <a:effectLst>
                  <a:outerShdw blurRad="38100" dist="38100" dir="2700000" algn="tl">
                    <a:srgbClr val="C0C0C0"/>
                  </a:outerShdw>
                </a:effectLst>
                <a:latin typeface="+mn-lt"/>
              </a:rPr>
              <a:t>ATTACKS</a:t>
            </a:r>
            <a:endParaRPr lang="en-US" sz="3200" dirty="0">
              <a:latin typeface="+mn-lt"/>
            </a:endParaRPr>
          </a:p>
        </p:txBody>
      </p:sp>
      <p:sp>
        <p:nvSpPr>
          <p:cNvPr id="3" name="Rectangle 2"/>
          <p:cNvSpPr/>
          <p:nvPr/>
        </p:nvSpPr>
        <p:spPr>
          <a:xfrm>
            <a:off x="838200" y="1371600"/>
            <a:ext cx="7620000" cy="707886"/>
          </a:xfrm>
          <a:prstGeom prst="rect">
            <a:avLst/>
          </a:prstGeom>
        </p:spPr>
        <p:txBody>
          <a:bodyPr>
            <a:spAutoFit/>
          </a:bodyPr>
          <a:lstStyle/>
          <a:p>
            <a:pPr algn="just">
              <a:defRPr/>
            </a:pPr>
            <a:r>
              <a:rPr lang="en-US" sz="2000" dirty="0">
                <a:solidFill>
                  <a:srgbClr val="000000"/>
                </a:solidFill>
                <a:effectLst>
                  <a:outerShdw blurRad="38100" dist="38100" dir="2700000" algn="tl">
                    <a:srgbClr val="C0C0C0"/>
                  </a:outerShdw>
                </a:effectLst>
                <a:latin typeface="+mn-lt"/>
              </a:rPr>
              <a:t>The three goals of security, confidentiality, integrity, and availability can be threatened by security attacks.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54"/>
          <p:cNvSpPr>
            <a:spLocks noGrp="1"/>
          </p:cNvSpPr>
          <p:nvPr>
            <p:ph type="title"/>
          </p:nvPr>
        </p:nvSpPr>
        <p:spPr>
          <a:xfrm>
            <a:off x="0" y="0"/>
            <a:ext cx="9144000" cy="990600"/>
          </a:xfrm>
        </p:spPr>
        <p:txBody>
          <a:bodyPr/>
          <a:lstStyle/>
          <a:p>
            <a:pPr eaLnBrk="1" fontAlgn="auto" hangingPunct="1">
              <a:spcAft>
                <a:spcPts val="0"/>
              </a:spcAft>
              <a:defRPr/>
            </a:pPr>
            <a:br>
              <a:rPr lang="en-US" sz="2000" dirty="0">
                <a:effectLst/>
              </a:rPr>
            </a:br>
            <a:r>
              <a:rPr lang="en-US" sz="2000" dirty="0">
                <a:effectLst/>
              </a:rPr>
              <a:t>Threats and Attacks (RFC 4949)</a:t>
            </a:r>
            <a:br>
              <a:rPr lang="en-US" sz="2000" dirty="0"/>
            </a:br>
            <a:endParaRPr lang="en-US" sz="2000" dirty="0"/>
          </a:p>
        </p:txBody>
      </p:sp>
      <p:pic>
        <p:nvPicPr>
          <p:cNvPr id="47" name="Picture 46"/>
          <p:cNvPicPr>
            <a:picLocks noChangeAspect="1"/>
          </p:cNvPicPr>
          <p:nvPr/>
        </p:nvPicPr>
        <p:blipFill>
          <a:blip r:embed="rId3">
            <a:alphaModFix/>
            <a:duotone>
              <a:prstClr val="black"/>
              <a:schemeClr val="accent1">
                <a:tint val="45000"/>
                <a:satMod val="400000"/>
              </a:schemeClr>
            </a:duotone>
            <a:lum contrast="50000"/>
          </a:blip>
          <a:srcRect/>
          <a:stretch>
            <a:fillRect/>
          </a:stretch>
        </p:blipFill>
        <p:spPr>
          <a:xfrm>
            <a:off x="228600" y="2971800"/>
            <a:ext cx="8687364" cy="2609842"/>
          </a:xfrm>
          <a:prstGeom prst="rect">
            <a:avLst/>
          </a:prstGeom>
          <a:solidFill>
            <a:schemeClr val="tx2">
              <a:lumMod val="75000"/>
            </a:schemeClr>
          </a:solidFill>
        </p:spPr>
      </p:pic>
      <p:pic>
        <p:nvPicPr>
          <p:cNvPr id="37892" name="Picture 56"/>
          <p:cNvPicPr>
            <a:picLocks noChangeAspect="1"/>
          </p:cNvPicPr>
          <p:nvPr/>
        </p:nvPicPr>
        <p:blipFill>
          <a:blip r:embed="rId4"/>
          <a:srcRect/>
          <a:stretch>
            <a:fillRect/>
          </a:stretch>
        </p:blipFill>
        <p:spPr bwMode="auto">
          <a:xfrm>
            <a:off x="7634288" y="1143000"/>
            <a:ext cx="1509712" cy="1574800"/>
          </a:xfrm>
          <a:prstGeom prst="rect">
            <a:avLst/>
          </a:prstGeom>
          <a:noFill/>
          <a:ln w="9525">
            <a:noFill/>
            <a:miter lim="800000"/>
            <a:headEnd/>
            <a:tailEnd/>
          </a:ln>
        </p:spPr>
      </p:pic>
      <p:sp>
        <p:nvSpPr>
          <p:cNvPr id="37893" name="Rectangle 6"/>
          <p:cNvSpPr>
            <a:spLocks noChangeArrowheads="1"/>
          </p:cNvSpPr>
          <p:nvPr/>
        </p:nvSpPr>
        <p:spPr bwMode="auto">
          <a:xfrm>
            <a:off x="381000" y="990600"/>
            <a:ext cx="3048000" cy="984250"/>
          </a:xfrm>
          <a:prstGeom prst="rect">
            <a:avLst/>
          </a:prstGeom>
          <a:noFill/>
          <a:ln w="9525">
            <a:noFill/>
            <a:miter lim="800000"/>
            <a:headEnd/>
            <a:tailEnd/>
          </a:ln>
        </p:spPr>
        <p:txBody>
          <a:bodyPr anchor="ctr">
            <a:spAutoFit/>
          </a:bodyPr>
          <a:lstStyle/>
          <a:p>
            <a:pPr eaLnBrk="0" hangingPunct="0"/>
            <a:r>
              <a:rPr lang="en-AU" sz="2000" b="1">
                <a:solidFill>
                  <a:srgbClr val="0000CC"/>
                </a:solidFill>
                <a:latin typeface="Arial Unicode MS" pitchFamily="34" charset="-128"/>
              </a:rPr>
              <a:t>Internet Security Glossary, Version 2</a:t>
            </a:r>
          </a:p>
          <a:p>
            <a:pPr eaLnBrk="0" hangingPunct="0"/>
            <a:endParaRPr lang="en-AU"/>
          </a:p>
        </p:txBody>
      </p:sp>
      <p:sp>
        <p:nvSpPr>
          <p:cNvPr id="37894" name="Rectangle 7"/>
          <p:cNvSpPr>
            <a:spLocks noChangeArrowheads="1"/>
          </p:cNvSpPr>
          <p:nvPr/>
        </p:nvSpPr>
        <p:spPr bwMode="auto">
          <a:xfrm>
            <a:off x="304800" y="1828800"/>
            <a:ext cx="7010400" cy="708025"/>
          </a:xfrm>
          <a:prstGeom prst="rect">
            <a:avLst/>
          </a:prstGeom>
          <a:noFill/>
          <a:ln w="9525">
            <a:noFill/>
            <a:miter lim="800000"/>
            <a:headEnd/>
            <a:tailEnd/>
          </a:ln>
        </p:spPr>
        <p:txBody>
          <a:bodyPr anchor="ctr">
            <a:spAutoFit/>
          </a:bodyPr>
          <a:lstStyle/>
          <a:p>
            <a:pPr algn="just" eaLnBrk="0" hangingPunct="0"/>
            <a:r>
              <a:rPr lang="en-AU" sz="2000">
                <a:solidFill>
                  <a:srgbClr val="0000CC"/>
                </a:solidFill>
                <a:latin typeface="Arial Unicode MS" pitchFamily="34" charset="-128"/>
              </a:rPr>
              <a:t>This Glossary provides definitions, abbreviations, and explanations of terminology for information system security.</a:t>
            </a:r>
            <a:r>
              <a:rPr lang="en-AU" sz="2000">
                <a:solidFill>
                  <a:srgbClr val="0000CC"/>
                </a:solidFill>
              </a:rPr>
              <a:t>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583488" cy="774700"/>
          </a:xfrm>
        </p:spPr>
        <p:txBody>
          <a:bodyPr/>
          <a:lstStyle/>
          <a:p>
            <a:pPr>
              <a:defRPr/>
            </a:pPr>
            <a:endParaRPr lang="en-US"/>
          </a:p>
        </p:txBody>
      </p:sp>
      <p:pic>
        <p:nvPicPr>
          <p:cNvPr id="38915" name="Picture 9"/>
          <p:cNvPicPr>
            <a:picLocks noChangeAspect="1" noChangeArrowheads="1"/>
          </p:cNvPicPr>
          <p:nvPr/>
        </p:nvPicPr>
        <p:blipFill>
          <a:blip r:embed="rId2"/>
          <a:srcRect/>
          <a:stretch>
            <a:fillRect/>
          </a:stretch>
        </p:blipFill>
        <p:spPr bwMode="auto">
          <a:xfrm>
            <a:off x="914400" y="1447800"/>
            <a:ext cx="6691313" cy="4433888"/>
          </a:xfrm>
          <a:prstGeom prst="rect">
            <a:avLst/>
          </a:prstGeom>
          <a:noFill/>
          <a:ln w="9525">
            <a:noFill/>
            <a:miter lim="800000"/>
            <a:headEnd/>
            <a:tailEnd/>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Title 10"/>
          <p:cNvSpPr>
            <a:spLocks noGrp="1"/>
          </p:cNvSpPr>
          <p:nvPr>
            <p:ph type="title" idx="4294967295"/>
          </p:nvPr>
        </p:nvSpPr>
        <p:spPr>
          <a:xfrm>
            <a:off x="2362200" y="228600"/>
            <a:ext cx="3959225" cy="715962"/>
          </a:xfrm>
          <a:prstGeom prst="rect">
            <a:avLst/>
          </a:prstGeom>
        </p:spPr>
        <p:txBody>
          <a:bodyPr/>
          <a:lstStyle/>
          <a:p>
            <a:pPr eaLnBrk="1" fontAlgn="auto" hangingPunct="1">
              <a:spcAft>
                <a:spcPts val="0"/>
              </a:spcAft>
              <a:defRPr/>
            </a:pPr>
            <a:r>
              <a:rPr lang="en-US" dirty="0"/>
              <a:t>Security Attacks</a:t>
            </a:r>
          </a:p>
        </p:txBody>
      </p:sp>
      <p:sp>
        <p:nvSpPr>
          <p:cNvPr id="15" name="Text Placeholder 14"/>
          <p:cNvSpPr>
            <a:spLocks noGrp="1"/>
          </p:cNvSpPr>
          <p:nvPr>
            <p:ph type="body" sz="half" idx="4294967295"/>
          </p:nvPr>
        </p:nvSpPr>
        <p:spPr>
          <a:xfrm>
            <a:off x="457200" y="2057400"/>
            <a:ext cx="8229600" cy="2667000"/>
          </a:xfrm>
          <a:prstGeom prst="rect">
            <a:avLst/>
          </a:prstGeom>
        </p:spPr>
        <p:txBody>
          <a:bodyPr/>
          <a:lstStyle/>
          <a:p>
            <a:pPr eaLnBrk="1" fontAlgn="auto" hangingPunct="1">
              <a:spcAft>
                <a:spcPts val="0"/>
              </a:spcAft>
              <a:buClr>
                <a:schemeClr val="tx2">
                  <a:lumMod val="75000"/>
                </a:schemeClr>
              </a:buClr>
              <a:buSzPct val="135000"/>
              <a:buFont typeface="Arial"/>
              <a:buChar char="•"/>
              <a:defRPr/>
            </a:pPr>
            <a:r>
              <a:rPr lang="en-US" sz="2000" b="1" dirty="0">
                <a:solidFill>
                  <a:srgbClr val="C00000"/>
                </a:solidFill>
              </a:rPr>
              <a:t>A means</a:t>
            </a:r>
            <a:r>
              <a:rPr lang="en-US" sz="2000" dirty="0"/>
              <a:t> </a:t>
            </a:r>
            <a:r>
              <a:rPr lang="en-US" sz="2000" b="1" dirty="0">
                <a:solidFill>
                  <a:srgbClr val="C00000"/>
                </a:solidFill>
              </a:rPr>
              <a:t>of classifying </a:t>
            </a:r>
            <a:r>
              <a:rPr lang="en-US" sz="2000" dirty="0"/>
              <a:t>security attacks, used both in X.800 and RFC 4949, is in terms of </a:t>
            </a:r>
            <a:r>
              <a:rPr lang="en-US" sz="2000" b="1" dirty="0">
                <a:solidFill>
                  <a:srgbClr val="0070C0"/>
                </a:solidFill>
              </a:rPr>
              <a:t>passive attacks</a:t>
            </a:r>
            <a:r>
              <a:rPr lang="en-US" sz="2000" b="1" dirty="0">
                <a:solidFill>
                  <a:srgbClr val="0099FF"/>
                </a:solidFill>
              </a:rPr>
              <a:t> </a:t>
            </a:r>
            <a:r>
              <a:rPr lang="en-US" sz="2000" dirty="0"/>
              <a:t>and </a:t>
            </a:r>
            <a:r>
              <a:rPr lang="en-US" sz="2000" b="1" dirty="0">
                <a:solidFill>
                  <a:srgbClr val="0070C0"/>
                </a:solidFill>
              </a:rPr>
              <a:t>active attacks</a:t>
            </a:r>
          </a:p>
          <a:p>
            <a:pPr eaLnBrk="1" fontAlgn="auto" hangingPunct="1">
              <a:spcAft>
                <a:spcPts val="0"/>
              </a:spcAft>
              <a:buClr>
                <a:schemeClr val="tx2">
                  <a:lumMod val="75000"/>
                </a:schemeClr>
              </a:buClr>
              <a:buSzPct val="135000"/>
              <a:buFont typeface="Arial"/>
              <a:buChar char="•"/>
              <a:defRPr/>
            </a:pPr>
            <a:r>
              <a:rPr lang="en-US" sz="2000" b="1" dirty="0">
                <a:solidFill>
                  <a:srgbClr val="0070C0"/>
                </a:solidFill>
              </a:rPr>
              <a:t>A passive attack </a:t>
            </a:r>
            <a:r>
              <a:rPr lang="en-US" sz="2000" dirty="0"/>
              <a:t>attempts to learn or </a:t>
            </a:r>
            <a:r>
              <a:rPr lang="en-US" sz="2000" b="1" dirty="0">
                <a:solidFill>
                  <a:srgbClr val="C00000"/>
                </a:solidFill>
              </a:rPr>
              <a:t>make use of information</a:t>
            </a:r>
            <a:r>
              <a:rPr lang="en-US" sz="2000" dirty="0"/>
              <a:t> from the system but </a:t>
            </a:r>
            <a:r>
              <a:rPr lang="en-US" sz="2000" b="1" dirty="0">
                <a:solidFill>
                  <a:srgbClr val="C00000"/>
                </a:solidFill>
              </a:rPr>
              <a:t>does not affect system resources</a:t>
            </a:r>
          </a:p>
          <a:p>
            <a:pPr eaLnBrk="1" fontAlgn="auto" hangingPunct="1">
              <a:spcAft>
                <a:spcPts val="0"/>
              </a:spcAft>
              <a:buClr>
                <a:schemeClr val="tx2">
                  <a:lumMod val="75000"/>
                </a:schemeClr>
              </a:buClr>
              <a:buSzPct val="135000"/>
              <a:buFont typeface="Arial"/>
              <a:buChar char="•"/>
              <a:defRPr/>
            </a:pPr>
            <a:r>
              <a:rPr lang="en-US" sz="2000" b="1" dirty="0">
                <a:solidFill>
                  <a:srgbClr val="0070C0"/>
                </a:solidFill>
              </a:rPr>
              <a:t>An active attack </a:t>
            </a:r>
            <a:r>
              <a:rPr lang="en-US" sz="2000" dirty="0"/>
              <a:t>attempts to </a:t>
            </a:r>
            <a:r>
              <a:rPr lang="en-US" sz="2000" b="1" dirty="0">
                <a:solidFill>
                  <a:srgbClr val="C00000"/>
                </a:solidFill>
              </a:rPr>
              <a:t>alter</a:t>
            </a:r>
            <a:r>
              <a:rPr lang="en-US" sz="2000" dirty="0"/>
              <a:t> system resources or </a:t>
            </a:r>
            <a:r>
              <a:rPr lang="en-US" sz="2000" b="1" dirty="0">
                <a:solidFill>
                  <a:srgbClr val="C00000"/>
                </a:solidFill>
              </a:rPr>
              <a:t>affect their operation</a:t>
            </a:r>
          </a:p>
        </p:txBody>
      </p:sp>
    </p:spTree>
  </p:cSld>
  <p:clrMapOvr>
    <a:masterClrMapping/>
  </p:clrMapOvr>
  <p:transition>
    <p:dissolv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7"/>
          <p:cNvSpPr>
            <a:spLocks noGrp="1"/>
          </p:cNvSpPr>
          <p:nvPr>
            <p:ph type="title" idx="4294967295"/>
          </p:nvPr>
        </p:nvSpPr>
        <p:spPr>
          <a:xfrm>
            <a:off x="457200" y="381000"/>
            <a:ext cx="3613150" cy="1295400"/>
          </a:xfrm>
          <a:prstGeom prst="rect">
            <a:avLst/>
          </a:prstGeom>
        </p:spPr>
        <p:txBody>
          <a:bodyPr/>
          <a:lstStyle/>
          <a:p>
            <a:pPr eaLnBrk="1" fontAlgn="auto" hangingPunct="1">
              <a:spcAft>
                <a:spcPts val="0"/>
              </a:spcAft>
              <a:defRPr/>
            </a:pPr>
            <a:r>
              <a:rPr lang="en-US" dirty="0"/>
              <a:t>Passive Attacks</a:t>
            </a:r>
            <a:br>
              <a:rPr lang="en-US" dirty="0"/>
            </a:br>
            <a:r>
              <a:rPr lang="en-US" dirty="0">
                <a:solidFill>
                  <a:srgbClr val="C00000"/>
                </a:solidFill>
              </a:rPr>
              <a:t> (</a:t>
            </a:r>
            <a:r>
              <a:rPr lang="en-US" sz="2400" dirty="0">
                <a:solidFill>
                  <a:srgbClr val="C00000"/>
                </a:solidFill>
              </a:rPr>
              <a:t>Two types) </a:t>
            </a:r>
            <a:endParaRPr lang="en-US" sz="2400" dirty="0"/>
          </a:p>
        </p:txBody>
      </p:sp>
      <p:sp>
        <p:nvSpPr>
          <p:cNvPr id="46083" name="Content Placeholder 8"/>
          <p:cNvSpPr>
            <a:spLocks noGrp="1"/>
          </p:cNvSpPr>
          <p:nvPr>
            <p:ph idx="4294967295"/>
          </p:nvPr>
        </p:nvSpPr>
        <p:spPr>
          <a:xfrm>
            <a:off x="4876800" y="3581400"/>
            <a:ext cx="3813175" cy="2286000"/>
          </a:xfrm>
          <a:prstGeom prst="rect">
            <a:avLst/>
          </a:prstGeom>
        </p:spPr>
        <p:txBody>
          <a:bodyPr/>
          <a:lstStyle/>
          <a:p>
            <a:pPr eaLnBrk="1" fontAlgn="auto" hangingPunct="1">
              <a:spcAft>
                <a:spcPts val="0"/>
              </a:spcAft>
              <a:defRPr/>
            </a:pPr>
            <a:r>
              <a:rPr lang="en-US" sz="2000" b="1" dirty="0">
                <a:solidFill>
                  <a:srgbClr val="C00000"/>
                </a:solidFill>
              </a:rPr>
              <a:t>Two types </a:t>
            </a:r>
            <a:r>
              <a:rPr lang="en-US" sz="2000" dirty="0">
                <a:solidFill>
                  <a:schemeClr val="tx2">
                    <a:lumMod val="10000"/>
                  </a:schemeClr>
                </a:solidFill>
              </a:rPr>
              <a:t>of passive attacks are:</a:t>
            </a:r>
          </a:p>
          <a:p>
            <a:pPr lvl="1" eaLnBrk="1" fontAlgn="auto" hangingPunct="1">
              <a:spcAft>
                <a:spcPts val="0"/>
              </a:spcAft>
              <a:buClr>
                <a:srgbClr val="FF0000"/>
              </a:buClr>
              <a:buFont typeface="Wingdings" pitchFamily="2" charset="2"/>
              <a:buChar char="q"/>
              <a:defRPr/>
            </a:pPr>
            <a:r>
              <a:rPr lang="en-US" dirty="0">
                <a:solidFill>
                  <a:srgbClr val="0000CC"/>
                </a:solidFill>
              </a:rPr>
              <a:t>The release of message contents</a:t>
            </a:r>
          </a:p>
          <a:p>
            <a:pPr lvl="1" eaLnBrk="1" fontAlgn="auto" hangingPunct="1">
              <a:spcAft>
                <a:spcPts val="0"/>
              </a:spcAft>
              <a:buClr>
                <a:srgbClr val="FF0000"/>
              </a:buClr>
              <a:buFont typeface="Wingdings" pitchFamily="2" charset="2"/>
              <a:buChar char="q"/>
              <a:defRPr/>
            </a:pPr>
            <a:r>
              <a:rPr lang="en-US" dirty="0">
                <a:solidFill>
                  <a:srgbClr val="0000CC"/>
                </a:solidFill>
              </a:rPr>
              <a:t>Traffic analysis</a:t>
            </a:r>
          </a:p>
        </p:txBody>
      </p:sp>
      <p:sp>
        <p:nvSpPr>
          <p:cNvPr id="10" name="Text Placeholder 9"/>
          <p:cNvSpPr>
            <a:spLocks noGrp="1"/>
          </p:cNvSpPr>
          <p:nvPr>
            <p:ph type="body" sz="half" idx="4294967295"/>
          </p:nvPr>
        </p:nvSpPr>
        <p:spPr>
          <a:xfrm>
            <a:off x="381000" y="2438400"/>
            <a:ext cx="3613150" cy="3733800"/>
          </a:xfrm>
          <a:prstGeom prst="rect">
            <a:avLst/>
          </a:prstGeom>
        </p:spPr>
        <p:txBody>
          <a:bodyPr/>
          <a:lstStyle/>
          <a:p>
            <a:pPr eaLnBrk="1" fontAlgn="auto" hangingPunct="1">
              <a:spcAft>
                <a:spcPts val="0"/>
              </a:spcAft>
              <a:buClr>
                <a:schemeClr val="tx2">
                  <a:lumMod val="75000"/>
                </a:schemeClr>
              </a:buClr>
              <a:buSzPct val="135000"/>
              <a:buFont typeface="Arial"/>
              <a:buChar char="•"/>
              <a:defRPr/>
            </a:pPr>
            <a:r>
              <a:rPr lang="en-US" sz="2000" dirty="0"/>
              <a:t> Are in the nature of </a:t>
            </a:r>
            <a:r>
              <a:rPr lang="en-US" sz="2000" b="1" dirty="0">
                <a:solidFill>
                  <a:srgbClr val="C00000"/>
                </a:solidFill>
              </a:rPr>
              <a:t>eavesdropping on</a:t>
            </a:r>
            <a:r>
              <a:rPr lang="en-US" sz="2000" dirty="0"/>
              <a:t>, or </a:t>
            </a:r>
            <a:r>
              <a:rPr lang="en-US" sz="2000" b="1" dirty="0">
                <a:solidFill>
                  <a:srgbClr val="C00000"/>
                </a:solidFill>
              </a:rPr>
              <a:t>monitoring of</a:t>
            </a:r>
            <a:r>
              <a:rPr lang="en-US" sz="2000" dirty="0"/>
              <a:t>, transmissions</a:t>
            </a:r>
          </a:p>
          <a:p>
            <a:pPr eaLnBrk="1" fontAlgn="auto" hangingPunct="1">
              <a:spcAft>
                <a:spcPts val="0"/>
              </a:spcAft>
              <a:buClr>
                <a:schemeClr val="tx2">
                  <a:lumMod val="75000"/>
                </a:schemeClr>
              </a:buClr>
              <a:buSzPct val="135000"/>
              <a:buFont typeface="Arial"/>
              <a:buChar char="•"/>
              <a:defRPr/>
            </a:pPr>
            <a:r>
              <a:rPr lang="en-US" sz="2000" dirty="0"/>
              <a:t> </a:t>
            </a:r>
            <a:r>
              <a:rPr lang="en-US" sz="2000" dirty="0">
                <a:solidFill>
                  <a:srgbClr val="0000CC"/>
                </a:solidFill>
              </a:rPr>
              <a:t>Goal</a:t>
            </a:r>
            <a:r>
              <a:rPr lang="en-US" sz="2000" dirty="0"/>
              <a:t> of the opponent is to </a:t>
            </a:r>
            <a:r>
              <a:rPr lang="en-US" sz="2000" b="1" dirty="0">
                <a:solidFill>
                  <a:srgbClr val="C00000"/>
                </a:solidFill>
              </a:rPr>
              <a:t>obtain information </a:t>
            </a:r>
            <a:r>
              <a:rPr lang="en-US" sz="2000" dirty="0"/>
              <a:t>that is being transmitted</a:t>
            </a:r>
          </a:p>
          <a:p>
            <a:pPr eaLnBrk="1" fontAlgn="auto" hangingPunct="1">
              <a:spcAft>
                <a:spcPts val="0"/>
              </a:spcAft>
              <a:defRPr/>
            </a:pPr>
            <a:endParaRPr lang="en-US" sz="2000" dirty="0"/>
          </a:p>
        </p:txBody>
      </p:sp>
      <p:pic>
        <p:nvPicPr>
          <p:cNvPr id="40965" name="Picture 11"/>
          <p:cNvPicPr>
            <a:picLocks noChangeAspect="1"/>
          </p:cNvPicPr>
          <p:nvPr/>
        </p:nvPicPr>
        <p:blipFill>
          <a:blip r:embed="rId3"/>
          <a:srcRect/>
          <a:stretch>
            <a:fillRect/>
          </a:stretch>
        </p:blipFill>
        <p:spPr bwMode="auto">
          <a:xfrm>
            <a:off x="5943600" y="533400"/>
            <a:ext cx="1914525" cy="2970213"/>
          </a:xfrm>
          <a:prstGeom prst="rect">
            <a:avLst/>
          </a:prstGeom>
          <a:noFill/>
          <a:ln w="9525">
            <a:noFill/>
            <a:miter lim="800000"/>
            <a:headEnd/>
            <a:tailEnd/>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p:cNvPicPr>
            <a:picLocks noChangeAspect="1" noChangeArrowheads="1"/>
          </p:cNvPicPr>
          <p:nvPr/>
        </p:nvPicPr>
        <p:blipFill>
          <a:blip r:embed="rId2"/>
          <a:srcRect/>
          <a:stretch>
            <a:fillRect/>
          </a:stretch>
        </p:blipFill>
        <p:spPr bwMode="auto">
          <a:xfrm>
            <a:off x="1828800" y="2362200"/>
            <a:ext cx="5191125" cy="3276600"/>
          </a:xfrm>
          <a:prstGeom prst="rect">
            <a:avLst/>
          </a:prstGeom>
          <a:noFill/>
          <a:ln w="9525">
            <a:noFill/>
            <a:miter lim="800000"/>
            <a:headEnd/>
            <a:tailEnd/>
          </a:ln>
        </p:spPr>
      </p:pic>
      <p:sp>
        <p:nvSpPr>
          <p:cNvPr id="41987" name="Rectangle 11"/>
          <p:cNvSpPr>
            <a:spLocks noChangeArrowheads="1"/>
          </p:cNvSpPr>
          <p:nvPr/>
        </p:nvSpPr>
        <p:spPr bwMode="auto">
          <a:xfrm>
            <a:off x="762000" y="1219200"/>
            <a:ext cx="7391400" cy="984250"/>
          </a:xfrm>
          <a:prstGeom prst="rect">
            <a:avLst/>
          </a:prstGeom>
          <a:noFill/>
          <a:ln w="38100">
            <a:solidFill>
              <a:schemeClr val="hlink"/>
            </a:solidFill>
            <a:miter lim="800000"/>
            <a:headEnd/>
            <a:tailEnd/>
          </a:ln>
        </p:spPr>
        <p:txBody>
          <a:bodyPr wrap="square">
            <a:spAutoFit/>
          </a:bodyPr>
          <a:lstStyle/>
          <a:p>
            <a:pPr algn="just"/>
            <a:r>
              <a:rPr lang="en-US" sz="2800" dirty="0">
                <a:solidFill>
                  <a:srgbClr val="FF0000"/>
                </a:solidFill>
                <a:latin typeface="Times New Roman" pitchFamily="18" charset="0"/>
              </a:rPr>
              <a:t>Snooping</a:t>
            </a:r>
            <a:r>
              <a:rPr lang="en-US" sz="2800" dirty="0">
                <a:solidFill>
                  <a:srgbClr val="002060"/>
                </a:solidFill>
                <a:latin typeface="Times New Roman" pitchFamily="18" charset="0"/>
              </a:rPr>
              <a:t> refers to unauthorized access to or interception of data.</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p:cNvPicPr>
            <a:picLocks noChangeAspect="1" noChangeArrowheads="1"/>
          </p:cNvPicPr>
          <p:nvPr/>
        </p:nvPicPr>
        <p:blipFill>
          <a:blip r:embed="rId2"/>
          <a:srcRect/>
          <a:stretch>
            <a:fillRect/>
          </a:stretch>
        </p:blipFill>
        <p:spPr bwMode="auto">
          <a:xfrm>
            <a:off x="2133600" y="2590800"/>
            <a:ext cx="6057900" cy="3124200"/>
          </a:xfrm>
          <a:prstGeom prst="rect">
            <a:avLst/>
          </a:prstGeom>
          <a:noFill/>
          <a:ln w="9525">
            <a:noFill/>
            <a:miter lim="800000"/>
            <a:headEnd/>
            <a:tailEnd/>
          </a:ln>
        </p:spPr>
      </p:pic>
      <p:sp>
        <p:nvSpPr>
          <p:cNvPr id="43011" name="Rectangle 13"/>
          <p:cNvSpPr>
            <a:spLocks noChangeArrowheads="1"/>
          </p:cNvSpPr>
          <p:nvPr/>
        </p:nvSpPr>
        <p:spPr bwMode="auto">
          <a:xfrm>
            <a:off x="533400" y="1219200"/>
            <a:ext cx="8077200" cy="984250"/>
          </a:xfrm>
          <a:prstGeom prst="rect">
            <a:avLst/>
          </a:prstGeom>
          <a:noFill/>
          <a:ln w="38100">
            <a:solidFill>
              <a:schemeClr val="hlink"/>
            </a:solidFill>
            <a:miter lim="800000"/>
            <a:headEnd/>
            <a:tailEnd/>
          </a:ln>
        </p:spPr>
        <p:txBody>
          <a:bodyPr wrap="square">
            <a:spAutoFit/>
          </a:bodyPr>
          <a:lstStyle/>
          <a:p>
            <a:pPr algn="just"/>
            <a:r>
              <a:rPr lang="en-US" sz="2800" dirty="0">
                <a:solidFill>
                  <a:srgbClr val="002060"/>
                </a:solidFill>
                <a:latin typeface="Times New Roman" pitchFamily="18" charset="0"/>
              </a:rPr>
              <a:t>Traffic analysis  refers to obtaining some other type of information by monitoring online traffic. </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026"/>
          <p:cNvSpPr>
            <a:spLocks noGrp="1" noChangeArrowheads="1"/>
          </p:cNvSpPr>
          <p:nvPr>
            <p:ph type="title"/>
          </p:nvPr>
        </p:nvSpPr>
        <p:spPr>
          <a:xfrm>
            <a:off x="779463" y="63500"/>
            <a:ext cx="7583487" cy="1003300"/>
          </a:xfrm>
        </p:spPr>
        <p:txBody>
          <a:bodyPr/>
          <a:lstStyle/>
          <a:p>
            <a:pPr eaLnBrk="1" fontAlgn="auto" hangingPunct="1">
              <a:spcAft>
                <a:spcPts val="0"/>
              </a:spcAft>
              <a:defRPr/>
            </a:pPr>
            <a:r>
              <a:rPr lang="en-AU" sz="3200" dirty="0"/>
              <a:t>Active Attacks (4 types)</a:t>
            </a:r>
          </a:p>
        </p:txBody>
      </p:sp>
      <p:sp>
        <p:nvSpPr>
          <p:cNvPr id="10" name="Content Placeholder 9"/>
          <p:cNvSpPr>
            <a:spLocks noGrp="1"/>
          </p:cNvSpPr>
          <p:nvPr>
            <p:ph sz="half" idx="4294967295"/>
          </p:nvPr>
        </p:nvSpPr>
        <p:spPr>
          <a:xfrm>
            <a:off x="228600" y="1295401"/>
            <a:ext cx="8458200" cy="3124200"/>
          </a:xfrm>
          <a:prstGeom prst="rect">
            <a:avLst/>
          </a:prstGeom>
        </p:spPr>
        <p:txBody>
          <a:bodyPr/>
          <a:lstStyle/>
          <a:p>
            <a:pPr eaLnBrk="1" fontAlgn="auto" hangingPunct="1">
              <a:spcAft>
                <a:spcPts val="0"/>
              </a:spcAft>
              <a:defRPr/>
            </a:pPr>
            <a:r>
              <a:rPr lang="en-US" sz="2000" b="1" dirty="0">
                <a:solidFill>
                  <a:srgbClr val="C00000"/>
                </a:solidFill>
              </a:rPr>
              <a:t>Involve some modification </a:t>
            </a:r>
            <a:r>
              <a:rPr lang="en-US" sz="2000" dirty="0">
                <a:solidFill>
                  <a:schemeClr val="tx2">
                    <a:lumMod val="10000"/>
                  </a:schemeClr>
                </a:solidFill>
              </a:rPr>
              <a:t>of the data stream or the creation of a false stream</a:t>
            </a:r>
          </a:p>
          <a:p>
            <a:pPr eaLnBrk="1" fontAlgn="auto" hangingPunct="1">
              <a:spcAft>
                <a:spcPts val="0"/>
              </a:spcAft>
              <a:defRPr/>
            </a:pPr>
            <a:r>
              <a:rPr lang="en-US" sz="2000" b="1" dirty="0">
                <a:solidFill>
                  <a:srgbClr val="C00000"/>
                </a:solidFill>
              </a:rPr>
              <a:t>Difficult to prevent </a:t>
            </a:r>
            <a:r>
              <a:rPr lang="en-US" sz="2000" dirty="0">
                <a:solidFill>
                  <a:schemeClr val="tx2">
                    <a:lumMod val="10000"/>
                  </a:schemeClr>
                </a:solidFill>
              </a:rPr>
              <a:t>because of the wide variety of potential physical, software, and network vulnerabilities</a:t>
            </a:r>
          </a:p>
          <a:p>
            <a:pPr eaLnBrk="1" fontAlgn="auto" hangingPunct="1">
              <a:spcAft>
                <a:spcPts val="0"/>
              </a:spcAft>
              <a:defRPr/>
            </a:pPr>
            <a:r>
              <a:rPr lang="en-US" sz="2000" b="1" dirty="0">
                <a:solidFill>
                  <a:srgbClr val="C00000"/>
                </a:solidFill>
              </a:rPr>
              <a:t>Goal</a:t>
            </a:r>
            <a:r>
              <a:rPr lang="en-US" sz="2000" dirty="0">
                <a:solidFill>
                  <a:schemeClr val="tx2">
                    <a:lumMod val="10000"/>
                  </a:schemeClr>
                </a:solidFill>
              </a:rPr>
              <a:t> is to </a:t>
            </a:r>
            <a:r>
              <a:rPr lang="en-US" sz="2000" b="1" dirty="0">
                <a:solidFill>
                  <a:srgbClr val="C00000"/>
                </a:solidFill>
              </a:rPr>
              <a:t>detect attacks </a:t>
            </a:r>
            <a:r>
              <a:rPr lang="en-US" sz="2000" dirty="0">
                <a:solidFill>
                  <a:schemeClr val="tx2">
                    <a:lumMod val="10000"/>
                  </a:schemeClr>
                </a:solidFill>
              </a:rPr>
              <a:t>and </a:t>
            </a:r>
            <a:r>
              <a:rPr lang="en-US" sz="2000" b="1" dirty="0">
                <a:solidFill>
                  <a:srgbClr val="C00000"/>
                </a:solidFill>
              </a:rPr>
              <a:t>to recover </a:t>
            </a:r>
            <a:r>
              <a:rPr lang="en-US" sz="2000" dirty="0">
                <a:solidFill>
                  <a:schemeClr val="tx2">
                    <a:lumMod val="10000"/>
                  </a:schemeClr>
                </a:solidFill>
              </a:rPr>
              <a:t>from any disruption or delays caused by them</a:t>
            </a:r>
          </a:p>
        </p:txBody>
      </p:sp>
      <p:pic>
        <p:nvPicPr>
          <p:cNvPr id="44036" name="Picture 12"/>
          <p:cNvPicPr>
            <a:picLocks noChangeAspect="1"/>
          </p:cNvPicPr>
          <p:nvPr/>
        </p:nvPicPr>
        <p:blipFill>
          <a:blip r:embed="rId3"/>
          <a:srcRect/>
          <a:stretch>
            <a:fillRect/>
          </a:stretch>
        </p:blipFill>
        <p:spPr bwMode="auto">
          <a:xfrm>
            <a:off x="4876800" y="4495800"/>
            <a:ext cx="1371600" cy="1579563"/>
          </a:xfrm>
          <a:prstGeom prst="rect">
            <a:avLst/>
          </a:prstGeom>
          <a:noFill/>
          <a:ln w="9525">
            <a:noFill/>
            <a:miter lim="800000"/>
            <a:headEnd/>
            <a:tailEnd/>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583488" cy="774700"/>
          </a:xfrm>
        </p:spPr>
        <p:txBody>
          <a:bodyPr/>
          <a:lstStyle/>
          <a:p>
            <a:pPr>
              <a:defRPr/>
            </a:pPr>
            <a:endParaRPr lang="en-US" dirty="0"/>
          </a:p>
        </p:txBody>
      </p:sp>
      <p:sp>
        <p:nvSpPr>
          <p:cNvPr id="45059" name="Rectangle 11"/>
          <p:cNvSpPr>
            <a:spLocks noChangeArrowheads="1"/>
          </p:cNvSpPr>
          <p:nvPr/>
        </p:nvSpPr>
        <p:spPr bwMode="auto">
          <a:xfrm>
            <a:off x="609600" y="1371600"/>
            <a:ext cx="8001000" cy="830997"/>
          </a:xfrm>
          <a:prstGeom prst="rect">
            <a:avLst/>
          </a:prstGeom>
          <a:noFill/>
          <a:ln w="28575">
            <a:solidFill>
              <a:schemeClr val="hlink"/>
            </a:solidFill>
            <a:miter lim="800000"/>
            <a:headEnd/>
            <a:tailEnd/>
          </a:ln>
        </p:spPr>
        <p:txBody>
          <a:bodyPr wrap="square">
            <a:spAutoFit/>
          </a:bodyPr>
          <a:lstStyle/>
          <a:p>
            <a:pPr algn="just"/>
            <a:r>
              <a:rPr lang="en-US" sz="2400" b="1" dirty="0">
                <a:solidFill>
                  <a:srgbClr val="FF0000"/>
                </a:solidFill>
                <a:latin typeface="Times New Roman" pitchFamily="18" charset="0"/>
              </a:rPr>
              <a:t>Modification</a:t>
            </a:r>
            <a:r>
              <a:rPr lang="en-US" sz="2400" dirty="0">
                <a:solidFill>
                  <a:srgbClr val="002060"/>
                </a:solidFill>
                <a:latin typeface="Times New Roman" pitchFamily="18" charset="0"/>
              </a:rPr>
              <a:t> means that the attacker intercepts the message and changes it.</a:t>
            </a:r>
          </a:p>
        </p:txBody>
      </p:sp>
      <p:sp>
        <p:nvSpPr>
          <p:cNvPr id="45060" name="Rectangle 12"/>
          <p:cNvSpPr>
            <a:spLocks noChangeArrowheads="1"/>
          </p:cNvSpPr>
          <p:nvPr/>
        </p:nvSpPr>
        <p:spPr bwMode="auto">
          <a:xfrm>
            <a:off x="609600" y="2514600"/>
            <a:ext cx="8001000" cy="830997"/>
          </a:xfrm>
          <a:prstGeom prst="rect">
            <a:avLst/>
          </a:prstGeom>
          <a:noFill/>
          <a:ln w="28575">
            <a:solidFill>
              <a:schemeClr val="hlink"/>
            </a:solidFill>
            <a:miter lim="800000"/>
            <a:headEnd/>
            <a:tailEnd/>
          </a:ln>
        </p:spPr>
        <p:txBody>
          <a:bodyPr wrap="square">
            <a:spAutoFit/>
          </a:bodyPr>
          <a:lstStyle/>
          <a:p>
            <a:pPr algn="just"/>
            <a:r>
              <a:rPr lang="en-US" sz="2400" b="1" dirty="0">
                <a:solidFill>
                  <a:srgbClr val="FF0000"/>
                </a:solidFill>
                <a:latin typeface="Times New Roman" pitchFamily="18" charset="0"/>
              </a:rPr>
              <a:t>Masquerading</a:t>
            </a:r>
            <a:r>
              <a:rPr lang="en-US" sz="2400" dirty="0">
                <a:solidFill>
                  <a:srgbClr val="002060"/>
                </a:solidFill>
                <a:latin typeface="Times New Roman" pitchFamily="18" charset="0"/>
              </a:rPr>
              <a:t> or spoofing happens when the attacker impersonates somebody else.</a:t>
            </a:r>
          </a:p>
        </p:txBody>
      </p:sp>
      <p:sp>
        <p:nvSpPr>
          <p:cNvPr id="45061" name="Rectangle 14"/>
          <p:cNvSpPr>
            <a:spLocks noChangeArrowheads="1"/>
          </p:cNvSpPr>
          <p:nvPr/>
        </p:nvSpPr>
        <p:spPr bwMode="auto">
          <a:xfrm>
            <a:off x="609600" y="3717925"/>
            <a:ext cx="8001000" cy="830997"/>
          </a:xfrm>
          <a:prstGeom prst="rect">
            <a:avLst/>
          </a:prstGeom>
          <a:noFill/>
          <a:ln w="28575">
            <a:solidFill>
              <a:schemeClr val="hlink"/>
            </a:solidFill>
            <a:miter lim="800000"/>
            <a:headEnd/>
            <a:tailEnd/>
          </a:ln>
        </p:spPr>
        <p:txBody>
          <a:bodyPr wrap="square">
            <a:spAutoFit/>
          </a:bodyPr>
          <a:lstStyle/>
          <a:p>
            <a:pPr algn="just"/>
            <a:r>
              <a:rPr lang="en-US" sz="2400" b="1" dirty="0">
                <a:solidFill>
                  <a:srgbClr val="FF0000"/>
                </a:solidFill>
                <a:latin typeface="Times New Roman" pitchFamily="18" charset="0"/>
              </a:rPr>
              <a:t>Replaying</a:t>
            </a:r>
            <a:r>
              <a:rPr lang="en-US" sz="2400" dirty="0">
                <a:solidFill>
                  <a:srgbClr val="002060"/>
                </a:solidFill>
                <a:latin typeface="Times New Roman" pitchFamily="18" charset="0"/>
              </a:rPr>
              <a:t> means the attacker obtains a copy </a:t>
            </a:r>
            <a:br>
              <a:rPr lang="en-US" sz="2400" dirty="0">
                <a:solidFill>
                  <a:srgbClr val="002060"/>
                </a:solidFill>
                <a:latin typeface="Times New Roman" pitchFamily="18" charset="0"/>
              </a:rPr>
            </a:br>
            <a:r>
              <a:rPr lang="en-US" sz="2400" dirty="0">
                <a:solidFill>
                  <a:srgbClr val="002060"/>
                </a:solidFill>
                <a:latin typeface="Times New Roman" pitchFamily="18" charset="0"/>
              </a:rPr>
              <a:t>of a message sent by a user and later tries to replay it. </a:t>
            </a:r>
          </a:p>
        </p:txBody>
      </p:sp>
      <p:sp>
        <p:nvSpPr>
          <p:cNvPr id="45062" name="Rectangle 16"/>
          <p:cNvSpPr>
            <a:spLocks noChangeArrowheads="1"/>
          </p:cNvSpPr>
          <p:nvPr/>
        </p:nvSpPr>
        <p:spPr bwMode="auto">
          <a:xfrm>
            <a:off x="609600" y="4860925"/>
            <a:ext cx="8001000" cy="1200329"/>
          </a:xfrm>
          <a:prstGeom prst="rect">
            <a:avLst/>
          </a:prstGeom>
          <a:noFill/>
          <a:ln w="28575">
            <a:solidFill>
              <a:schemeClr val="hlink"/>
            </a:solidFill>
            <a:miter lim="800000"/>
            <a:headEnd/>
            <a:tailEnd/>
          </a:ln>
        </p:spPr>
        <p:txBody>
          <a:bodyPr wrap="square">
            <a:spAutoFit/>
          </a:bodyPr>
          <a:lstStyle/>
          <a:p>
            <a:pPr algn="just"/>
            <a:r>
              <a:rPr lang="en-US" sz="2400" b="1" dirty="0">
                <a:solidFill>
                  <a:srgbClr val="FF0000"/>
                </a:solidFill>
                <a:latin typeface="Times New Roman" pitchFamily="18" charset="0"/>
              </a:rPr>
              <a:t>Repudiation</a:t>
            </a:r>
            <a:r>
              <a:rPr lang="en-US" sz="2400" dirty="0">
                <a:solidFill>
                  <a:srgbClr val="002060"/>
                </a:solidFill>
                <a:latin typeface="Times New Roman" pitchFamily="18" charset="0"/>
              </a:rPr>
              <a:t> means that  sender of the message might later deny that she has sent the message; the receiver of the message might later deny that he has received the message.</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583488" cy="774700"/>
          </a:xfrm>
        </p:spPr>
        <p:txBody>
          <a:bodyPr/>
          <a:lstStyle/>
          <a:p>
            <a:pPr>
              <a:defRPr/>
            </a:pPr>
            <a:endParaRPr lang="en-US"/>
          </a:p>
        </p:txBody>
      </p:sp>
      <p:sp>
        <p:nvSpPr>
          <p:cNvPr id="46083" name="Rectangle 11"/>
          <p:cNvSpPr>
            <a:spLocks noChangeArrowheads="1"/>
          </p:cNvSpPr>
          <p:nvPr/>
        </p:nvSpPr>
        <p:spPr bwMode="auto">
          <a:xfrm>
            <a:off x="685800" y="1600200"/>
            <a:ext cx="8153400" cy="707886"/>
          </a:xfrm>
          <a:prstGeom prst="rect">
            <a:avLst/>
          </a:prstGeom>
          <a:noFill/>
          <a:ln w="28575">
            <a:solidFill>
              <a:schemeClr val="hlink"/>
            </a:solidFill>
            <a:miter lim="800000"/>
            <a:headEnd/>
            <a:tailEnd/>
          </a:ln>
        </p:spPr>
        <p:txBody>
          <a:bodyPr wrap="square">
            <a:spAutoFit/>
          </a:bodyPr>
          <a:lstStyle/>
          <a:p>
            <a:pPr algn="just"/>
            <a:r>
              <a:rPr lang="en-US" sz="2000" b="1" dirty="0">
                <a:solidFill>
                  <a:srgbClr val="002060"/>
                </a:solidFill>
                <a:latin typeface="Times New Roman" pitchFamily="18" charset="0"/>
              </a:rPr>
              <a:t>Denial of service (</a:t>
            </a:r>
            <a:r>
              <a:rPr lang="en-US" sz="2000" b="1" dirty="0" err="1">
                <a:solidFill>
                  <a:srgbClr val="002060"/>
                </a:solidFill>
                <a:latin typeface="Times New Roman" pitchFamily="18" charset="0"/>
              </a:rPr>
              <a:t>DoS</a:t>
            </a:r>
            <a:r>
              <a:rPr lang="en-US" sz="2000" b="1" dirty="0">
                <a:solidFill>
                  <a:srgbClr val="002060"/>
                </a:solidFill>
                <a:latin typeface="Times New Roman" pitchFamily="18" charset="0"/>
              </a:rPr>
              <a:t>) </a:t>
            </a:r>
            <a:r>
              <a:rPr lang="en-US" sz="2000" dirty="0">
                <a:solidFill>
                  <a:srgbClr val="002060"/>
                </a:solidFill>
                <a:latin typeface="Times New Roman" pitchFamily="18" charset="0"/>
              </a:rPr>
              <a:t>is a very common attack. It may slow down or totally interrupt the service of a system. </a:t>
            </a:r>
          </a:p>
        </p:txBody>
      </p:sp>
      <p:pic>
        <p:nvPicPr>
          <p:cNvPr id="46084" name="Picture 12"/>
          <p:cNvPicPr>
            <a:picLocks noChangeAspect="1" noChangeArrowheads="1"/>
          </p:cNvPicPr>
          <p:nvPr/>
        </p:nvPicPr>
        <p:blipFill>
          <a:blip r:embed="rId2"/>
          <a:srcRect/>
          <a:stretch>
            <a:fillRect/>
          </a:stretch>
        </p:blipFill>
        <p:spPr bwMode="auto">
          <a:xfrm>
            <a:off x="818945" y="3048000"/>
            <a:ext cx="7859070" cy="2622550"/>
          </a:xfrm>
          <a:prstGeom prst="rect">
            <a:avLst/>
          </a:prstGeom>
          <a:noFill/>
          <a:ln w="9525">
            <a:noFill/>
            <a:miter lim="800000"/>
            <a:headEnd/>
            <a:tailEnd/>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2"/>
          <p:cNvGraphicFramePr>
            <a:graphicFrameLocks/>
          </p:cNvGraphicFramePr>
          <p:nvPr/>
        </p:nvGraphicFramePr>
        <p:xfrm>
          <a:off x="4572000" y="1371600"/>
          <a:ext cx="3962399" cy="4343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Content Placeholder 12"/>
          <p:cNvGraphicFramePr>
            <a:graphicFrameLocks/>
          </p:cNvGraphicFramePr>
          <p:nvPr/>
        </p:nvGraphicFramePr>
        <p:xfrm>
          <a:off x="381000" y="1295400"/>
          <a:ext cx="3886199" cy="44958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47108" name="Rectangle 4"/>
          <p:cNvSpPr>
            <a:spLocks noChangeArrowheads="1"/>
          </p:cNvSpPr>
          <p:nvPr/>
        </p:nvSpPr>
        <p:spPr bwMode="auto">
          <a:xfrm>
            <a:off x="2133600" y="304800"/>
            <a:ext cx="4789260" cy="584775"/>
          </a:xfrm>
          <a:prstGeom prst="rect">
            <a:avLst/>
          </a:prstGeom>
          <a:noFill/>
          <a:ln w="9525">
            <a:noFill/>
            <a:miter lim="800000"/>
            <a:headEnd/>
            <a:tailEnd/>
          </a:ln>
        </p:spPr>
        <p:txBody>
          <a:bodyPr wrap="none">
            <a:spAutoFit/>
          </a:bodyPr>
          <a:lstStyle/>
          <a:p>
            <a:r>
              <a:rPr lang="en-AU" sz="3200" b="1" dirty="0">
                <a:solidFill>
                  <a:srgbClr val="C00000"/>
                </a:solidFill>
              </a:rPr>
              <a:t>Active Attacks (4 types)</a:t>
            </a:r>
            <a:endParaRPr lang="en-US" sz="3200" b="1" dirty="0">
              <a:solidFill>
                <a:srgbClr val="C00000"/>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583488" cy="774700"/>
          </a:xfrm>
        </p:spPr>
        <p:txBody>
          <a:bodyPr/>
          <a:lstStyle/>
          <a:p>
            <a:pPr>
              <a:defRPr/>
            </a:pPr>
            <a:endParaRPr lang="en-US"/>
          </a:p>
        </p:txBody>
      </p:sp>
      <p:pic>
        <p:nvPicPr>
          <p:cNvPr id="48131" name="Picture 2"/>
          <p:cNvPicPr>
            <a:picLocks noChangeAspect="1" noChangeArrowheads="1"/>
          </p:cNvPicPr>
          <p:nvPr/>
        </p:nvPicPr>
        <p:blipFill>
          <a:blip r:embed="rId2"/>
          <a:srcRect/>
          <a:stretch>
            <a:fillRect/>
          </a:stretch>
        </p:blipFill>
        <p:spPr bwMode="auto">
          <a:xfrm>
            <a:off x="2590800" y="990600"/>
            <a:ext cx="4200525" cy="2581275"/>
          </a:xfrm>
          <a:prstGeom prst="rect">
            <a:avLst/>
          </a:prstGeom>
          <a:noFill/>
          <a:ln w="9525">
            <a:noFill/>
            <a:miter lim="800000"/>
            <a:headEnd/>
            <a:tailEnd/>
          </a:ln>
        </p:spPr>
      </p:pic>
      <p:pic>
        <p:nvPicPr>
          <p:cNvPr id="48132" name="Picture 3"/>
          <p:cNvPicPr>
            <a:picLocks noChangeAspect="1" noChangeArrowheads="1"/>
          </p:cNvPicPr>
          <p:nvPr/>
        </p:nvPicPr>
        <p:blipFill>
          <a:blip r:embed="rId3"/>
          <a:srcRect/>
          <a:stretch>
            <a:fillRect/>
          </a:stretch>
        </p:blipFill>
        <p:spPr bwMode="auto">
          <a:xfrm>
            <a:off x="2667000" y="3733800"/>
            <a:ext cx="4105275" cy="2590800"/>
          </a:xfrm>
          <a:prstGeom prst="rect">
            <a:avLst/>
          </a:prstGeom>
          <a:noFill/>
          <a:ln w="9525">
            <a:noFill/>
            <a:miter lim="800000"/>
            <a:headEnd/>
            <a:tailEnd/>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28600"/>
            <a:ext cx="7583488" cy="1282700"/>
          </a:xfrm>
        </p:spPr>
        <p:txBody>
          <a:bodyPr/>
          <a:lstStyle/>
          <a:p>
            <a:pPr>
              <a:defRPr/>
            </a:pPr>
            <a:endParaRPr lang="en-US"/>
          </a:p>
        </p:txBody>
      </p:sp>
      <p:pic>
        <p:nvPicPr>
          <p:cNvPr id="49155" name="Picture 3"/>
          <p:cNvPicPr>
            <a:picLocks noChangeAspect="1" noChangeArrowheads="1"/>
          </p:cNvPicPr>
          <p:nvPr/>
        </p:nvPicPr>
        <p:blipFill>
          <a:blip r:embed="rId2"/>
          <a:srcRect/>
          <a:stretch>
            <a:fillRect/>
          </a:stretch>
        </p:blipFill>
        <p:spPr bwMode="auto">
          <a:xfrm>
            <a:off x="2514600" y="4038600"/>
            <a:ext cx="3962400" cy="2419350"/>
          </a:xfrm>
          <a:prstGeom prst="rect">
            <a:avLst/>
          </a:prstGeom>
          <a:noFill/>
          <a:ln w="9525">
            <a:noFill/>
            <a:miter lim="800000"/>
            <a:headEnd/>
            <a:tailEnd/>
          </a:ln>
        </p:spPr>
      </p:pic>
      <p:pic>
        <p:nvPicPr>
          <p:cNvPr id="49156" name="Picture 4"/>
          <p:cNvPicPr>
            <a:picLocks noChangeAspect="1" noChangeArrowheads="1"/>
          </p:cNvPicPr>
          <p:nvPr/>
        </p:nvPicPr>
        <p:blipFill>
          <a:blip r:embed="rId3"/>
          <a:srcRect/>
          <a:stretch>
            <a:fillRect/>
          </a:stretch>
        </p:blipFill>
        <p:spPr bwMode="auto">
          <a:xfrm>
            <a:off x="2438400" y="1219200"/>
            <a:ext cx="4095750" cy="2533650"/>
          </a:xfrm>
          <a:prstGeom prst="rect">
            <a:avLst/>
          </a:prstGeom>
          <a:noFill/>
          <a:ln w="9525">
            <a:noFill/>
            <a:miter lim="800000"/>
            <a:headEnd/>
            <a:tailEnd/>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fld id="{AD256926-5E61-49C2-B98D-68B68CFE9E0B}" type="slidenum">
              <a:rPr lang="en-US" altLang="tr-TR" sz="1400"/>
              <a:pPr/>
              <a:t>62</a:t>
            </a:fld>
            <a:endParaRPr lang="en-US" altLang="tr-TR" sz="1400"/>
          </a:p>
        </p:txBody>
      </p:sp>
      <p:sp>
        <p:nvSpPr>
          <p:cNvPr id="61443" name="Rectangle 2"/>
          <p:cNvSpPr>
            <a:spLocks noGrp="1" noChangeArrowheads="1"/>
          </p:cNvSpPr>
          <p:nvPr>
            <p:ph type="title"/>
          </p:nvPr>
        </p:nvSpPr>
        <p:spPr/>
        <p:txBody>
          <a:bodyPr/>
          <a:lstStyle/>
          <a:p>
            <a:pPr eaLnBrk="1" hangingPunct="1"/>
            <a:r>
              <a:rPr lang="en-US" altLang="tr-TR"/>
              <a:t>Security Services</a:t>
            </a:r>
          </a:p>
        </p:txBody>
      </p:sp>
      <p:sp>
        <p:nvSpPr>
          <p:cNvPr id="61444" name="Rectangle 3"/>
          <p:cNvSpPr>
            <a:spLocks noGrp="1" noChangeArrowheads="1"/>
          </p:cNvSpPr>
          <p:nvPr>
            <p:ph type="body" idx="1"/>
          </p:nvPr>
        </p:nvSpPr>
        <p:spPr>
          <a:xfrm>
            <a:off x="685800" y="1752600"/>
            <a:ext cx="7772400" cy="4495800"/>
          </a:xfrm>
        </p:spPr>
        <p:txBody>
          <a:bodyPr/>
          <a:lstStyle/>
          <a:p>
            <a:pPr eaLnBrk="1" hangingPunct="1">
              <a:lnSpc>
                <a:spcPct val="90000"/>
              </a:lnSpc>
            </a:pPr>
            <a:r>
              <a:rPr lang="en-US" altLang="tr-TR"/>
              <a:t>to prevent or detect attacks</a:t>
            </a:r>
          </a:p>
          <a:p>
            <a:pPr eaLnBrk="1" hangingPunct="1">
              <a:lnSpc>
                <a:spcPct val="90000"/>
              </a:lnSpc>
            </a:pPr>
            <a:r>
              <a:rPr lang="en-US" altLang="tr-TR"/>
              <a:t>to enhance the security </a:t>
            </a:r>
          </a:p>
          <a:p>
            <a:pPr eaLnBrk="1" hangingPunct="1">
              <a:lnSpc>
                <a:spcPct val="90000"/>
              </a:lnSpc>
            </a:pPr>
            <a:r>
              <a:rPr lang="en-US" altLang="tr-TR"/>
              <a:t>replicate functions of physical documents</a:t>
            </a:r>
          </a:p>
          <a:p>
            <a:pPr lvl="1" eaLnBrk="1" hangingPunct="1">
              <a:lnSpc>
                <a:spcPct val="90000"/>
              </a:lnSpc>
            </a:pPr>
            <a:r>
              <a:rPr lang="en-US" altLang="tr-TR"/>
              <a:t>e.g.</a:t>
            </a:r>
          </a:p>
          <a:p>
            <a:pPr lvl="2" eaLnBrk="1" hangingPunct="1">
              <a:lnSpc>
                <a:spcPct val="90000"/>
              </a:lnSpc>
            </a:pPr>
            <a:r>
              <a:rPr lang="en-US" altLang="tr-TR"/>
              <a:t>have signatures, dates</a:t>
            </a:r>
          </a:p>
          <a:p>
            <a:pPr lvl="2" eaLnBrk="1" hangingPunct="1">
              <a:lnSpc>
                <a:spcPct val="90000"/>
              </a:lnSpc>
            </a:pPr>
            <a:r>
              <a:rPr lang="en-US" altLang="tr-TR"/>
              <a:t>need protection from disclosure, tampering, or destruction</a:t>
            </a:r>
          </a:p>
          <a:p>
            <a:pPr lvl="2" eaLnBrk="1" hangingPunct="1">
              <a:lnSpc>
                <a:spcPct val="90000"/>
              </a:lnSpc>
            </a:pPr>
            <a:r>
              <a:rPr lang="en-US" altLang="tr-TR"/>
              <a:t>notarize</a:t>
            </a:r>
          </a:p>
          <a:p>
            <a:pPr lvl="2" eaLnBrk="1" hangingPunct="1">
              <a:lnSpc>
                <a:spcPct val="90000"/>
              </a:lnSpc>
            </a:pPr>
            <a:r>
              <a:rPr lang="en-US" altLang="tr-TR"/>
              <a:t>record</a:t>
            </a:r>
          </a:p>
        </p:txBody>
      </p:sp>
    </p:spTree>
    <p:extLst>
      <p:ext uri="{BB962C8B-B14F-4D97-AF65-F5344CB8AC3E}">
        <p14:creationId xmlns:p14="http://schemas.microsoft.com/office/powerpoint/2010/main" val="56978980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fld id="{B36453AB-0FBB-47AC-BF99-280039EFE313}" type="slidenum">
              <a:rPr lang="en-US" altLang="tr-TR" sz="1400"/>
              <a:pPr/>
              <a:t>63</a:t>
            </a:fld>
            <a:endParaRPr lang="en-US" altLang="tr-TR" sz="1400"/>
          </a:p>
        </p:txBody>
      </p:sp>
      <p:sp>
        <p:nvSpPr>
          <p:cNvPr id="63491" name="Rectangle 2"/>
          <p:cNvSpPr>
            <a:spLocks noGrp="1" noChangeArrowheads="1"/>
          </p:cNvSpPr>
          <p:nvPr>
            <p:ph type="title"/>
          </p:nvPr>
        </p:nvSpPr>
        <p:spPr>
          <a:xfrm>
            <a:off x="381000" y="228600"/>
            <a:ext cx="7772400" cy="990600"/>
          </a:xfrm>
        </p:spPr>
        <p:txBody>
          <a:bodyPr/>
          <a:lstStyle/>
          <a:p>
            <a:pPr eaLnBrk="1" hangingPunct="1"/>
            <a:r>
              <a:rPr lang="en-US" altLang="tr-TR" dirty="0"/>
              <a:t>Basic Security Services</a:t>
            </a:r>
          </a:p>
        </p:txBody>
      </p:sp>
      <p:sp>
        <p:nvSpPr>
          <p:cNvPr id="25604" name="Rectangle 3"/>
          <p:cNvSpPr>
            <a:spLocks noGrp="1" noChangeArrowheads="1"/>
          </p:cNvSpPr>
          <p:nvPr>
            <p:ph type="body" idx="1"/>
          </p:nvPr>
        </p:nvSpPr>
        <p:spPr>
          <a:xfrm>
            <a:off x="381000" y="1066800"/>
            <a:ext cx="7772400" cy="5486400"/>
          </a:xfrm>
        </p:spPr>
        <p:txBody>
          <a:bodyPr/>
          <a:lstStyle/>
          <a:p>
            <a:pPr eaLnBrk="1" hangingPunct="1">
              <a:defRPr/>
            </a:pPr>
            <a:r>
              <a:rPr lang="en-US" altLang="tr-TR" sz="2800" dirty="0"/>
              <a:t>Authentication</a:t>
            </a:r>
          </a:p>
          <a:p>
            <a:pPr lvl="1" eaLnBrk="1" hangingPunct="1">
              <a:defRPr/>
            </a:pPr>
            <a:r>
              <a:rPr lang="en-US" altLang="tr-TR" sz="2400" dirty="0"/>
              <a:t>assurance that the communicating entity is the one it claims to be</a:t>
            </a:r>
          </a:p>
          <a:p>
            <a:pPr lvl="1" eaLnBrk="1" hangingPunct="1">
              <a:defRPr/>
            </a:pPr>
            <a:r>
              <a:rPr lang="en-US" altLang="tr-TR" sz="2400" dirty="0"/>
              <a:t>peer entity authentication </a:t>
            </a:r>
          </a:p>
          <a:p>
            <a:pPr lvl="2" eaLnBrk="1" hangingPunct="1">
              <a:defRPr/>
            </a:pPr>
            <a:r>
              <a:rPr lang="en-US" altLang="tr-TR" sz="2000" dirty="0"/>
              <a:t>mutual confidence in the identities of the parties involved in a connection</a:t>
            </a:r>
          </a:p>
          <a:p>
            <a:pPr lvl="1" eaLnBrk="1" hangingPunct="1">
              <a:defRPr/>
            </a:pPr>
            <a:r>
              <a:rPr lang="en-US" altLang="tr-TR" sz="2400" dirty="0"/>
              <a:t>Data-origin authentication</a:t>
            </a:r>
          </a:p>
          <a:p>
            <a:pPr lvl="2" eaLnBrk="1" hangingPunct="1">
              <a:defRPr/>
            </a:pPr>
            <a:r>
              <a:rPr lang="en-US" altLang="tr-TR" sz="2000" dirty="0"/>
              <a:t>assurance about the source of the received data</a:t>
            </a:r>
          </a:p>
          <a:p>
            <a:pPr eaLnBrk="1" hangingPunct="1">
              <a:defRPr/>
            </a:pPr>
            <a:r>
              <a:rPr lang="en-US" altLang="tr-TR" sz="2800" dirty="0"/>
              <a:t>Access Control</a:t>
            </a:r>
          </a:p>
          <a:p>
            <a:pPr lvl="1" eaLnBrk="1" hangingPunct="1">
              <a:defRPr/>
            </a:pPr>
            <a:r>
              <a:rPr lang="en-US" altLang="tr-TR" sz="2400" dirty="0"/>
              <a:t>prevention of the unauthorized use of a resource</a:t>
            </a:r>
            <a:endParaRPr lang="tr-TR" altLang="tr-TR" sz="2400" dirty="0"/>
          </a:p>
          <a:p>
            <a:pPr lvl="1" eaLnBrk="1" hangingPunct="1">
              <a:defRPr/>
            </a:pPr>
            <a:r>
              <a:rPr lang="tr-TR" altLang="tr-TR" sz="2400" dirty="0"/>
              <a:t>t</a:t>
            </a:r>
            <a:r>
              <a:rPr lang="en-US" altLang="tr-TR" sz="2400" dirty="0"/>
              <a:t>o achieve this, each entity trying to gain access must first be identified</a:t>
            </a:r>
            <a:r>
              <a:rPr lang="tr-TR" altLang="tr-TR" sz="2400" dirty="0"/>
              <a:t> </a:t>
            </a:r>
            <a:r>
              <a:rPr lang="tr-TR" altLang="tr-TR" sz="2400" dirty="0" err="1"/>
              <a:t>and</a:t>
            </a:r>
            <a:r>
              <a:rPr lang="tr-TR" altLang="tr-TR" sz="2400" dirty="0"/>
              <a:t> </a:t>
            </a:r>
            <a:r>
              <a:rPr lang="en-US" altLang="tr-TR" sz="2400" dirty="0"/>
              <a:t>authenticated, so that access rights can be tailored to the individual</a:t>
            </a:r>
          </a:p>
          <a:p>
            <a:pPr eaLnBrk="1" hangingPunct="1">
              <a:defRPr/>
            </a:pPr>
            <a:endParaRPr lang="en-US" altLang="tr-TR" sz="2800" dirty="0"/>
          </a:p>
        </p:txBody>
      </p:sp>
    </p:spTree>
    <p:extLst>
      <p:ext uri="{BB962C8B-B14F-4D97-AF65-F5344CB8AC3E}">
        <p14:creationId xmlns:p14="http://schemas.microsoft.com/office/powerpoint/2010/main" val="383651218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fld id="{7F0F5A4C-9BAD-4E33-9171-8F5F1625510C}" type="slidenum">
              <a:rPr lang="en-US" altLang="tr-TR" sz="1400"/>
              <a:pPr/>
              <a:t>64</a:t>
            </a:fld>
            <a:endParaRPr lang="en-US" altLang="tr-TR" sz="1400"/>
          </a:p>
        </p:txBody>
      </p:sp>
      <p:sp>
        <p:nvSpPr>
          <p:cNvPr id="67587" name="Rectangle 2"/>
          <p:cNvSpPr>
            <a:spLocks noGrp="1" noChangeArrowheads="1"/>
          </p:cNvSpPr>
          <p:nvPr>
            <p:ph type="title"/>
          </p:nvPr>
        </p:nvSpPr>
        <p:spPr/>
        <p:txBody>
          <a:bodyPr/>
          <a:lstStyle/>
          <a:p>
            <a:pPr eaLnBrk="1" hangingPunct="1"/>
            <a:r>
              <a:rPr lang="en-US" altLang="tr-TR"/>
              <a:t>Basic Security Services</a:t>
            </a:r>
          </a:p>
        </p:txBody>
      </p:sp>
      <p:sp>
        <p:nvSpPr>
          <p:cNvPr id="67588" name="Rectangle 3"/>
          <p:cNvSpPr>
            <a:spLocks noGrp="1" noChangeArrowheads="1"/>
          </p:cNvSpPr>
          <p:nvPr>
            <p:ph type="body" idx="1"/>
          </p:nvPr>
        </p:nvSpPr>
        <p:spPr>
          <a:xfrm>
            <a:off x="609600" y="1524000"/>
            <a:ext cx="7772400" cy="4114800"/>
          </a:xfrm>
        </p:spPr>
        <p:txBody>
          <a:bodyPr/>
          <a:lstStyle/>
          <a:p>
            <a:pPr eaLnBrk="1" hangingPunct="1">
              <a:lnSpc>
                <a:spcPct val="90000"/>
              </a:lnSpc>
            </a:pPr>
            <a:r>
              <a:rPr lang="en-US" altLang="tr-TR" dirty="0"/>
              <a:t>Non-Repudiation</a:t>
            </a:r>
          </a:p>
          <a:p>
            <a:pPr lvl="1" eaLnBrk="1" hangingPunct="1">
              <a:lnSpc>
                <a:spcPct val="90000"/>
              </a:lnSpc>
            </a:pPr>
            <a:r>
              <a:rPr lang="en-US" altLang="tr-TR" dirty="0"/>
              <a:t>protection against denial by one of the parties in a communication</a:t>
            </a:r>
          </a:p>
          <a:p>
            <a:pPr lvl="1" eaLnBrk="1" hangingPunct="1">
              <a:lnSpc>
                <a:spcPct val="90000"/>
              </a:lnSpc>
            </a:pPr>
            <a:r>
              <a:rPr lang="en-US" altLang="tr-TR" dirty="0"/>
              <a:t>Origin non-repudiation</a:t>
            </a:r>
          </a:p>
          <a:p>
            <a:pPr lvl="2" eaLnBrk="1" hangingPunct="1">
              <a:lnSpc>
                <a:spcPct val="90000"/>
              </a:lnSpc>
            </a:pPr>
            <a:r>
              <a:rPr lang="en-US" altLang="tr-TR" dirty="0"/>
              <a:t>proof that the message was sent by the specified party</a:t>
            </a:r>
          </a:p>
          <a:p>
            <a:pPr lvl="1" eaLnBrk="1" hangingPunct="1">
              <a:lnSpc>
                <a:spcPct val="90000"/>
              </a:lnSpc>
            </a:pPr>
            <a:r>
              <a:rPr lang="en-US" altLang="tr-TR" dirty="0"/>
              <a:t>Destination non-repudiation</a:t>
            </a:r>
          </a:p>
          <a:p>
            <a:pPr lvl="2" eaLnBrk="1" hangingPunct="1">
              <a:lnSpc>
                <a:spcPct val="90000"/>
              </a:lnSpc>
            </a:pPr>
            <a:r>
              <a:rPr lang="en-US" altLang="tr-TR" dirty="0"/>
              <a:t>proof that the message was received by the specified party</a:t>
            </a:r>
          </a:p>
        </p:txBody>
      </p:sp>
    </p:spTree>
    <p:extLst>
      <p:ext uri="{BB962C8B-B14F-4D97-AF65-F5344CB8AC3E}">
        <p14:creationId xmlns:p14="http://schemas.microsoft.com/office/powerpoint/2010/main" val="245586297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fld id="{B13873E4-D58B-41E2-B9E7-F5DF3446C3EC}" type="slidenum">
              <a:rPr lang="en-US" altLang="tr-TR" sz="1400"/>
              <a:pPr/>
              <a:t>65</a:t>
            </a:fld>
            <a:endParaRPr lang="en-US" altLang="tr-TR" sz="1400"/>
          </a:p>
        </p:txBody>
      </p:sp>
      <p:sp>
        <p:nvSpPr>
          <p:cNvPr id="69635" name="Rectangle 2"/>
          <p:cNvSpPr>
            <a:spLocks noGrp="1" noChangeArrowheads="1"/>
          </p:cNvSpPr>
          <p:nvPr>
            <p:ph type="title"/>
          </p:nvPr>
        </p:nvSpPr>
        <p:spPr/>
        <p:txBody>
          <a:bodyPr/>
          <a:lstStyle/>
          <a:p>
            <a:pPr eaLnBrk="1" hangingPunct="1"/>
            <a:r>
              <a:rPr lang="en-US" altLang="tr-TR"/>
              <a:t>Relationships</a:t>
            </a:r>
          </a:p>
        </p:txBody>
      </p:sp>
      <p:sp>
        <p:nvSpPr>
          <p:cNvPr id="69636" name="Rectangle 3"/>
          <p:cNvSpPr>
            <a:spLocks noGrp="1" noChangeArrowheads="1"/>
          </p:cNvSpPr>
          <p:nvPr>
            <p:ph type="body" idx="1"/>
          </p:nvPr>
        </p:nvSpPr>
        <p:spPr>
          <a:xfrm>
            <a:off x="838200" y="1600200"/>
            <a:ext cx="7772400" cy="4114800"/>
          </a:xfrm>
        </p:spPr>
        <p:txBody>
          <a:bodyPr/>
          <a:lstStyle/>
          <a:p>
            <a:pPr eaLnBrk="1" hangingPunct="1"/>
            <a:r>
              <a:rPr lang="en-US" altLang="tr-TR"/>
              <a:t>among integrity, data-origin authentication and non-repudiation</a:t>
            </a:r>
          </a:p>
        </p:txBody>
      </p:sp>
      <p:grpSp>
        <p:nvGrpSpPr>
          <p:cNvPr id="2" name="Group 12"/>
          <p:cNvGrpSpPr>
            <a:grpSpLocks/>
          </p:cNvGrpSpPr>
          <p:nvPr/>
        </p:nvGrpSpPr>
        <p:grpSpPr bwMode="auto">
          <a:xfrm>
            <a:off x="1524000" y="2819400"/>
            <a:ext cx="5181600" cy="3352800"/>
            <a:chOff x="1056" y="1920"/>
            <a:chExt cx="3264" cy="2112"/>
          </a:xfrm>
        </p:grpSpPr>
        <p:sp>
          <p:nvSpPr>
            <p:cNvPr id="27654" name="Oval 10"/>
            <p:cNvSpPr>
              <a:spLocks noChangeArrowheads="1"/>
            </p:cNvSpPr>
            <p:nvPr/>
          </p:nvSpPr>
          <p:spPr bwMode="auto">
            <a:xfrm>
              <a:off x="1056" y="1920"/>
              <a:ext cx="3264" cy="2112"/>
            </a:xfrm>
            <a:prstGeom prst="ellipse">
              <a:avLst/>
            </a:prstGeom>
            <a:solidFill>
              <a:schemeClr val="accent5"/>
            </a:solidFill>
            <a:ln w="9525">
              <a:solidFill>
                <a:schemeClr val="tx1"/>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defRPr/>
              </a:pPr>
              <a:endParaRPr lang="tr-TR" altLang="tr-TR"/>
            </a:p>
          </p:txBody>
        </p:sp>
        <p:sp>
          <p:nvSpPr>
            <p:cNvPr id="69639" name="Oval 6"/>
            <p:cNvSpPr>
              <a:spLocks noChangeArrowheads="1"/>
            </p:cNvSpPr>
            <p:nvPr/>
          </p:nvSpPr>
          <p:spPr bwMode="auto">
            <a:xfrm>
              <a:off x="1680" y="2352"/>
              <a:ext cx="2064" cy="1344"/>
            </a:xfrm>
            <a:prstGeom prst="ellipse">
              <a:avLst/>
            </a:prstGeom>
            <a:solidFill>
              <a:srgbClr val="92D050"/>
            </a:solidFill>
            <a:ln w="9525">
              <a:solidFill>
                <a:schemeClr val="tx1"/>
              </a:solidFill>
              <a:round/>
              <a:headEnd/>
              <a:tailEnd/>
            </a:ln>
          </p:spPr>
          <p:txBody>
            <a:bodyPr wrap="none" anchor="ctr"/>
            <a:lstStyle/>
            <a:p>
              <a:pPr algn="ctr" eaLnBrk="1" hangingPunct="1"/>
              <a:endParaRPr lang="en-US" altLang="tr-TR"/>
            </a:p>
          </p:txBody>
        </p:sp>
        <p:sp>
          <p:nvSpPr>
            <p:cNvPr id="27656" name="Oval 4"/>
            <p:cNvSpPr>
              <a:spLocks noChangeArrowheads="1"/>
            </p:cNvSpPr>
            <p:nvPr/>
          </p:nvSpPr>
          <p:spPr bwMode="auto">
            <a:xfrm>
              <a:off x="2112" y="2754"/>
              <a:ext cx="1152" cy="654"/>
            </a:xfrm>
            <a:prstGeom prst="ellipse">
              <a:avLst/>
            </a:prstGeom>
            <a:solidFill>
              <a:srgbClr val="FFC000"/>
            </a:solidFill>
            <a:ln w="9525">
              <a:solidFill>
                <a:schemeClr val="tx1"/>
              </a:solidFill>
              <a:round/>
              <a:headEnd/>
              <a:tailEnd/>
            </a:ln>
          </p:spPr>
          <p:txBody>
            <a:bodyPr wrap="none" anchor="ctr"/>
            <a:lstStyle/>
            <a:p>
              <a:pPr algn="ctr" eaLnBrk="1" hangingPunct="1">
                <a:defRPr/>
              </a:pPr>
              <a:r>
                <a:rPr lang="en-US" dirty="0">
                  <a:latin typeface="+mn-lt"/>
                </a:rPr>
                <a:t>Integrity</a:t>
              </a:r>
            </a:p>
          </p:txBody>
        </p:sp>
        <p:sp>
          <p:nvSpPr>
            <p:cNvPr id="69641" name="Text Box 8"/>
            <p:cNvSpPr txBox="1">
              <a:spLocks noChangeArrowheads="1"/>
            </p:cNvSpPr>
            <p:nvPr/>
          </p:nvSpPr>
          <p:spPr bwMode="auto">
            <a:xfrm>
              <a:off x="2544" y="2400"/>
              <a:ext cx="1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eaLnBrk="1" hangingPunct="1"/>
              <a:endParaRPr lang="en-US" altLang="tr-TR" sz="2400">
                <a:latin typeface="Times New Roman" pitchFamily="18" charset="0"/>
              </a:endParaRPr>
            </a:p>
          </p:txBody>
        </p:sp>
        <p:sp>
          <p:nvSpPr>
            <p:cNvPr id="27658" name="Text Box 9"/>
            <p:cNvSpPr txBox="1">
              <a:spLocks noChangeArrowheads="1"/>
            </p:cNvSpPr>
            <p:nvPr/>
          </p:nvSpPr>
          <p:spPr bwMode="auto">
            <a:xfrm>
              <a:off x="2112" y="2448"/>
              <a:ext cx="1346" cy="291"/>
            </a:xfrm>
            <a:prstGeom prst="rect">
              <a:avLst/>
            </a:prstGeom>
            <a:noFill/>
            <a:ln w="9525">
              <a:noFill/>
              <a:miter lim="800000"/>
              <a:headEnd/>
              <a:tailEnd/>
            </a:ln>
          </p:spPr>
          <p:txBody>
            <a:bodyPr wrap="none">
              <a:spAutoFit/>
            </a:bodyPr>
            <a:lstStyle/>
            <a:p>
              <a:pPr eaLnBrk="1" hangingPunct="1">
                <a:defRPr/>
              </a:pPr>
              <a:r>
                <a:rPr lang="en-US" dirty="0">
                  <a:latin typeface="+mn-lt"/>
                </a:rPr>
                <a:t>Authentication</a:t>
              </a:r>
            </a:p>
          </p:txBody>
        </p:sp>
        <p:sp>
          <p:nvSpPr>
            <p:cNvPr id="27659" name="Text Box 11"/>
            <p:cNvSpPr txBox="1">
              <a:spLocks noChangeArrowheads="1"/>
            </p:cNvSpPr>
            <p:nvPr/>
          </p:nvSpPr>
          <p:spPr bwMode="auto">
            <a:xfrm>
              <a:off x="2016" y="2016"/>
              <a:ext cx="1499" cy="291"/>
            </a:xfrm>
            <a:prstGeom prst="rect">
              <a:avLst/>
            </a:prstGeom>
            <a:noFill/>
            <a:ln w="9525">
              <a:noFill/>
              <a:miter lim="800000"/>
              <a:headEnd/>
              <a:tailEnd/>
            </a:ln>
          </p:spPr>
          <p:txBody>
            <a:bodyPr wrap="none">
              <a:spAutoFit/>
            </a:bodyPr>
            <a:lstStyle/>
            <a:p>
              <a:pPr eaLnBrk="1" hangingPunct="1">
                <a:defRPr/>
              </a:pPr>
              <a:r>
                <a:rPr lang="en-US" dirty="0">
                  <a:latin typeface="+mn-lt"/>
                </a:rPr>
                <a:t>Non-repudiation</a:t>
              </a:r>
            </a:p>
          </p:txBody>
        </p:sp>
      </p:grpSp>
    </p:spTree>
    <p:extLst>
      <p:ext uri="{BB962C8B-B14F-4D97-AF65-F5344CB8AC3E}">
        <p14:creationId xmlns:p14="http://schemas.microsoft.com/office/powerpoint/2010/main" val="19525538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583488" cy="774700"/>
          </a:xfrm>
        </p:spPr>
        <p:txBody>
          <a:bodyPr/>
          <a:lstStyle/>
          <a:p>
            <a:pPr>
              <a:defRPr/>
            </a:pPr>
            <a:r>
              <a:rPr lang="en-US" sz="3200" dirty="0">
                <a:effectLst>
                  <a:outerShdw blurRad="38100" dist="38100" dir="2700000" algn="tl">
                    <a:srgbClr val="C0C0C0"/>
                  </a:outerShdw>
                </a:effectLst>
                <a:latin typeface="+mn-lt"/>
              </a:rPr>
              <a:t>Services  and Mechanisms</a:t>
            </a:r>
            <a:endParaRPr lang="en-US" sz="3200" dirty="0">
              <a:latin typeface="+mn-lt"/>
            </a:endParaRPr>
          </a:p>
        </p:txBody>
      </p:sp>
      <p:sp>
        <p:nvSpPr>
          <p:cNvPr id="3" name="Rectangle 5"/>
          <p:cNvSpPr>
            <a:spLocks noChangeArrowheads="1"/>
          </p:cNvSpPr>
          <p:nvPr/>
        </p:nvSpPr>
        <p:spPr bwMode="auto">
          <a:xfrm>
            <a:off x="762000" y="2283024"/>
            <a:ext cx="7315200" cy="1938992"/>
          </a:xfrm>
          <a:prstGeom prst="rect">
            <a:avLst/>
          </a:prstGeom>
          <a:noFill/>
          <a:ln w="9525">
            <a:noFill/>
            <a:miter lim="800000"/>
            <a:headEnd/>
            <a:tailEnd/>
          </a:ln>
          <a:effectLst/>
        </p:spPr>
        <p:txBody>
          <a:bodyPr wrap="square" anchor="ctr">
            <a:spAutoFit/>
          </a:bodyPr>
          <a:lstStyle/>
          <a:p>
            <a:pPr algn="just">
              <a:defRPr/>
            </a:pPr>
            <a:r>
              <a:rPr lang="en-US" sz="2400" b="1" dirty="0">
                <a:latin typeface="+mn-lt"/>
              </a:rPr>
              <a:t>ITU-T</a:t>
            </a:r>
            <a:r>
              <a:rPr lang="en-US" sz="2400" dirty="0">
                <a:latin typeface="+mn-lt"/>
              </a:rPr>
              <a:t> provides some security services and some mechanisms to implement those services. Security services and mechanisms are closely related because a mechanism or combination of mechanisms are used to provide a service.</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026"/>
          <p:cNvSpPr>
            <a:spLocks noGrp="1" noChangeArrowheads="1"/>
          </p:cNvSpPr>
          <p:nvPr>
            <p:ph type="title"/>
          </p:nvPr>
        </p:nvSpPr>
        <p:spPr>
          <a:xfrm>
            <a:off x="762000" y="228600"/>
            <a:ext cx="7583488" cy="1282700"/>
          </a:xfrm>
        </p:spPr>
        <p:txBody>
          <a:bodyPr/>
          <a:lstStyle/>
          <a:p>
            <a:pPr eaLnBrk="1" fontAlgn="auto" hangingPunct="1">
              <a:spcAft>
                <a:spcPts val="0"/>
              </a:spcAft>
              <a:defRPr/>
            </a:pPr>
            <a:r>
              <a:rPr lang="en-US" dirty="0"/>
              <a:t>Security Services</a:t>
            </a:r>
            <a:endParaRPr lang="en-AU" dirty="0"/>
          </a:p>
        </p:txBody>
      </p:sp>
      <p:sp>
        <p:nvSpPr>
          <p:cNvPr id="48131" name="Rectangle 1027"/>
          <p:cNvSpPr>
            <a:spLocks noGrp="1" noChangeArrowheads="1"/>
          </p:cNvSpPr>
          <p:nvPr>
            <p:ph idx="4294967295"/>
          </p:nvPr>
        </p:nvSpPr>
        <p:spPr>
          <a:xfrm>
            <a:off x="533400" y="1371600"/>
            <a:ext cx="8229600" cy="3429000"/>
          </a:xfrm>
          <a:prstGeom prst="rect">
            <a:avLst/>
          </a:prstGeom>
        </p:spPr>
        <p:txBody>
          <a:bodyPr/>
          <a:lstStyle/>
          <a:p>
            <a:pPr marL="0" indent="0" eaLnBrk="1" fontAlgn="auto" hangingPunct="1">
              <a:lnSpc>
                <a:spcPct val="90000"/>
              </a:lnSpc>
              <a:spcAft>
                <a:spcPts val="0"/>
              </a:spcAft>
              <a:buClr>
                <a:schemeClr val="bg2"/>
              </a:buClr>
              <a:buSzPct val="135000"/>
              <a:buFont typeface="Arial"/>
              <a:buChar char="•"/>
              <a:defRPr/>
            </a:pPr>
            <a:r>
              <a:rPr lang="en-AU" sz="2000" dirty="0">
                <a:solidFill>
                  <a:schemeClr val="tx2">
                    <a:lumMod val="10000"/>
                  </a:schemeClr>
                </a:solidFill>
              </a:rPr>
              <a:t> </a:t>
            </a:r>
            <a:r>
              <a:rPr lang="en-AU" sz="2000" dirty="0"/>
              <a:t>Security service defined by X.800 as</a:t>
            </a:r>
            <a:r>
              <a:rPr lang="en-AU" sz="2000" dirty="0">
                <a:solidFill>
                  <a:srgbClr val="C00000"/>
                </a:solidFill>
              </a:rPr>
              <a:t>:</a:t>
            </a:r>
          </a:p>
          <a:p>
            <a:pPr marL="342900" lvl="1" indent="0" eaLnBrk="1" fontAlgn="auto" hangingPunct="1">
              <a:lnSpc>
                <a:spcPct val="90000"/>
              </a:lnSpc>
              <a:spcAft>
                <a:spcPts val="0"/>
              </a:spcAft>
              <a:buClr>
                <a:schemeClr val="bg1"/>
              </a:buClr>
              <a:buSzPct val="135000"/>
              <a:buFont typeface="Arial"/>
              <a:buChar char="•"/>
              <a:defRPr/>
            </a:pPr>
            <a:r>
              <a:rPr lang="en-AU" dirty="0">
                <a:solidFill>
                  <a:schemeClr val="tx2">
                    <a:lumMod val="10000"/>
                  </a:schemeClr>
                </a:solidFill>
                <a:cs typeface="ＭＳ Ｐゴシック" pitchFamily="-1" charset="-128"/>
              </a:rPr>
              <a:t> A service provided by a protocol layer of communicating open systems and </a:t>
            </a:r>
            <a:r>
              <a:rPr lang="en-AU" dirty="0">
                <a:solidFill>
                  <a:srgbClr val="FF0000"/>
                </a:solidFill>
                <a:cs typeface="ＭＳ Ｐゴシック" pitchFamily="-1" charset="-128"/>
              </a:rPr>
              <a:t>that ensures adequate security </a:t>
            </a:r>
            <a:r>
              <a:rPr lang="en-AU" dirty="0">
                <a:solidFill>
                  <a:schemeClr val="tx2">
                    <a:lumMod val="10000"/>
                  </a:schemeClr>
                </a:solidFill>
                <a:cs typeface="ＭＳ Ｐゴシック" pitchFamily="-1" charset="-128"/>
              </a:rPr>
              <a:t>of the systems or of data transfers</a:t>
            </a:r>
          </a:p>
          <a:p>
            <a:pPr marL="342900" lvl="1" indent="0" eaLnBrk="1" fontAlgn="auto" hangingPunct="1">
              <a:lnSpc>
                <a:spcPct val="90000"/>
              </a:lnSpc>
              <a:spcAft>
                <a:spcPts val="0"/>
              </a:spcAft>
              <a:buClr>
                <a:schemeClr val="accent1">
                  <a:lumMod val="50000"/>
                </a:schemeClr>
              </a:buClr>
              <a:buSzPct val="135000"/>
              <a:buFont typeface="Candara" pitchFamily="-1" charset="0"/>
              <a:buNone/>
              <a:defRPr/>
            </a:pPr>
            <a:endParaRPr lang="en-AU" dirty="0">
              <a:solidFill>
                <a:schemeClr val="tx2">
                  <a:lumMod val="10000"/>
                </a:schemeClr>
              </a:solidFill>
              <a:cs typeface="ＭＳ Ｐゴシック" pitchFamily="-1" charset="-128"/>
            </a:endParaRPr>
          </a:p>
          <a:p>
            <a:pPr marL="0" lvl="1" indent="0" eaLnBrk="1" fontAlgn="auto" hangingPunct="1">
              <a:lnSpc>
                <a:spcPct val="90000"/>
              </a:lnSpc>
              <a:spcBef>
                <a:spcPts val="2400"/>
              </a:spcBef>
              <a:spcAft>
                <a:spcPts val="0"/>
              </a:spcAft>
              <a:buClr>
                <a:schemeClr val="bg2"/>
              </a:buClr>
              <a:buSzPct val="135000"/>
              <a:buFont typeface="Arial"/>
              <a:buChar char="•"/>
              <a:defRPr/>
            </a:pPr>
            <a:r>
              <a:rPr lang="en-AU" dirty="0">
                <a:solidFill>
                  <a:schemeClr val="tx2">
                    <a:lumMod val="10000"/>
                  </a:schemeClr>
                </a:solidFill>
                <a:cs typeface="ＭＳ Ｐゴシック" pitchFamily="-1" charset="-128"/>
              </a:rPr>
              <a:t> </a:t>
            </a:r>
            <a:r>
              <a:rPr lang="en-AU" dirty="0">
                <a:solidFill>
                  <a:srgbClr val="0000FF"/>
                </a:solidFill>
                <a:cs typeface="ＭＳ Ｐゴシック" pitchFamily="-1" charset="-128"/>
              </a:rPr>
              <a:t>Defined by RFC 4949 as:</a:t>
            </a:r>
            <a:endParaRPr lang="en-AU" dirty="0">
              <a:solidFill>
                <a:srgbClr val="0000FF"/>
              </a:solidFill>
            </a:endParaRPr>
          </a:p>
          <a:p>
            <a:pPr marL="342900" lvl="1" indent="0" eaLnBrk="1" fontAlgn="auto" hangingPunct="1">
              <a:lnSpc>
                <a:spcPct val="90000"/>
              </a:lnSpc>
              <a:spcAft>
                <a:spcPts val="0"/>
              </a:spcAft>
              <a:buClr>
                <a:schemeClr val="bg1"/>
              </a:buClr>
              <a:buSzPct val="135000"/>
              <a:buFont typeface="Arial"/>
              <a:buChar char="•"/>
              <a:defRPr/>
            </a:pPr>
            <a:r>
              <a:rPr lang="en-AU" dirty="0">
                <a:solidFill>
                  <a:schemeClr val="tx2">
                    <a:lumMod val="10000"/>
                  </a:schemeClr>
                </a:solidFill>
                <a:cs typeface="ＭＳ Ｐゴシック" pitchFamily="-1" charset="-128"/>
              </a:rPr>
              <a:t> A </a:t>
            </a:r>
            <a:r>
              <a:rPr lang="en-AU" dirty="0">
                <a:solidFill>
                  <a:srgbClr val="FF0000"/>
                </a:solidFill>
                <a:cs typeface="ＭＳ Ｐゴシック" pitchFamily="-1" charset="-128"/>
              </a:rPr>
              <a:t>processing or communication service </a:t>
            </a:r>
            <a:r>
              <a:rPr lang="en-AU" dirty="0">
                <a:solidFill>
                  <a:schemeClr val="tx2">
                    <a:lumMod val="10000"/>
                  </a:schemeClr>
                </a:solidFill>
                <a:cs typeface="ＭＳ Ｐゴシック" pitchFamily="-1" charset="-128"/>
              </a:rPr>
              <a:t>provided by a system to give </a:t>
            </a:r>
            <a:r>
              <a:rPr lang="en-AU" dirty="0">
                <a:solidFill>
                  <a:srgbClr val="FF0000"/>
                </a:solidFill>
                <a:cs typeface="ＭＳ Ｐゴシック" pitchFamily="-1" charset="-128"/>
              </a:rPr>
              <a:t>a specific kind of protection </a:t>
            </a:r>
            <a:r>
              <a:rPr lang="en-AU" dirty="0">
                <a:solidFill>
                  <a:schemeClr val="tx2">
                    <a:lumMod val="10000"/>
                  </a:schemeClr>
                </a:solidFill>
                <a:cs typeface="ＭＳ Ｐゴシック" pitchFamily="-1" charset="-128"/>
              </a:rPr>
              <a:t>to system resources</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idx="4294967295"/>
          </p:nvPr>
        </p:nvSpPr>
        <p:spPr>
          <a:xfrm>
            <a:off x="0" y="63500"/>
            <a:ext cx="9144000" cy="1282700"/>
          </a:xfrm>
          <a:prstGeom prst="rect">
            <a:avLst/>
          </a:prstGeom>
        </p:spPr>
        <p:txBody>
          <a:bodyPr/>
          <a:lstStyle/>
          <a:p>
            <a:pPr eaLnBrk="1" fontAlgn="auto" hangingPunct="1">
              <a:spcAft>
                <a:spcPts val="0"/>
              </a:spcAft>
              <a:defRPr/>
            </a:pPr>
            <a:r>
              <a:rPr lang="en-US" dirty="0"/>
              <a:t>X.800 Service Categories</a:t>
            </a:r>
          </a:p>
        </p:txBody>
      </p:sp>
      <p:sp>
        <p:nvSpPr>
          <p:cNvPr id="52227" name="Content Placeholder 2"/>
          <p:cNvSpPr>
            <a:spLocks noGrp="1"/>
          </p:cNvSpPr>
          <p:nvPr>
            <p:ph idx="4294967295"/>
          </p:nvPr>
        </p:nvSpPr>
        <p:spPr>
          <a:xfrm>
            <a:off x="762000" y="2514600"/>
            <a:ext cx="7583487" cy="2514600"/>
          </a:xfrm>
          <a:prstGeom prst="rect">
            <a:avLst/>
          </a:prstGeom>
        </p:spPr>
        <p:txBody>
          <a:bodyPr/>
          <a:lstStyle/>
          <a:p>
            <a:pPr eaLnBrk="1" fontAlgn="auto" hangingPunct="1">
              <a:spcAft>
                <a:spcPts val="0"/>
              </a:spcAft>
              <a:buClr>
                <a:schemeClr val="bg2"/>
              </a:buClr>
              <a:defRPr/>
            </a:pPr>
            <a:r>
              <a:rPr lang="en-US" sz="2000" dirty="0">
                <a:solidFill>
                  <a:schemeClr val="tx2">
                    <a:lumMod val="10000"/>
                  </a:schemeClr>
                </a:solidFill>
              </a:rPr>
              <a:t>Authentication</a:t>
            </a:r>
          </a:p>
          <a:p>
            <a:pPr eaLnBrk="1" fontAlgn="auto" hangingPunct="1">
              <a:spcAft>
                <a:spcPts val="0"/>
              </a:spcAft>
              <a:buClr>
                <a:schemeClr val="bg2"/>
              </a:buClr>
              <a:defRPr/>
            </a:pPr>
            <a:r>
              <a:rPr lang="en-US" sz="2000" dirty="0">
                <a:solidFill>
                  <a:schemeClr val="tx2">
                    <a:lumMod val="10000"/>
                  </a:schemeClr>
                </a:solidFill>
              </a:rPr>
              <a:t>Access control</a:t>
            </a:r>
          </a:p>
          <a:p>
            <a:pPr eaLnBrk="1" fontAlgn="auto" hangingPunct="1">
              <a:spcAft>
                <a:spcPts val="0"/>
              </a:spcAft>
              <a:buClr>
                <a:schemeClr val="bg2"/>
              </a:buClr>
              <a:defRPr/>
            </a:pPr>
            <a:r>
              <a:rPr lang="en-US" sz="2000" dirty="0">
                <a:solidFill>
                  <a:schemeClr val="tx2">
                    <a:lumMod val="10000"/>
                  </a:schemeClr>
                </a:solidFill>
              </a:rPr>
              <a:t>Data confidentiality</a:t>
            </a:r>
          </a:p>
          <a:p>
            <a:pPr eaLnBrk="1" fontAlgn="auto" hangingPunct="1">
              <a:spcAft>
                <a:spcPts val="0"/>
              </a:spcAft>
              <a:buClr>
                <a:schemeClr val="bg2"/>
              </a:buClr>
              <a:defRPr/>
            </a:pPr>
            <a:r>
              <a:rPr lang="en-US" sz="2000" dirty="0">
                <a:solidFill>
                  <a:schemeClr val="tx2">
                    <a:lumMod val="10000"/>
                  </a:schemeClr>
                </a:solidFill>
              </a:rPr>
              <a:t>Data integrity</a:t>
            </a:r>
          </a:p>
          <a:p>
            <a:pPr eaLnBrk="1" fontAlgn="auto" hangingPunct="1">
              <a:spcAft>
                <a:spcPts val="0"/>
              </a:spcAft>
              <a:buClr>
                <a:schemeClr val="bg2"/>
              </a:buClr>
              <a:defRPr/>
            </a:pPr>
            <a:r>
              <a:rPr lang="en-US" sz="2000" dirty="0">
                <a:solidFill>
                  <a:schemeClr val="tx2">
                    <a:lumMod val="10000"/>
                  </a:schemeClr>
                </a:solidFill>
              </a:rPr>
              <a:t>Nonrepudiation </a:t>
            </a:r>
          </a:p>
        </p:txBody>
      </p:sp>
      <p:pic>
        <p:nvPicPr>
          <p:cNvPr id="52228" name="Picture 4"/>
          <p:cNvPicPr>
            <a:picLocks noChangeAspect="1"/>
          </p:cNvPicPr>
          <p:nvPr/>
        </p:nvPicPr>
        <p:blipFill>
          <a:blip r:embed="rId3"/>
          <a:srcRect/>
          <a:stretch>
            <a:fillRect/>
          </a:stretch>
        </p:blipFill>
        <p:spPr bwMode="auto">
          <a:xfrm>
            <a:off x="5715000" y="3505200"/>
            <a:ext cx="2122488" cy="2362200"/>
          </a:xfrm>
          <a:prstGeom prst="rect">
            <a:avLst/>
          </a:prstGeom>
          <a:noFill/>
          <a:ln w="9525">
            <a:noFill/>
            <a:miter lim="800000"/>
            <a:headEnd/>
            <a:tailEnd/>
          </a:ln>
        </p:spPr>
      </p:pic>
      <p:sp>
        <p:nvSpPr>
          <p:cNvPr id="52229" name="Rectangle 4"/>
          <p:cNvSpPr>
            <a:spLocks noChangeArrowheads="1"/>
          </p:cNvSpPr>
          <p:nvPr/>
        </p:nvSpPr>
        <p:spPr bwMode="auto">
          <a:xfrm>
            <a:off x="762000" y="1295400"/>
            <a:ext cx="7543800" cy="707886"/>
          </a:xfrm>
          <a:prstGeom prst="rect">
            <a:avLst/>
          </a:prstGeom>
          <a:noFill/>
          <a:ln w="9525">
            <a:noFill/>
            <a:miter lim="800000"/>
            <a:headEnd/>
            <a:tailEnd/>
          </a:ln>
        </p:spPr>
        <p:txBody>
          <a:bodyPr>
            <a:spAutoFit/>
          </a:bodyPr>
          <a:lstStyle/>
          <a:p>
            <a:r>
              <a:rPr lang="en-US" sz="2000" dirty="0">
                <a:solidFill>
                  <a:srgbClr val="C00000"/>
                </a:solidFill>
              </a:rPr>
              <a:t>X.800 divides these </a:t>
            </a:r>
            <a:r>
              <a:rPr lang="en-US" sz="2000" b="1" dirty="0"/>
              <a:t>services</a:t>
            </a:r>
            <a:r>
              <a:rPr lang="en-US" sz="2000" dirty="0">
                <a:solidFill>
                  <a:srgbClr val="C00000"/>
                </a:solidFill>
              </a:rPr>
              <a:t> into </a:t>
            </a:r>
            <a:r>
              <a:rPr lang="en-US" sz="2000" dirty="0">
                <a:solidFill>
                  <a:srgbClr val="0070C0"/>
                </a:solidFill>
              </a:rPr>
              <a:t>five</a:t>
            </a:r>
            <a:r>
              <a:rPr lang="en-US" sz="2000" dirty="0">
                <a:solidFill>
                  <a:srgbClr val="C00000"/>
                </a:solidFill>
              </a:rPr>
              <a:t> categories and fourteen specific services</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583488" cy="774700"/>
          </a:xfrm>
        </p:spPr>
        <p:txBody>
          <a:bodyPr/>
          <a:lstStyle/>
          <a:p>
            <a:pPr>
              <a:defRPr/>
            </a:pPr>
            <a:endParaRPr lang="en-US"/>
          </a:p>
        </p:txBody>
      </p:sp>
      <p:pic>
        <p:nvPicPr>
          <p:cNvPr id="53251" name="Picture 13"/>
          <p:cNvPicPr>
            <a:picLocks noChangeAspect="1" noChangeArrowheads="1"/>
          </p:cNvPicPr>
          <p:nvPr/>
        </p:nvPicPr>
        <p:blipFill>
          <a:blip r:embed="rId2"/>
          <a:srcRect/>
          <a:stretch>
            <a:fillRect/>
          </a:stretch>
        </p:blipFill>
        <p:spPr bwMode="auto">
          <a:xfrm>
            <a:off x="319088" y="2430463"/>
            <a:ext cx="8520112" cy="2179637"/>
          </a:xfrm>
          <a:prstGeom prst="rect">
            <a:avLst/>
          </a:prstGeom>
          <a:noFill/>
          <a:ln w="9525">
            <a:noFill/>
            <a:miter lim="800000"/>
            <a:headEnd/>
            <a:tailEnd/>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3"/>
          <p:cNvPicPr>
            <a:picLocks noChangeAspect="1"/>
          </p:cNvPicPr>
          <p:nvPr/>
        </p:nvPicPr>
        <p:blipFill>
          <a:blip r:embed="rId3"/>
          <a:srcRect b="1259"/>
          <a:stretch>
            <a:fillRect/>
          </a:stretch>
        </p:blipFill>
        <p:spPr bwMode="auto">
          <a:xfrm>
            <a:off x="0" y="0"/>
            <a:ext cx="7239000" cy="6858000"/>
          </a:xfrm>
          <a:prstGeom prst="rect">
            <a:avLst/>
          </a:prstGeom>
          <a:solidFill>
            <a:schemeClr val="tx1"/>
          </a:solidFill>
          <a:ln w="9525">
            <a:noFill/>
            <a:miter lim="800000"/>
            <a:headEnd/>
            <a:tailEnd/>
          </a:ln>
        </p:spPr>
      </p:pic>
      <p:sp>
        <p:nvSpPr>
          <p:cNvPr id="8" name="Rectangle 7"/>
          <p:cNvSpPr/>
          <p:nvPr/>
        </p:nvSpPr>
        <p:spPr>
          <a:xfrm>
            <a:off x="7772400" y="990600"/>
            <a:ext cx="1219200" cy="3354765"/>
          </a:xfrm>
          <a:prstGeom prst="rect">
            <a:avLst/>
          </a:prstGeom>
        </p:spPr>
        <p:txBody>
          <a:bodyPr wrap="square">
            <a:spAutoFit/>
          </a:bodyPr>
          <a:lstStyle/>
          <a:p>
            <a:pPr algn="ctr">
              <a:defRPr/>
            </a:pPr>
            <a:r>
              <a:rPr lang="en-US" sz="4000" dirty="0">
                <a:solidFill>
                  <a:schemeClr val="tx2"/>
                </a:solidFill>
                <a:latin typeface="+mn-lt"/>
                <a:ea typeface="ＭＳ Ｐゴシック" pitchFamily="-1" charset="-128"/>
                <a:cs typeface="ＭＳ Ｐゴシック" pitchFamily="-1" charset="-128"/>
              </a:rPr>
              <a:t>   </a:t>
            </a:r>
          </a:p>
          <a:p>
            <a:pPr algn="ctr">
              <a:defRPr/>
            </a:pPr>
            <a:r>
              <a:rPr lang="en-US" sz="2000" dirty="0">
                <a:solidFill>
                  <a:schemeClr val="tx2"/>
                </a:solidFill>
                <a:latin typeface="+mn-lt"/>
                <a:ea typeface="ＭＳ Ｐゴシック" pitchFamily="-1" charset="-128"/>
                <a:cs typeface="ＭＳ Ｐゴシック" pitchFamily="-1" charset="-128"/>
              </a:rPr>
              <a:t>Security Services </a:t>
            </a:r>
          </a:p>
          <a:p>
            <a:pPr algn="ctr">
              <a:defRPr/>
            </a:pPr>
            <a:r>
              <a:rPr lang="en-US" sz="2000" dirty="0">
                <a:solidFill>
                  <a:schemeClr val="tx2"/>
                </a:solidFill>
                <a:latin typeface="+mn-lt"/>
                <a:ea typeface="ＭＳ Ｐゴシック" pitchFamily="-1" charset="-128"/>
                <a:cs typeface="ＭＳ Ｐゴシック" pitchFamily="-1" charset="-128"/>
              </a:rPr>
              <a:t>(X.800) </a:t>
            </a:r>
          </a:p>
          <a:p>
            <a:pPr algn="ctr">
              <a:defRPr/>
            </a:pPr>
            <a:endParaRPr lang="en-US" sz="3600" dirty="0">
              <a:solidFill>
                <a:schemeClr val="tx2"/>
              </a:solidFill>
              <a:latin typeface="+mn-lt"/>
              <a:ea typeface="ＭＳ Ｐゴシック" pitchFamily="-1" charset="-128"/>
              <a:cs typeface="ＭＳ Ｐゴシック" pitchFamily="-1" charset="-128"/>
            </a:endParaRPr>
          </a:p>
          <a:p>
            <a:pPr algn="ctr">
              <a:defRPr/>
            </a:pPr>
            <a:endParaRPr lang="en-US" sz="3600" dirty="0">
              <a:solidFill>
                <a:schemeClr val="tx2"/>
              </a:solidFill>
              <a:latin typeface="+mn-lt"/>
              <a:ea typeface="ＭＳ Ｐゴシック" pitchFamily="-1" charset="-128"/>
              <a:cs typeface="ＭＳ Ｐゴシック" pitchFamily="-1" charset="-128"/>
            </a:endParaRPr>
          </a:p>
          <a:p>
            <a:pPr algn="ctr">
              <a:defRPr/>
            </a:pPr>
            <a:endParaRPr lang="en-US" sz="2000" dirty="0">
              <a:solidFill>
                <a:schemeClr val="tx2"/>
              </a:solidFill>
              <a:latin typeface="+mn-lt"/>
              <a:ea typeface="ＭＳ Ｐゴシック" pitchFamily="-1" charset="-128"/>
              <a:cs typeface="ＭＳ Ｐゴシック" pitchFamily="-1" charset="-128"/>
            </a:endParaRPr>
          </a:p>
          <a:p>
            <a:pPr algn="ctr">
              <a:defRPr/>
            </a:pPr>
            <a:endParaRPr lang="en-US" sz="2000" dirty="0">
              <a:solidFill>
                <a:schemeClr val="tx2"/>
              </a:solidFill>
              <a:latin typeface="+mn-lt"/>
              <a:ea typeface="ＭＳ Ｐゴシック" pitchFamily="-1" charset="-128"/>
              <a:cs typeface="ＭＳ Ｐゴシック" pitchFamily="-1" charset="-128"/>
            </a:endParaRPr>
          </a:p>
        </p:txBody>
      </p:sp>
    </p:spTree>
  </p:cSld>
  <p:clrMapOvr>
    <a:masterClrMapping/>
  </p:clrMapOvr>
  <p:transition spd="med">
    <p:dissolv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idx="4294967295"/>
          </p:nvPr>
        </p:nvSpPr>
        <p:spPr>
          <a:xfrm>
            <a:off x="779463" y="63500"/>
            <a:ext cx="7583487" cy="1282700"/>
          </a:xfrm>
          <a:prstGeom prst="rect">
            <a:avLst/>
          </a:prstGeom>
        </p:spPr>
        <p:txBody>
          <a:bodyPr/>
          <a:lstStyle/>
          <a:p>
            <a:pPr eaLnBrk="1" fontAlgn="auto" hangingPunct="1">
              <a:spcAft>
                <a:spcPts val="0"/>
              </a:spcAft>
              <a:defRPr/>
            </a:pPr>
            <a:r>
              <a:rPr lang="en-US" dirty="0"/>
              <a:t>Authentication</a:t>
            </a:r>
            <a:endParaRPr lang="en-AU" dirty="0"/>
          </a:p>
        </p:txBody>
      </p:sp>
      <p:sp>
        <p:nvSpPr>
          <p:cNvPr id="4" name="Content Placeholder 3"/>
          <p:cNvSpPr>
            <a:spLocks noGrp="1"/>
          </p:cNvSpPr>
          <p:nvPr>
            <p:ph idx="4294967295"/>
          </p:nvPr>
        </p:nvSpPr>
        <p:spPr>
          <a:xfrm>
            <a:off x="838200" y="1066800"/>
            <a:ext cx="7583488" cy="4297363"/>
          </a:xfrm>
          <a:prstGeom prst="rect">
            <a:avLst/>
          </a:prstGeom>
        </p:spPr>
        <p:txBody>
          <a:bodyPr/>
          <a:lstStyle/>
          <a:p>
            <a:pPr eaLnBrk="1" fontAlgn="auto" hangingPunct="1">
              <a:spcAft>
                <a:spcPts val="0"/>
              </a:spcAft>
              <a:defRPr/>
            </a:pPr>
            <a:r>
              <a:rPr lang="en-US" dirty="0">
                <a:solidFill>
                  <a:schemeClr val="tx2">
                    <a:lumMod val="10000"/>
                  </a:schemeClr>
                </a:solidFill>
              </a:rPr>
              <a:t>Concerned with assuring that a </a:t>
            </a:r>
            <a:r>
              <a:rPr lang="en-US" dirty="0">
                <a:solidFill>
                  <a:schemeClr val="bg1"/>
                </a:solidFill>
              </a:rPr>
              <a:t>communication is authentic</a:t>
            </a:r>
          </a:p>
          <a:p>
            <a:pPr lvl="1" algn="just" eaLnBrk="1" fontAlgn="auto" hangingPunct="1">
              <a:spcAft>
                <a:spcPts val="0"/>
              </a:spcAft>
              <a:buClr>
                <a:schemeClr val="bg1"/>
              </a:buClr>
              <a:defRPr/>
            </a:pPr>
            <a:r>
              <a:rPr lang="en-US" dirty="0">
                <a:solidFill>
                  <a:schemeClr val="tx2">
                    <a:lumMod val="10000"/>
                  </a:schemeClr>
                </a:solidFill>
              </a:rPr>
              <a:t>In the case of a </a:t>
            </a:r>
            <a:r>
              <a:rPr lang="en-US" b="1" dirty="0">
                <a:solidFill>
                  <a:srgbClr val="FF0000"/>
                </a:solidFill>
              </a:rPr>
              <a:t>single message</a:t>
            </a:r>
            <a:r>
              <a:rPr lang="en-US" dirty="0">
                <a:solidFill>
                  <a:schemeClr val="tx2">
                    <a:lumMod val="10000"/>
                  </a:schemeClr>
                </a:solidFill>
              </a:rPr>
              <a:t>, assures the recipient that the message is from the source that it claims to be from.</a:t>
            </a:r>
            <a:endParaRPr lang="en-US" dirty="0">
              <a:solidFill>
                <a:srgbClr val="FF0000"/>
              </a:solidFill>
            </a:endParaRPr>
          </a:p>
          <a:p>
            <a:pPr lvl="1" algn="just" eaLnBrk="1" fontAlgn="auto" hangingPunct="1">
              <a:spcAft>
                <a:spcPts val="0"/>
              </a:spcAft>
              <a:buClr>
                <a:schemeClr val="bg1"/>
              </a:buClr>
              <a:defRPr/>
            </a:pPr>
            <a:r>
              <a:rPr lang="en-US" dirty="0">
                <a:solidFill>
                  <a:schemeClr val="tx2">
                    <a:lumMod val="10000"/>
                  </a:schemeClr>
                </a:solidFill>
              </a:rPr>
              <a:t>In the case of ongoing interaction, assures the</a:t>
            </a:r>
            <a:r>
              <a:rPr lang="en-US" b="1" dirty="0">
                <a:solidFill>
                  <a:schemeClr val="bg1"/>
                </a:solidFill>
              </a:rPr>
              <a:t> </a:t>
            </a:r>
            <a:r>
              <a:rPr lang="en-US" b="1" dirty="0">
                <a:solidFill>
                  <a:srgbClr val="FF0000"/>
                </a:solidFill>
              </a:rPr>
              <a:t>are authentic</a:t>
            </a:r>
            <a:r>
              <a:rPr lang="en-US" dirty="0">
                <a:solidFill>
                  <a:srgbClr val="FF0000"/>
                </a:solidFill>
              </a:rPr>
              <a:t> </a:t>
            </a:r>
            <a:r>
              <a:rPr lang="en-US" dirty="0">
                <a:solidFill>
                  <a:schemeClr val="tx2">
                    <a:lumMod val="10000"/>
                  </a:schemeClr>
                </a:solidFill>
              </a:rPr>
              <a:t>and that the connection is not interfered with in such a way that a third party can masquerade as one of the two legitimate parties</a:t>
            </a:r>
          </a:p>
        </p:txBody>
      </p:sp>
      <p:graphicFrame>
        <p:nvGraphicFramePr>
          <p:cNvPr id="5" name="Diagram 4"/>
          <p:cNvGraphicFramePr/>
          <p:nvPr/>
        </p:nvGraphicFramePr>
        <p:xfrm>
          <a:off x="1524000" y="4267200"/>
          <a:ext cx="5867400" cy="1270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5301" name="Rectangle 5"/>
          <p:cNvSpPr>
            <a:spLocks noChangeArrowheads="1"/>
          </p:cNvSpPr>
          <p:nvPr/>
        </p:nvSpPr>
        <p:spPr bwMode="auto">
          <a:xfrm>
            <a:off x="762000" y="5562600"/>
            <a:ext cx="8153400" cy="646331"/>
          </a:xfrm>
          <a:prstGeom prst="rect">
            <a:avLst/>
          </a:prstGeom>
          <a:noFill/>
          <a:ln w="9525">
            <a:noFill/>
            <a:miter lim="800000"/>
            <a:headEnd/>
            <a:tailEnd/>
          </a:ln>
        </p:spPr>
        <p:txBody>
          <a:bodyPr>
            <a:spAutoFit/>
          </a:bodyPr>
          <a:lstStyle/>
          <a:p>
            <a:pPr algn="just"/>
            <a:r>
              <a:rPr lang="en-US" dirty="0">
                <a:solidFill>
                  <a:srgbClr val="C00000"/>
                </a:solidFill>
              </a:rPr>
              <a:t>Two entities are considered peers if they implement </a:t>
            </a:r>
            <a:r>
              <a:rPr lang="en-US" dirty="0">
                <a:solidFill>
                  <a:srgbClr val="0000CC"/>
                </a:solidFill>
              </a:rPr>
              <a:t>the same protocol in different systems </a:t>
            </a:r>
            <a:r>
              <a:rPr lang="en-US" dirty="0">
                <a:solidFill>
                  <a:srgbClr val="C00000"/>
                </a:solidFill>
              </a:rPr>
              <a:t>(e.g., two TCP modules in two communicating systems).</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idx="4294967295"/>
          </p:nvPr>
        </p:nvSpPr>
        <p:spPr>
          <a:xfrm>
            <a:off x="762000" y="304800"/>
            <a:ext cx="7583488" cy="774700"/>
          </a:xfrm>
          <a:prstGeom prst="rect">
            <a:avLst/>
          </a:prstGeom>
        </p:spPr>
        <p:txBody>
          <a:bodyPr/>
          <a:lstStyle/>
          <a:p>
            <a:pPr eaLnBrk="1" fontAlgn="auto" hangingPunct="1">
              <a:spcAft>
                <a:spcPts val="0"/>
              </a:spcAft>
              <a:defRPr/>
            </a:pPr>
            <a:r>
              <a:rPr lang="en-US" dirty="0"/>
              <a:t>Access Control</a:t>
            </a:r>
          </a:p>
        </p:txBody>
      </p:sp>
      <p:sp>
        <p:nvSpPr>
          <p:cNvPr id="56323" name="Content Placeholder 2"/>
          <p:cNvSpPr>
            <a:spLocks noGrp="1"/>
          </p:cNvSpPr>
          <p:nvPr>
            <p:ph idx="4294967295"/>
          </p:nvPr>
        </p:nvSpPr>
        <p:spPr>
          <a:xfrm>
            <a:off x="914400" y="1295400"/>
            <a:ext cx="7583488" cy="3810000"/>
          </a:xfrm>
          <a:prstGeom prst="rect">
            <a:avLst/>
          </a:prstGeom>
        </p:spPr>
        <p:txBody>
          <a:bodyPr/>
          <a:lstStyle/>
          <a:p>
            <a:pPr eaLnBrk="1" fontAlgn="auto" hangingPunct="1">
              <a:spcAft>
                <a:spcPts val="0"/>
              </a:spcAft>
              <a:defRPr/>
            </a:pPr>
            <a:r>
              <a:rPr lang="en-US" sz="2000" dirty="0">
                <a:solidFill>
                  <a:schemeClr val="tx2">
                    <a:lumMod val="10000"/>
                  </a:schemeClr>
                </a:solidFill>
              </a:rPr>
              <a:t>The ability </a:t>
            </a:r>
            <a:r>
              <a:rPr lang="en-US" sz="2000" b="1" dirty="0">
                <a:solidFill>
                  <a:srgbClr val="FF0000"/>
                </a:solidFill>
              </a:rPr>
              <a:t>to limit and control the access</a:t>
            </a:r>
            <a:r>
              <a:rPr lang="en-US" sz="2000" b="1" dirty="0">
                <a:solidFill>
                  <a:srgbClr val="FFFF00"/>
                </a:solidFill>
              </a:rPr>
              <a:t> </a:t>
            </a:r>
            <a:r>
              <a:rPr lang="en-US" sz="2000" dirty="0">
                <a:solidFill>
                  <a:schemeClr val="tx2">
                    <a:lumMod val="10000"/>
                  </a:schemeClr>
                </a:solidFill>
              </a:rPr>
              <a:t>to host systems and applications via communications links</a:t>
            </a:r>
          </a:p>
          <a:p>
            <a:pPr eaLnBrk="1" fontAlgn="auto" hangingPunct="1">
              <a:spcAft>
                <a:spcPts val="0"/>
              </a:spcAft>
              <a:defRPr/>
            </a:pPr>
            <a:r>
              <a:rPr lang="en-US" sz="2000" dirty="0">
                <a:solidFill>
                  <a:schemeClr val="tx2">
                    <a:lumMod val="10000"/>
                  </a:schemeClr>
                </a:solidFill>
              </a:rPr>
              <a:t>To achieve this, each entity trying to gain access must first be </a:t>
            </a:r>
            <a:r>
              <a:rPr lang="en-US" sz="2000" b="1" dirty="0">
                <a:solidFill>
                  <a:srgbClr val="FF0000"/>
                </a:solidFill>
              </a:rPr>
              <a:t>identified</a:t>
            </a:r>
            <a:r>
              <a:rPr lang="en-US" sz="2000" dirty="0">
                <a:solidFill>
                  <a:schemeClr val="tx2">
                    <a:lumMod val="10000"/>
                  </a:schemeClr>
                </a:solidFill>
              </a:rPr>
              <a:t>, or </a:t>
            </a:r>
            <a:r>
              <a:rPr lang="en-US" sz="2000" b="1" dirty="0">
                <a:solidFill>
                  <a:srgbClr val="FF0000"/>
                </a:solidFill>
              </a:rPr>
              <a:t>authenticated,</a:t>
            </a:r>
            <a:r>
              <a:rPr lang="en-US" sz="2000" dirty="0">
                <a:solidFill>
                  <a:schemeClr val="tx2">
                    <a:lumMod val="10000"/>
                  </a:schemeClr>
                </a:solidFill>
              </a:rPr>
              <a:t> so that access rights can be tailored to the individual</a:t>
            </a:r>
          </a:p>
        </p:txBody>
      </p:sp>
      <p:pic>
        <p:nvPicPr>
          <p:cNvPr id="56324" name="Picture 3"/>
          <p:cNvPicPr>
            <a:picLocks noChangeAspect="1"/>
          </p:cNvPicPr>
          <p:nvPr/>
        </p:nvPicPr>
        <p:blipFill>
          <a:blip r:embed="rId3"/>
          <a:srcRect/>
          <a:stretch>
            <a:fillRect/>
          </a:stretch>
        </p:blipFill>
        <p:spPr bwMode="auto">
          <a:xfrm>
            <a:off x="6629400" y="4724400"/>
            <a:ext cx="1778000" cy="1752600"/>
          </a:xfrm>
          <a:prstGeom prst="rect">
            <a:avLst/>
          </a:prstGeom>
          <a:noFill/>
          <a:ln w="9525">
            <a:noFill/>
            <a:miter lim="800000"/>
            <a:headEnd/>
            <a:tailEnd/>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idx="4294967295"/>
          </p:nvPr>
        </p:nvSpPr>
        <p:spPr>
          <a:xfrm>
            <a:off x="762000" y="304800"/>
            <a:ext cx="7583488" cy="850900"/>
          </a:xfrm>
          <a:prstGeom prst="rect">
            <a:avLst/>
          </a:prstGeom>
        </p:spPr>
        <p:txBody>
          <a:bodyPr/>
          <a:lstStyle/>
          <a:p>
            <a:pPr eaLnBrk="1" fontAlgn="auto" hangingPunct="1">
              <a:spcAft>
                <a:spcPts val="0"/>
              </a:spcAft>
              <a:defRPr/>
            </a:pPr>
            <a:r>
              <a:rPr lang="en-US" dirty="0"/>
              <a:t>Data Confidentiality</a:t>
            </a:r>
          </a:p>
        </p:txBody>
      </p:sp>
      <p:sp>
        <p:nvSpPr>
          <p:cNvPr id="3" name="Content Placeholder 2"/>
          <p:cNvSpPr>
            <a:spLocks noGrp="1"/>
          </p:cNvSpPr>
          <p:nvPr>
            <p:ph idx="4294967295"/>
          </p:nvPr>
        </p:nvSpPr>
        <p:spPr>
          <a:xfrm>
            <a:off x="609600" y="1295400"/>
            <a:ext cx="8153400" cy="4648200"/>
          </a:xfrm>
          <a:prstGeom prst="rect">
            <a:avLst/>
          </a:prstGeom>
        </p:spPr>
        <p:txBody>
          <a:bodyPr/>
          <a:lstStyle/>
          <a:p>
            <a:pPr eaLnBrk="1" fontAlgn="auto" hangingPunct="1">
              <a:spcAft>
                <a:spcPts val="0"/>
              </a:spcAft>
              <a:defRPr/>
            </a:pPr>
            <a:r>
              <a:rPr lang="en-US" dirty="0">
                <a:solidFill>
                  <a:schemeClr val="tx1"/>
                </a:solidFill>
              </a:rPr>
              <a:t>The protection of transmitted data </a:t>
            </a:r>
            <a:r>
              <a:rPr lang="en-US" b="1" dirty="0">
                <a:solidFill>
                  <a:schemeClr val="tx1"/>
                </a:solidFill>
              </a:rPr>
              <a:t>from passive attacks</a:t>
            </a:r>
          </a:p>
          <a:p>
            <a:pPr lvl="1" eaLnBrk="1" fontAlgn="auto" hangingPunct="1">
              <a:spcAft>
                <a:spcPts val="0"/>
              </a:spcAft>
              <a:buClr>
                <a:schemeClr val="bg1"/>
              </a:buClr>
              <a:defRPr/>
            </a:pPr>
            <a:r>
              <a:rPr lang="en-US" b="1" dirty="0"/>
              <a:t>Broadest service </a:t>
            </a:r>
            <a:r>
              <a:rPr lang="en-US" dirty="0"/>
              <a:t>protects </a:t>
            </a:r>
            <a:r>
              <a:rPr lang="en-US" b="1" dirty="0"/>
              <a:t>all user data </a:t>
            </a:r>
            <a:r>
              <a:rPr lang="en-US" dirty="0"/>
              <a:t>transmitted between two users over a period of time</a:t>
            </a:r>
          </a:p>
          <a:p>
            <a:pPr lvl="1" eaLnBrk="1" fontAlgn="auto" hangingPunct="1">
              <a:spcAft>
                <a:spcPts val="0"/>
              </a:spcAft>
              <a:buClr>
                <a:schemeClr val="bg1"/>
              </a:buClr>
              <a:defRPr/>
            </a:pPr>
            <a:r>
              <a:rPr lang="en-US" b="1" dirty="0"/>
              <a:t>Narrower forms of service </a:t>
            </a:r>
            <a:r>
              <a:rPr lang="en-US" dirty="0"/>
              <a:t>include the </a:t>
            </a:r>
            <a:r>
              <a:rPr lang="en-US" b="1" dirty="0"/>
              <a:t>protection of a single message</a:t>
            </a:r>
            <a:r>
              <a:rPr lang="en-US" dirty="0"/>
              <a:t> or even specific fields within a message</a:t>
            </a:r>
          </a:p>
          <a:p>
            <a:pPr eaLnBrk="1" fontAlgn="auto" hangingPunct="1">
              <a:spcAft>
                <a:spcPts val="0"/>
              </a:spcAft>
              <a:defRPr/>
            </a:pPr>
            <a:r>
              <a:rPr lang="en-US" dirty="0">
                <a:solidFill>
                  <a:schemeClr val="tx1"/>
                </a:solidFill>
              </a:rPr>
              <a:t>The </a:t>
            </a:r>
            <a:r>
              <a:rPr lang="en-US" b="1" dirty="0">
                <a:solidFill>
                  <a:schemeClr val="tx1"/>
                </a:solidFill>
              </a:rPr>
              <a:t>protection of traffic flow </a:t>
            </a:r>
            <a:r>
              <a:rPr lang="en-US" dirty="0">
                <a:solidFill>
                  <a:schemeClr val="tx1"/>
                </a:solidFill>
              </a:rPr>
              <a:t>from analysis</a:t>
            </a:r>
          </a:p>
          <a:p>
            <a:pPr lvl="1" eaLnBrk="1" fontAlgn="auto" hangingPunct="1">
              <a:spcAft>
                <a:spcPts val="0"/>
              </a:spcAft>
              <a:buClr>
                <a:schemeClr val="bg1"/>
              </a:buClr>
              <a:defRPr/>
            </a:pPr>
            <a:r>
              <a:rPr lang="en-US" dirty="0"/>
              <a:t>This requires that </a:t>
            </a:r>
            <a:r>
              <a:rPr lang="en-US" b="1" dirty="0"/>
              <a:t>an attacker not be able to observe </a:t>
            </a:r>
            <a:r>
              <a:rPr lang="en-US" dirty="0"/>
              <a:t>the </a:t>
            </a:r>
            <a:r>
              <a:rPr lang="en-US" b="1" dirty="0"/>
              <a:t>source and destination,</a:t>
            </a:r>
            <a:r>
              <a:rPr lang="en-US" dirty="0"/>
              <a:t> </a:t>
            </a:r>
            <a:r>
              <a:rPr lang="en-US" b="1" dirty="0"/>
              <a:t>frequency,</a:t>
            </a:r>
            <a:r>
              <a:rPr lang="en-US" dirty="0"/>
              <a:t> </a:t>
            </a:r>
            <a:r>
              <a:rPr lang="en-US" b="1" dirty="0"/>
              <a:t>length,</a:t>
            </a:r>
            <a:r>
              <a:rPr lang="en-US" dirty="0"/>
              <a:t> or other characteristics of the traffic on a communications facility</a:t>
            </a:r>
          </a:p>
        </p:txBody>
      </p:sp>
      <p:pic>
        <p:nvPicPr>
          <p:cNvPr id="57348" name="Picture 3"/>
          <p:cNvPicPr>
            <a:picLocks noChangeAspect="1"/>
          </p:cNvPicPr>
          <p:nvPr/>
        </p:nvPicPr>
        <p:blipFill>
          <a:blip r:embed="rId3" cstate="print"/>
          <a:srcRect/>
          <a:stretch>
            <a:fillRect/>
          </a:stretch>
        </p:blipFill>
        <p:spPr bwMode="auto">
          <a:xfrm rot="1787509">
            <a:off x="7654925" y="4641850"/>
            <a:ext cx="933450" cy="1306513"/>
          </a:xfrm>
          <a:prstGeom prst="rect">
            <a:avLst/>
          </a:prstGeom>
          <a:noFill/>
          <a:ln w="9525">
            <a:noFill/>
            <a:miter lim="800000"/>
            <a:headEnd/>
            <a:tailEnd/>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idx="4294967295"/>
          </p:nvPr>
        </p:nvSpPr>
        <p:spPr>
          <a:xfrm>
            <a:off x="779463" y="63500"/>
            <a:ext cx="7583487" cy="1282700"/>
          </a:xfrm>
          <a:prstGeom prst="rect">
            <a:avLst/>
          </a:prstGeom>
        </p:spPr>
        <p:txBody>
          <a:bodyPr/>
          <a:lstStyle/>
          <a:p>
            <a:pPr eaLnBrk="1" fontAlgn="auto" hangingPunct="1">
              <a:spcAft>
                <a:spcPts val="0"/>
              </a:spcAft>
              <a:defRPr/>
            </a:pPr>
            <a:r>
              <a:rPr lang="en-US" dirty="0"/>
              <a:t>Data Integrity</a:t>
            </a:r>
          </a:p>
        </p:txBody>
      </p:sp>
      <p:graphicFrame>
        <p:nvGraphicFramePr>
          <p:cNvPr id="8" name="Content Placeholder 7"/>
          <p:cNvGraphicFramePr>
            <a:graphicFrameLocks noGrp="1"/>
          </p:cNvGraphicFramePr>
          <p:nvPr>
            <p:ph idx="4294967295"/>
          </p:nvPr>
        </p:nvGraphicFramePr>
        <p:xfrm>
          <a:off x="457200" y="990600"/>
          <a:ext cx="8153400" cy="47910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idx="4294967295"/>
          </p:nvPr>
        </p:nvSpPr>
        <p:spPr>
          <a:xfrm>
            <a:off x="779463" y="63500"/>
            <a:ext cx="7583487" cy="1282700"/>
          </a:xfrm>
          <a:prstGeom prst="rect">
            <a:avLst/>
          </a:prstGeom>
        </p:spPr>
        <p:txBody>
          <a:bodyPr/>
          <a:lstStyle/>
          <a:p>
            <a:pPr eaLnBrk="1" fontAlgn="auto" hangingPunct="1">
              <a:spcAft>
                <a:spcPts val="0"/>
              </a:spcAft>
              <a:defRPr/>
            </a:pPr>
            <a:r>
              <a:rPr lang="en-US" dirty="0"/>
              <a:t>Nonrepudiation </a:t>
            </a:r>
          </a:p>
        </p:txBody>
      </p:sp>
      <p:sp>
        <p:nvSpPr>
          <p:cNvPr id="62467" name="Content Placeholder 2"/>
          <p:cNvSpPr>
            <a:spLocks noGrp="1"/>
          </p:cNvSpPr>
          <p:nvPr>
            <p:ph idx="4294967295"/>
          </p:nvPr>
        </p:nvSpPr>
        <p:spPr>
          <a:xfrm>
            <a:off x="914400" y="1524001"/>
            <a:ext cx="7583488" cy="2743200"/>
          </a:xfrm>
          <a:prstGeom prst="rect">
            <a:avLst/>
          </a:prstGeom>
        </p:spPr>
        <p:txBody>
          <a:bodyPr/>
          <a:lstStyle/>
          <a:p>
            <a:pPr eaLnBrk="1" fontAlgn="auto" hangingPunct="1">
              <a:spcAft>
                <a:spcPts val="0"/>
              </a:spcAft>
              <a:defRPr/>
            </a:pPr>
            <a:r>
              <a:rPr lang="en-US" sz="2000" dirty="0">
                <a:solidFill>
                  <a:schemeClr val="tx2">
                    <a:lumMod val="10000"/>
                  </a:schemeClr>
                </a:solidFill>
              </a:rPr>
              <a:t>Prevents either sender or receiver from </a:t>
            </a:r>
            <a:r>
              <a:rPr lang="en-US" sz="2000" b="1" dirty="0">
                <a:solidFill>
                  <a:srgbClr val="C00000"/>
                </a:solidFill>
              </a:rPr>
              <a:t>denying a transmitted message</a:t>
            </a:r>
          </a:p>
          <a:p>
            <a:pPr eaLnBrk="1" fontAlgn="auto" hangingPunct="1">
              <a:spcAft>
                <a:spcPts val="0"/>
              </a:spcAft>
              <a:defRPr/>
            </a:pPr>
            <a:r>
              <a:rPr lang="en-US" sz="2000" dirty="0">
                <a:solidFill>
                  <a:schemeClr val="tx2">
                    <a:lumMod val="10000"/>
                  </a:schemeClr>
                </a:solidFill>
              </a:rPr>
              <a:t>When a message is sent, </a:t>
            </a:r>
            <a:r>
              <a:rPr lang="en-US" sz="2000" b="1" dirty="0">
                <a:solidFill>
                  <a:srgbClr val="C00000"/>
                </a:solidFill>
              </a:rPr>
              <a:t>the receiver can prove </a:t>
            </a:r>
            <a:r>
              <a:rPr lang="en-US" sz="2000" dirty="0">
                <a:solidFill>
                  <a:schemeClr val="tx2">
                    <a:lumMod val="10000"/>
                  </a:schemeClr>
                </a:solidFill>
              </a:rPr>
              <a:t>that the alleged sender in fact sent the message</a:t>
            </a:r>
          </a:p>
          <a:p>
            <a:pPr eaLnBrk="1" fontAlgn="auto" hangingPunct="1">
              <a:spcAft>
                <a:spcPts val="0"/>
              </a:spcAft>
              <a:defRPr/>
            </a:pPr>
            <a:r>
              <a:rPr lang="en-US" sz="2000" dirty="0">
                <a:solidFill>
                  <a:schemeClr val="tx2">
                    <a:lumMod val="10000"/>
                  </a:schemeClr>
                </a:solidFill>
              </a:rPr>
              <a:t>When a message is received, </a:t>
            </a:r>
            <a:r>
              <a:rPr lang="en-US" sz="2000" b="1" dirty="0">
                <a:solidFill>
                  <a:srgbClr val="C00000"/>
                </a:solidFill>
              </a:rPr>
              <a:t>the sender can prove </a:t>
            </a:r>
            <a:r>
              <a:rPr lang="en-US" sz="2000" dirty="0">
                <a:solidFill>
                  <a:schemeClr val="tx2">
                    <a:lumMod val="10000"/>
                  </a:schemeClr>
                </a:solidFill>
              </a:rPr>
              <a:t>that the alleged receiver in fact received the message</a:t>
            </a:r>
          </a:p>
        </p:txBody>
      </p:sp>
      <p:pic>
        <p:nvPicPr>
          <p:cNvPr id="4" name="Picture 3"/>
          <p:cNvPicPr>
            <a:picLocks noChangeAspect="1"/>
          </p:cNvPicPr>
          <p:nvPr/>
        </p:nvPicPr>
        <p:blipFill>
          <a:blip r:embed="rId3" cstate="print">
            <a:duotone>
              <a:prstClr val="black"/>
              <a:schemeClr val="accent3">
                <a:tint val="45000"/>
                <a:satMod val="400000"/>
              </a:schemeClr>
            </a:duotone>
            <a:lum/>
            <a:alphaModFix/>
          </a:blip>
          <a:stretch>
            <a:fillRect/>
          </a:stretch>
        </p:blipFill>
        <p:spPr>
          <a:xfrm>
            <a:off x="3810000" y="4267200"/>
            <a:ext cx="1676400" cy="1676400"/>
          </a:xfrm>
          <a:prstGeom prst="rect">
            <a:avLst/>
          </a:prstGeom>
          <a:solidFill>
            <a:schemeClr val="tx2"/>
          </a:solidFill>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79463" y="63500"/>
            <a:ext cx="7583487" cy="1282700"/>
          </a:xfrm>
          <a:prstGeom prst="rect">
            <a:avLst/>
          </a:prstGeom>
        </p:spPr>
        <p:txBody>
          <a:bodyPr/>
          <a:lstStyle/>
          <a:p>
            <a:pPr eaLnBrk="1" fontAlgn="auto" hangingPunct="1">
              <a:spcAft>
                <a:spcPts val="0"/>
              </a:spcAft>
              <a:defRPr/>
            </a:pPr>
            <a:r>
              <a:rPr lang="en-US" dirty="0"/>
              <a:t>Availability service</a:t>
            </a:r>
          </a:p>
        </p:txBody>
      </p:sp>
      <p:sp>
        <p:nvSpPr>
          <p:cNvPr id="3" name="Content Placeholder 2"/>
          <p:cNvSpPr>
            <a:spLocks noGrp="1"/>
          </p:cNvSpPr>
          <p:nvPr>
            <p:ph idx="4294967295"/>
          </p:nvPr>
        </p:nvSpPr>
        <p:spPr>
          <a:xfrm>
            <a:off x="838200" y="1371600"/>
            <a:ext cx="7583488" cy="4297363"/>
          </a:xfrm>
          <a:prstGeom prst="rect">
            <a:avLst/>
          </a:prstGeom>
        </p:spPr>
        <p:txBody>
          <a:bodyPr>
            <a:normAutofit/>
          </a:bodyPr>
          <a:lstStyle/>
          <a:p>
            <a:pPr eaLnBrk="1" fontAlgn="auto" hangingPunct="1">
              <a:spcAft>
                <a:spcPts val="0"/>
              </a:spcAft>
              <a:defRPr/>
            </a:pPr>
            <a:r>
              <a:rPr lang="en-US" dirty="0">
                <a:solidFill>
                  <a:schemeClr val="tx2">
                    <a:lumMod val="10000"/>
                  </a:schemeClr>
                </a:solidFill>
              </a:rPr>
              <a:t>Availability </a:t>
            </a:r>
          </a:p>
          <a:p>
            <a:pPr lvl="1" eaLnBrk="1" fontAlgn="auto" hangingPunct="1">
              <a:spcAft>
                <a:spcPts val="0"/>
              </a:spcAft>
              <a:buClr>
                <a:schemeClr val="bg1"/>
              </a:buClr>
              <a:defRPr/>
            </a:pPr>
            <a:r>
              <a:rPr lang="en-US" dirty="0">
                <a:solidFill>
                  <a:schemeClr val="tx2">
                    <a:lumMod val="10000"/>
                  </a:schemeClr>
                </a:solidFill>
              </a:rPr>
              <a:t>The property of a system or a system resource being </a:t>
            </a:r>
            <a:r>
              <a:rPr lang="en-US" b="1" dirty="0">
                <a:solidFill>
                  <a:srgbClr val="C00000"/>
                </a:solidFill>
              </a:rPr>
              <a:t>accessible and usable upon demand by an authorized system entity</a:t>
            </a:r>
            <a:r>
              <a:rPr lang="en-US" dirty="0">
                <a:solidFill>
                  <a:srgbClr val="C00000"/>
                </a:solidFill>
              </a:rPr>
              <a:t>,</a:t>
            </a:r>
            <a:r>
              <a:rPr lang="en-US" dirty="0">
                <a:solidFill>
                  <a:schemeClr val="tx2">
                    <a:lumMod val="10000"/>
                  </a:schemeClr>
                </a:solidFill>
              </a:rPr>
              <a:t> according to performance specifications for the system</a:t>
            </a:r>
          </a:p>
          <a:p>
            <a:pPr eaLnBrk="1" fontAlgn="auto" hangingPunct="1">
              <a:spcAft>
                <a:spcPts val="0"/>
              </a:spcAft>
              <a:defRPr/>
            </a:pPr>
            <a:r>
              <a:rPr lang="en-US" dirty="0">
                <a:solidFill>
                  <a:schemeClr val="tx2">
                    <a:lumMod val="10000"/>
                  </a:schemeClr>
                </a:solidFill>
              </a:rPr>
              <a:t>Availability service</a:t>
            </a:r>
          </a:p>
          <a:p>
            <a:pPr lvl="1" eaLnBrk="1" fontAlgn="auto" hangingPunct="1">
              <a:spcAft>
                <a:spcPts val="0"/>
              </a:spcAft>
              <a:buClr>
                <a:schemeClr val="bg1"/>
              </a:buClr>
              <a:defRPr/>
            </a:pPr>
            <a:r>
              <a:rPr lang="en-US" dirty="0">
                <a:solidFill>
                  <a:schemeClr val="tx2">
                    <a:lumMod val="10000"/>
                  </a:schemeClr>
                </a:solidFill>
              </a:rPr>
              <a:t>One that protects a system to </a:t>
            </a:r>
            <a:r>
              <a:rPr lang="en-US" b="1" dirty="0">
                <a:solidFill>
                  <a:srgbClr val="C00000"/>
                </a:solidFill>
              </a:rPr>
              <a:t>ensure its availability</a:t>
            </a:r>
          </a:p>
          <a:p>
            <a:pPr lvl="1" eaLnBrk="1" fontAlgn="auto" hangingPunct="1">
              <a:spcAft>
                <a:spcPts val="0"/>
              </a:spcAft>
              <a:buClr>
                <a:schemeClr val="bg1"/>
              </a:buClr>
              <a:defRPr/>
            </a:pPr>
            <a:r>
              <a:rPr lang="en-US" b="1" dirty="0">
                <a:solidFill>
                  <a:srgbClr val="C00000"/>
                </a:solidFill>
              </a:rPr>
              <a:t>Addresses the security </a:t>
            </a:r>
            <a:r>
              <a:rPr lang="en-US" dirty="0">
                <a:solidFill>
                  <a:schemeClr val="tx2">
                    <a:lumMod val="10000"/>
                  </a:schemeClr>
                </a:solidFill>
              </a:rPr>
              <a:t>concerns raised by </a:t>
            </a:r>
            <a:r>
              <a:rPr lang="en-US" b="1" dirty="0">
                <a:solidFill>
                  <a:srgbClr val="C00000"/>
                </a:solidFill>
              </a:rPr>
              <a:t>denial-of-service attacks</a:t>
            </a:r>
          </a:p>
          <a:p>
            <a:pPr lvl="1" eaLnBrk="1" fontAlgn="auto" hangingPunct="1">
              <a:spcAft>
                <a:spcPts val="0"/>
              </a:spcAft>
              <a:buClr>
                <a:schemeClr val="bg1"/>
              </a:buClr>
              <a:defRPr/>
            </a:pPr>
            <a:r>
              <a:rPr lang="en-US" dirty="0">
                <a:solidFill>
                  <a:schemeClr val="tx2">
                    <a:lumMod val="10000"/>
                  </a:schemeClr>
                </a:solidFill>
              </a:rPr>
              <a:t>Depends on proper management and control of system resources</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381000" y="228600"/>
            <a:ext cx="7772400" cy="900113"/>
          </a:xfrm>
        </p:spPr>
        <p:txBody>
          <a:bodyPr/>
          <a:lstStyle/>
          <a:p>
            <a:pPr eaLnBrk="1" hangingPunct="1"/>
            <a:r>
              <a:rPr lang="en-US" altLang="tr-TR" dirty="0"/>
              <a:t>Security Mechanisms</a:t>
            </a:r>
          </a:p>
        </p:txBody>
      </p:sp>
      <p:sp>
        <p:nvSpPr>
          <p:cNvPr id="7168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fld id="{22212A50-4CBD-4592-AD84-35725EDDA75D}" type="slidenum">
              <a:rPr lang="en-US" altLang="tr-TR" sz="1400"/>
              <a:pPr/>
              <a:t>77</a:t>
            </a:fld>
            <a:endParaRPr lang="en-US" altLang="tr-TR" sz="1400"/>
          </a:p>
        </p:txBody>
      </p:sp>
      <p:sp>
        <p:nvSpPr>
          <p:cNvPr id="3" name="Content Placeholder 2">
            <a:extLst>
              <a:ext uri="{FF2B5EF4-FFF2-40B4-BE49-F238E27FC236}">
                <a16:creationId xmlns:a16="http://schemas.microsoft.com/office/drawing/2014/main" id="{BF7C1873-F1EE-4A61-83F9-94880C3F35C2}"/>
              </a:ext>
            </a:extLst>
          </p:cNvPr>
          <p:cNvSpPr>
            <a:spLocks noGrp="1"/>
          </p:cNvSpPr>
          <p:nvPr>
            <p:ph idx="1"/>
          </p:nvPr>
        </p:nvSpPr>
        <p:spPr/>
        <p:txBody>
          <a:bodyPr/>
          <a:lstStyle/>
          <a:p>
            <a:pPr marL="0" indent="0" algn="just">
              <a:buNone/>
            </a:pPr>
            <a:r>
              <a:rPr lang="en-US" b="1" dirty="0">
                <a:solidFill>
                  <a:schemeClr val="tx1"/>
                </a:solidFill>
              </a:rPr>
              <a:t>Security mechanisms defined in X.800: </a:t>
            </a:r>
          </a:p>
          <a:p>
            <a:pPr algn="just"/>
            <a:endParaRPr lang="en-US" dirty="0">
              <a:solidFill>
                <a:schemeClr val="tx1"/>
              </a:solidFill>
            </a:endParaRPr>
          </a:p>
          <a:p>
            <a:pPr algn="just"/>
            <a:r>
              <a:rPr lang="en-US" dirty="0">
                <a:solidFill>
                  <a:schemeClr val="tx1"/>
                </a:solidFill>
              </a:rPr>
              <a:t>The mechanisms are di vided into those that are implemented in a specific protocol layer, such as TCP or an application-layer protocol, and those that are not specific to any particular protocol layer or security service. </a:t>
            </a:r>
          </a:p>
        </p:txBody>
      </p:sp>
    </p:spTree>
    <p:extLst>
      <p:ext uri="{BB962C8B-B14F-4D97-AF65-F5344CB8AC3E}">
        <p14:creationId xmlns:p14="http://schemas.microsoft.com/office/powerpoint/2010/main" val="74515039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381000" y="228600"/>
            <a:ext cx="7772400" cy="900113"/>
          </a:xfrm>
        </p:spPr>
        <p:txBody>
          <a:bodyPr/>
          <a:lstStyle/>
          <a:p>
            <a:pPr eaLnBrk="1" hangingPunct="1"/>
            <a:r>
              <a:rPr lang="en-US" altLang="tr-TR" dirty="0"/>
              <a:t>Security Mechanisms</a:t>
            </a:r>
          </a:p>
        </p:txBody>
      </p:sp>
      <p:sp>
        <p:nvSpPr>
          <p:cNvPr id="7168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fld id="{22212A50-4CBD-4592-AD84-35725EDDA75D}" type="slidenum">
              <a:rPr lang="en-US" altLang="tr-TR" sz="1400"/>
              <a:pPr/>
              <a:t>78</a:t>
            </a:fld>
            <a:endParaRPr lang="en-US" altLang="tr-TR" sz="1400"/>
          </a:p>
        </p:txBody>
      </p:sp>
      <p:pic>
        <p:nvPicPr>
          <p:cNvPr id="5" name="Picture 4">
            <a:extLst>
              <a:ext uri="{FF2B5EF4-FFF2-40B4-BE49-F238E27FC236}">
                <a16:creationId xmlns:a16="http://schemas.microsoft.com/office/drawing/2014/main" id="{C2BAAAE1-594F-4977-A6EB-1C4A1FBCC7A5}"/>
              </a:ext>
            </a:extLst>
          </p:cNvPr>
          <p:cNvPicPr>
            <a:picLocks noChangeAspect="1"/>
          </p:cNvPicPr>
          <p:nvPr/>
        </p:nvPicPr>
        <p:blipFill>
          <a:blip r:embed="rId3"/>
          <a:stretch>
            <a:fillRect/>
          </a:stretch>
        </p:blipFill>
        <p:spPr>
          <a:xfrm>
            <a:off x="1367545" y="0"/>
            <a:ext cx="6408909" cy="6858000"/>
          </a:xfrm>
          <a:prstGeom prst="rect">
            <a:avLst/>
          </a:prstGeom>
        </p:spPr>
      </p:pic>
    </p:spTree>
    <p:extLst>
      <p:ext uri="{BB962C8B-B14F-4D97-AF65-F5344CB8AC3E}">
        <p14:creationId xmlns:p14="http://schemas.microsoft.com/office/powerpoint/2010/main" val="57546185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fld id="{1837515F-0751-480C-A686-2F935AF2896E}" type="slidenum">
              <a:rPr lang="en-US" altLang="tr-TR" sz="1400"/>
              <a:pPr/>
              <a:t>79</a:t>
            </a:fld>
            <a:endParaRPr lang="en-US" altLang="tr-TR" sz="1400"/>
          </a:p>
        </p:txBody>
      </p:sp>
      <p:sp>
        <p:nvSpPr>
          <p:cNvPr id="73731" name="Rectangle 2"/>
          <p:cNvSpPr>
            <a:spLocks noGrp="1" noChangeArrowheads="1"/>
          </p:cNvSpPr>
          <p:nvPr>
            <p:ph type="title"/>
          </p:nvPr>
        </p:nvSpPr>
        <p:spPr>
          <a:xfrm>
            <a:off x="457200" y="457200"/>
            <a:ext cx="8516938" cy="1143000"/>
          </a:xfrm>
        </p:spPr>
        <p:txBody>
          <a:bodyPr/>
          <a:lstStyle/>
          <a:p>
            <a:pPr eaLnBrk="1" hangingPunct="1"/>
            <a:r>
              <a:rPr lang="en-US" altLang="tr-TR" dirty="0"/>
              <a:t>Cryptographic Security Mechanisms</a:t>
            </a:r>
          </a:p>
        </p:txBody>
      </p:sp>
      <p:sp>
        <p:nvSpPr>
          <p:cNvPr id="73732" name="Rectangle 3"/>
          <p:cNvSpPr>
            <a:spLocks noGrp="1" noChangeArrowheads="1"/>
          </p:cNvSpPr>
          <p:nvPr>
            <p:ph type="body" idx="1"/>
          </p:nvPr>
        </p:nvSpPr>
        <p:spPr>
          <a:xfrm>
            <a:off x="609600" y="1524000"/>
            <a:ext cx="7772400" cy="4114800"/>
          </a:xfrm>
        </p:spPr>
        <p:txBody>
          <a:bodyPr/>
          <a:lstStyle/>
          <a:p>
            <a:pPr eaLnBrk="1" hangingPunct="1">
              <a:lnSpc>
                <a:spcPct val="90000"/>
              </a:lnSpc>
            </a:pPr>
            <a:endParaRPr lang="en-US" altLang="tr-TR" dirty="0"/>
          </a:p>
          <a:p>
            <a:pPr eaLnBrk="1" hangingPunct="1">
              <a:lnSpc>
                <a:spcPct val="90000"/>
              </a:lnSpc>
            </a:pPr>
            <a:r>
              <a:rPr lang="en-US" altLang="tr-TR" dirty="0"/>
              <a:t>Encryption (a.k.a. </a:t>
            </a:r>
            <a:r>
              <a:rPr lang="en-US" altLang="tr-TR" dirty="0" err="1"/>
              <a:t>Encipherment</a:t>
            </a:r>
            <a:r>
              <a:rPr lang="en-US" altLang="tr-TR" dirty="0"/>
              <a:t>)</a:t>
            </a:r>
          </a:p>
          <a:p>
            <a:pPr lvl="1" eaLnBrk="1" hangingPunct="1">
              <a:lnSpc>
                <a:spcPct val="90000"/>
              </a:lnSpc>
            </a:pPr>
            <a:r>
              <a:rPr lang="en-US" altLang="tr-TR" dirty="0"/>
              <a:t>use of mathematical algorithms to transform data into a form that is not readily intelligible</a:t>
            </a:r>
          </a:p>
          <a:p>
            <a:pPr lvl="2" eaLnBrk="1" hangingPunct="1">
              <a:lnSpc>
                <a:spcPct val="90000"/>
              </a:lnSpc>
            </a:pPr>
            <a:r>
              <a:rPr lang="en-US" altLang="tr-TR" dirty="0"/>
              <a:t>keys are involved</a:t>
            </a:r>
          </a:p>
          <a:p>
            <a:pPr eaLnBrk="1" hangingPunct="1">
              <a:lnSpc>
                <a:spcPct val="90000"/>
              </a:lnSpc>
            </a:pPr>
            <a:endParaRPr lang="en-US" altLang="tr-TR" dirty="0"/>
          </a:p>
        </p:txBody>
      </p:sp>
    </p:spTree>
    <p:extLst>
      <p:ext uri="{BB962C8B-B14F-4D97-AF65-F5344CB8AC3E}">
        <p14:creationId xmlns:p14="http://schemas.microsoft.com/office/powerpoint/2010/main" val="121354464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fld id="{B9875E16-616D-43A0-92D3-79B6E47A6E9A}" type="slidenum">
              <a:rPr lang="en-US" altLang="tr-TR" sz="1400"/>
              <a:pPr/>
              <a:t>80</a:t>
            </a:fld>
            <a:endParaRPr lang="en-US" altLang="tr-TR" sz="1400"/>
          </a:p>
        </p:txBody>
      </p:sp>
      <p:sp>
        <p:nvSpPr>
          <p:cNvPr id="75779" name="Rectangle 1026"/>
          <p:cNvSpPr>
            <a:spLocks noGrp="1" noChangeArrowheads="1"/>
          </p:cNvSpPr>
          <p:nvPr>
            <p:ph type="title"/>
          </p:nvPr>
        </p:nvSpPr>
        <p:spPr>
          <a:xfrm>
            <a:off x="500063" y="381000"/>
            <a:ext cx="8429625" cy="990600"/>
          </a:xfrm>
        </p:spPr>
        <p:txBody>
          <a:bodyPr/>
          <a:lstStyle/>
          <a:p>
            <a:pPr eaLnBrk="1" hangingPunct="1"/>
            <a:r>
              <a:rPr lang="en-US" altLang="tr-TR"/>
              <a:t>Cryptographic Security Mechanisms</a:t>
            </a:r>
          </a:p>
        </p:txBody>
      </p:sp>
      <p:sp>
        <p:nvSpPr>
          <p:cNvPr id="75780" name="Rectangle 1027"/>
          <p:cNvSpPr>
            <a:spLocks noGrp="1" noChangeArrowheads="1"/>
          </p:cNvSpPr>
          <p:nvPr>
            <p:ph type="body" idx="1"/>
          </p:nvPr>
        </p:nvSpPr>
        <p:spPr>
          <a:xfrm>
            <a:off x="381000" y="1295400"/>
            <a:ext cx="8458200" cy="4876800"/>
          </a:xfrm>
        </p:spPr>
        <p:txBody>
          <a:bodyPr/>
          <a:lstStyle/>
          <a:p>
            <a:pPr eaLnBrk="1" hangingPunct="1">
              <a:lnSpc>
                <a:spcPct val="90000"/>
              </a:lnSpc>
            </a:pPr>
            <a:r>
              <a:rPr lang="en-US" altLang="tr-TR" sz="2800" dirty="0"/>
              <a:t>Message Digest</a:t>
            </a:r>
          </a:p>
          <a:p>
            <a:pPr lvl="1" eaLnBrk="1" hangingPunct="1">
              <a:lnSpc>
                <a:spcPct val="90000"/>
              </a:lnSpc>
            </a:pPr>
            <a:r>
              <a:rPr lang="en-US" altLang="tr-TR" sz="2400" dirty="0"/>
              <a:t>similar to encryption, but one-way (recovery not possible)</a:t>
            </a:r>
          </a:p>
          <a:p>
            <a:pPr lvl="1" eaLnBrk="1" hangingPunct="1">
              <a:lnSpc>
                <a:spcPct val="90000"/>
              </a:lnSpc>
            </a:pPr>
            <a:r>
              <a:rPr lang="en-US" altLang="tr-TR" sz="2400" dirty="0"/>
              <a:t>generally no keys are used</a:t>
            </a:r>
          </a:p>
          <a:p>
            <a:pPr eaLnBrk="1" hangingPunct="1">
              <a:lnSpc>
                <a:spcPct val="90000"/>
              </a:lnSpc>
            </a:pPr>
            <a:r>
              <a:rPr lang="en-US" altLang="tr-TR" sz="2800" dirty="0"/>
              <a:t>Digital Signatures and Message Authentication Codes</a:t>
            </a:r>
          </a:p>
          <a:p>
            <a:pPr lvl="1" eaLnBrk="1" hangingPunct="1">
              <a:lnSpc>
                <a:spcPct val="90000"/>
              </a:lnSpc>
            </a:pPr>
            <a:r>
              <a:rPr lang="en-US" altLang="tr-TR" sz="2400" dirty="0"/>
              <a:t>Data appended to, or a cryptographic transformation of, a data unit to prove the source and the integrity of the data</a:t>
            </a:r>
          </a:p>
          <a:p>
            <a:pPr eaLnBrk="1" hangingPunct="1">
              <a:lnSpc>
                <a:spcPct val="90000"/>
              </a:lnSpc>
            </a:pPr>
            <a:r>
              <a:rPr lang="en-US" altLang="tr-TR" sz="2800" dirty="0"/>
              <a:t>Authentication Exchange</a:t>
            </a:r>
          </a:p>
          <a:p>
            <a:pPr lvl="1" eaLnBrk="1" hangingPunct="1">
              <a:lnSpc>
                <a:spcPct val="90000"/>
              </a:lnSpc>
            </a:pPr>
            <a:r>
              <a:rPr lang="en-US" altLang="tr-TR" sz="2400" dirty="0"/>
              <a:t>ensure the identity of an entity by exchanging some information</a:t>
            </a:r>
          </a:p>
        </p:txBody>
      </p:sp>
    </p:spTree>
    <p:extLst>
      <p:ext uri="{BB962C8B-B14F-4D97-AF65-F5344CB8AC3E}">
        <p14:creationId xmlns:p14="http://schemas.microsoft.com/office/powerpoint/2010/main" val="223756002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fld id="{19C8C32C-6892-4DCB-81CD-7593D68E3C84}" type="slidenum">
              <a:rPr lang="en-US" altLang="tr-TR" sz="1400"/>
              <a:pPr/>
              <a:t>81</a:t>
            </a:fld>
            <a:endParaRPr lang="en-US" altLang="tr-TR" sz="1400"/>
          </a:p>
        </p:txBody>
      </p:sp>
      <p:sp>
        <p:nvSpPr>
          <p:cNvPr id="77827" name="Rectangle 2"/>
          <p:cNvSpPr>
            <a:spLocks noGrp="1" noChangeArrowheads="1"/>
          </p:cNvSpPr>
          <p:nvPr>
            <p:ph type="title"/>
          </p:nvPr>
        </p:nvSpPr>
        <p:spPr>
          <a:xfrm>
            <a:off x="304800" y="304800"/>
            <a:ext cx="8229600" cy="1143000"/>
          </a:xfrm>
        </p:spPr>
        <p:txBody>
          <a:bodyPr/>
          <a:lstStyle/>
          <a:p>
            <a:pPr eaLnBrk="1" hangingPunct="1"/>
            <a:r>
              <a:rPr lang="en-US" altLang="tr-TR" dirty="0"/>
              <a:t>Security Mechanisms</a:t>
            </a:r>
          </a:p>
        </p:txBody>
      </p:sp>
      <p:sp>
        <p:nvSpPr>
          <p:cNvPr id="77828" name="Rectangle 3"/>
          <p:cNvSpPr>
            <a:spLocks noGrp="1" noChangeArrowheads="1"/>
          </p:cNvSpPr>
          <p:nvPr>
            <p:ph type="body" idx="1"/>
          </p:nvPr>
        </p:nvSpPr>
        <p:spPr>
          <a:xfrm>
            <a:off x="609600" y="1676400"/>
            <a:ext cx="7772400" cy="4114800"/>
          </a:xfrm>
        </p:spPr>
        <p:txBody>
          <a:bodyPr/>
          <a:lstStyle/>
          <a:p>
            <a:pPr eaLnBrk="1" hangingPunct="1"/>
            <a:r>
              <a:rPr lang="en-US" altLang="tr-TR" sz="2800" dirty="0"/>
              <a:t>Notarization</a:t>
            </a:r>
          </a:p>
          <a:p>
            <a:pPr lvl="1" eaLnBrk="1" hangingPunct="1"/>
            <a:r>
              <a:rPr lang="en-US" altLang="tr-TR" sz="2400" dirty="0"/>
              <a:t>use of a trusted third party to assure certain properties of a data exchange</a:t>
            </a:r>
          </a:p>
          <a:p>
            <a:pPr eaLnBrk="1" hangingPunct="1"/>
            <a:r>
              <a:rPr lang="en-US" altLang="tr-TR" sz="2800" dirty="0" err="1"/>
              <a:t>Timestamping</a:t>
            </a:r>
            <a:endParaRPr lang="en-US" altLang="tr-TR" sz="2800" dirty="0"/>
          </a:p>
          <a:p>
            <a:pPr lvl="1" eaLnBrk="1" hangingPunct="1"/>
            <a:r>
              <a:rPr lang="en-US" altLang="tr-TR" sz="2400" dirty="0"/>
              <a:t>inclusion of correct date and time within messages</a:t>
            </a:r>
          </a:p>
        </p:txBody>
      </p:sp>
    </p:spTree>
    <p:extLst>
      <p:ext uri="{BB962C8B-B14F-4D97-AF65-F5344CB8AC3E}">
        <p14:creationId xmlns:p14="http://schemas.microsoft.com/office/powerpoint/2010/main" val="35809861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583488" cy="838200"/>
          </a:xfrm>
        </p:spPr>
        <p:txBody>
          <a:bodyPr/>
          <a:lstStyle/>
          <a:p>
            <a:pPr>
              <a:defRPr/>
            </a:pPr>
            <a:r>
              <a:rPr lang="en-US" sz="3200" dirty="0"/>
              <a:t>Security Mechanisms (X.800)</a:t>
            </a:r>
          </a:p>
        </p:txBody>
      </p:sp>
      <p:sp>
        <p:nvSpPr>
          <p:cNvPr id="4" name="Rectangle 3"/>
          <p:cNvSpPr txBox="1">
            <a:spLocks noChangeArrowheads="1"/>
          </p:cNvSpPr>
          <p:nvPr/>
        </p:nvSpPr>
        <p:spPr>
          <a:xfrm>
            <a:off x="609600" y="1219200"/>
            <a:ext cx="7620000" cy="4876800"/>
          </a:xfrm>
          <a:prstGeom prst="rect">
            <a:avLst/>
          </a:prstGeom>
        </p:spPr>
        <p:txBody>
          <a:bodyPr/>
          <a:lstStyle/>
          <a:p>
            <a:pPr marL="282575" indent="-282575" eaLnBrk="0" hangingPunct="0">
              <a:spcBef>
                <a:spcPts val="2000"/>
              </a:spcBef>
              <a:buFont typeface="Calisto MT" pitchFamily="18" charset="0"/>
              <a:buChar char="•"/>
              <a:defRPr/>
            </a:pPr>
            <a:r>
              <a:rPr lang="en-AU" sz="2400" dirty="0">
                <a:latin typeface="+mn-lt"/>
                <a:cs typeface="+mn-cs"/>
              </a:rPr>
              <a:t>Specific security mechanisms: </a:t>
            </a:r>
            <a:r>
              <a:rPr lang="en-CA" sz="2400" dirty="0">
                <a:latin typeface="+mn-lt"/>
                <a:cs typeface="+mn-cs"/>
              </a:rPr>
              <a:t>incorporated into the appropriate protocol layer in order to provide some of the OSI security services</a:t>
            </a:r>
          </a:p>
          <a:p>
            <a:pPr marL="577850" lvl="1" indent="-295275" eaLnBrk="0" hangingPunct="0">
              <a:spcBef>
                <a:spcPts val="600"/>
              </a:spcBef>
              <a:buClr>
                <a:srgbClr val="858585"/>
              </a:buClr>
              <a:buFont typeface="Calisto MT" pitchFamily="18" charset="0"/>
              <a:buChar char="•"/>
              <a:defRPr/>
            </a:pPr>
            <a:r>
              <a:rPr lang="en-US" sz="2200" dirty="0" err="1">
                <a:latin typeface="+mn-lt"/>
                <a:cs typeface="+mn-cs"/>
              </a:rPr>
              <a:t>Encipherment</a:t>
            </a:r>
            <a:endParaRPr lang="en-US" sz="2200" dirty="0">
              <a:latin typeface="+mn-lt"/>
              <a:cs typeface="+mn-cs"/>
            </a:endParaRPr>
          </a:p>
          <a:p>
            <a:pPr marL="577850" lvl="1" indent="-295275" eaLnBrk="0" hangingPunct="0">
              <a:spcBef>
                <a:spcPts val="600"/>
              </a:spcBef>
              <a:buClr>
                <a:srgbClr val="858585"/>
              </a:buClr>
              <a:buFont typeface="Calisto MT" pitchFamily="18" charset="0"/>
              <a:buChar char="•"/>
              <a:defRPr/>
            </a:pPr>
            <a:r>
              <a:rPr lang="en-US" sz="2200" dirty="0">
                <a:latin typeface="+mn-lt"/>
                <a:cs typeface="+mn-cs"/>
              </a:rPr>
              <a:t>digital signatures</a:t>
            </a:r>
          </a:p>
          <a:p>
            <a:pPr marL="577850" lvl="1" indent="-295275" eaLnBrk="0" hangingPunct="0">
              <a:spcBef>
                <a:spcPts val="600"/>
              </a:spcBef>
              <a:buClr>
                <a:srgbClr val="858585"/>
              </a:buClr>
              <a:buFont typeface="Calisto MT" pitchFamily="18" charset="0"/>
              <a:buChar char="•"/>
              <a:defRPr/>
            </a:pPr>
            <a:r>
              <a:rPr lang="en-US" sz="2200" dirty="0">
                <a:latin typeface="+mn-lt"/>
                <a:cs typeface="+mn-cs"/>
              </a:rPr>
              <a:t>access controls</a:t>
            </a:r>
          </a:p>
          <a:p>
            <a:pPr marL="577850" lvl="1" indent="-295275" eaLnBrk="0" hangingPunct="0">
              <a:spcBef>
                <a:spcPts val="600"/>
              </a:spcBef>
              <a:buClr>
                <a:srgbClr val="858585"/>
              </a:buClr>
              <a:buFont typeface="Calisto MT" pitchFamily="18" charset="0"/>
              <a:buChar char="•"/>
              <a:defRPr/>
            </a:pPr>
            <a:r>
              <a:rPr lang="en-US" sz="2200" dirty="0">
                <a:latin typeface="+mn-lt"/>
                <a:cs typeface="+mn-cs"/>
              </a:rPr>
              <a:t>data integrity</a:t>
            </a:r>
          </a:p>
          <a:p>
            <a:pPr marL="577850" lvl="1" indent="-295275" eaLnBrk="0" hangingPunct="0">
              <a:spcBef>
                <a:spcPts val="600"/>
              </a:spcBef>
              <a:buClr>
                <a:srgbClr val="858585"/>
              </a:buClr>
              <a:buFont typeface="Calisto MT" pitchFamily="18" charset="0"/>
              <a:buChar char="•"/>
              <a:defRPr/>
            </a:pPr>
            <a:r>
              <a:rPr lang="en-US" sz="2200" dirty="0">
                <a:latin typeface="+mn-lt"/>
                <a:cs typeface="+mn-cs"/>
              </a:rPr>
              <a:t>authentication exchange</a:t>
            </a:r>
          </a:p>
          <a:p>
            <a:pPr marL="577850" lvl="1" indent="-295275" eaLnBrk="0" hangingPunct="0">
              <a:spcBef>
                <a:spcPts val="600"/>
              </a:spcBef>
              <a:buClr>
                <a:srgbClr val="858585"/>
              </a:buClr>
              <a:buFont typeface="Calisto MT" pitchFamily="18" charset="0"/>
              <a:buChar char="•"/>
              <a:defRPr/>
            </a:pPr>
            <a:r>
              <a:rPr lang="en-US" sz="2200" dirty="0">
                <a:latin typeface="+mn-lt"/>
                <a:cs typeface="+mn-cs"/>
              </a:rPr>
              <a:t>traffic padding</a:t>
            </a:r>
          </a:p>
          <a:p>
            <a:pPr marL="577850" lvl="1" indent="-295275" eaLnBrk="0" hangingPunct="0">
              <a:spcBef>
                <a:spcPts val="600"/>
              </a:spcBef>
              <a:buClr>
                <a:srgbClr val="858585"/>
              </a:buClr>
              <a:buFont typeface="Calisto MT" pitchFamily="18" charset="0"/>
              <a:buChar char="•"/>
              <a:defRPr/>
            </a:pPr>
            <a:r>
              <a:rPr lang="en-US" sz="2200" dirty="0">
                <a:latin typeface="+mn-lt"/>
                <a:cs typeface="+mn-cs"/>
              </a:rPr>
              <a:t>routing control</a:t>
            </a:r>
          </a:p>
          <a:p>
            <a:pPr marL="577850" lvl="1" indent="-295275" eaLnBrk="0" hangingPunct="0">
              <a:spcBef>
                <a:spcPts val="600"/>
              </a:spcBef>
              <a:buClr>
                <a:srgbClr val="858585"/>
              </a:buClr>
              <a:buFont typeface="Calisto MT" pitchFamily="18" charset="0"/>
              <a:buChar char="•"/>
              <a:defRPr/>
            </a:pPr>
            <a:r>
              <a:rPr lang="en-US" sz="2200" dirty="0">
                <a:latin typeface="+mn-lt"/>
                <a:cs typeface="+mn-cs"/>
              </a:rPr>
              <a:t>notarization</a:t>
            </a:r>
            <a:endParaRPr lang="en-AU" sz="2200" dirty="0">
              <a:latin typeface="+mn-lt"/>
              <a:cs typeface="+mn-cs"/>
            </a:endParaRPr>
          </a:p>
          <a:p>
            <a:pPr marL="282575" indent="-282575">
              <a:lnSpc>
                <a:spcPct val="90000"/>
              </a:lnSpc>
              <a:spcBef>
                <a:spcPts val="2000"/>
              </a:spcBef>
              <a:buFont typeface="Wingdings" pitchFamily="2" charset="2"/>
              <a:buNone/>
              <a:defRPr/>
            </a:pPr>
            <a:endParaRPr lang="en-AU" sz="2000" dirty="0">
              <a:effectLst>
                <a:outerShdw blurRad="38100" dist="38100" dir="2700000" algn="tl">
                  <a:srgbClr val="000000">
                    <a:alpha val="43137"/>
                  </a:srgbClr>
                </a:outerShdw>
              </a:effectLst>
              <a:latin typeface="+mn-lt"/>
              <a:cs typeface="+mn-cs"/>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583488" cy="774700"/>
          </a:xfrm>
        </p:spPr>
        <p:txBody>
          <a:bodyPr/>
          <a:lstStyle/>
          <a:p>
            <a:pPr>
              <a:defRPr/>
            </a:pPr>
            <a:endParaRPr lang="en-US"/>
          </a:p>
        </p:txBody>
      </p:sp>
      <p:pic>
        <p:nvPicPr>
          <p:cNvPr id="62467" name="Picture 12"/>
          <p:cNvPicPr>
            <a:picLocks noChangeAspect="1" noChangeArrowheads="1"/>
          </p:cNvPicPr>
          <p:nvPr/>
        </p:nvPicPr>
        <p:blipFill>
          <a:blip r:embed="rId2"/>
          <a:srcRect/>
          <a:stretch>
            <a:fillRect/>
          </a:stretch>
        </p:blipFill>
        <p:spPr bwMode="auto">
          <a:xfrm>
            <a:off x="1447800" y="1066800"/>
            <a:ext cx="5338763" cy="5438775"/>
          </a:xfrm>
          <a:prstGeom prst="rect">
            <a:avLst/>
          </a:prstGeom>
          <a:noFill/>
          <a:ln w="9525">
            <a:noFill/>
            <a:miter lim="800000"/>
            <a:headEnd/>
            <a:tailEnd/>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4"/>
          <p:cNvPicPr>
            <a:picLocks noChangeAspect="1"/>
          </p:cNvPicPr>
          <p:nvPr/>
        </p:nvPicPr>
        <p:blipFill>
          <a:blip r:embed="rId3" cstate="print"/>
          <a:srcRect t="-1222" b="1222"/>
          <a:stretch>
            <a:fillRect/>
          </a:stretch>
        </p:blipFill>
        <p:spPr bwMode="auto">
          <a:xfrm>
            <a:off x="0" y="-133350"/>
            <a:ext cx="5686425" cy="6991350"/>
          </a:xfrm>
          <a:prstGeom prst="rect">
            <a:avLst/>
          </a:prstGeom>
          <a:noFill/>
          <a:ln w="9525">
            <a:noFill/>
            <a:miter lim="800000"/>
            <a:headEnd/>
            <a:tailEnd/>
          </a:ln>
        </p:spPr>
      </p:pic>
      <p:sp>
        <p:nvSpPr>
          <p:cNvPr id="7" name="Rectangle 6"/>
          <p:cNvSpPr/>
          <p:nvPr/>
        </p:nvSpPr>
        <p:spPr>
          <a:xfrm>
            <a:off x="5867400" y="990600"/>
            <a:ext cx="3124200" cy="4094163"/>
          </a:xfrm>
          <a:prstGeom prst="rect">
            <a:avLst/>
          </a:prstGeom>
        </p:spPr>
        <p:txBody>
          <a:bodyPr>
            <a:spAutoFit/>
          </a:bodyPr>
          <a:lstStyle/>
          <a:p>
            <a:pPr algn="ctr">
              <a:defRPr/>
            </a:pPr>
            <a:r>
              <a:rPr lang="en-US" sz="4000" dirty="0">
                <a:solidFill>
                  <a:schemeClr val="tx2"/>
                </a:solidFill>
                <a:latin typeface="+mn-lt"/>
                <a:ea typeface="ＭＳ Ｐゴシック" pitchFamily="-1" charset="-128"/>
                <a:cs typeface="ＭＳ Ｐゴシック" pitchFamily="-1" charset="-128"/>
              </a:rPr>
              <a:t>   </a:t>
            </a:r>
          </a:p>
          <a:p>
            <a:pPr algn="ctr">
              <a:defRPr/>
            </a:pPr>
            <a:r>
              <a:rPr lang="en-US" sz="3600" dirty="0">
                <a:solidFill>
                  <a:schemeClr val="tx2"/>
                </a:solidFill>
                <a:latin typeface="+mn-lt"/>
                <a:ea typeface="ＭＳ Ｐゴシック" pitchFamily="-1" charset="-128"/>
                <a:cs typeface="ＭＳ Ｐゴシック" pitchFamily="-1" charset="-128"/>
              </a:rPr>
              <a:t>Security Mechanisms </a:t>
            </a:r>
          </a:p>
          <a:p>
            <a:pPr algn="ctr">
              <a:defRPr/>
            </a:pPr>
            <a:r>
              <a:rPr lang="en-US" sz="3600" dirty="0">
                <a:solidFill>
                  <a:schemeClr val="tx2"/>
                </a:solidFill>
                <a:latin typeface="+mn-lt"/>
                <a:ea typeface="ＭＳ Ｐゴシック" pitchFamily="-1" charset="-128"/>
                <a:cs typeface="ＭＳ Ｐゴシック" pitchFamily="-1" charset="-128"/>
              </a:rPr>
              <a:t>(X.800) </a:t>
            </a:r>
          </a:p>
          <a:p>
            <a:pPr algn="ctr">
              <a:defRPr/>
            </a:pPr>
            <a:endParaRPr lang="en-US" sz="3600" dirty="0">
              <a:solidFill>
                <a:schemeClr val="tx2"/>
              </a:solidFill>
              <a:latin typeface="+mn-lt"/>
              <a:ea typeface="ＭＳ Ｐゴシック" pitchFamily="-1" charset="-128"/>
              <a:cs typeface="ＭＳ Ｐゴシック" pitchFamily="-1" charset="-128"/>
            </a:endParaRPr>
          </a:p>
          <a:p>
            <a:pPr algn="ctr">
              <a:defRPr/>
            </a:pPr>
            <a:endParaRPr lang="en-US" sz="3600" dirty="0">
              <a:solidFill>
                <a:schemeClr val="tx2"/>
              </a:solidFill>
              <a:latin typeface="+mn-lt"/>
              <a:ea typeface="ＭＳ Ｐゴシック" pitchFamily="-1" charset="-128"/>
              <a:cs typeface="ＭＳ Ｐゴシック" pitchFamily="-1" charset="-128"/>
            </a:endParaRPr>
          </a:p>
          <a:p>
            <a:pPr algn="ctr">
              <a:defRPr/>
            </a:pPr>
            <a:endParaRPr lang="en-US" sz="2000" dirty="0">
              <a:solidFill>
                <a:schemeClr val="tx2"/>
              </a:solidFill>
              <a:latin typeface="+mn-lt"/>
              <a:ea typeface="ＭＳ Ｐゴシック" pitchFamily="-1" charset="-128"/>
              <a:cs typeface="ＭＳ Ｐゴシック" pitchFamily="-1" charset="-128"/>
            </a:endParaRPr>
          </a:p>
          <a:p>
            <a:pPr algn="ctr">
              <a:defRPr/>
            </a:pPr>
            <a:endParaRPr lang="en-US" sz="2000" dirty="0">
              <a:solidFill>
                <a:schemeClr val="tx2"/>
              </a:solidFill>
              <a:latin typeface="+mn-lt"/>
              <a:ea typeface="ＭＳ Ｐゴシック" pitchFamily="-1" charset="-128"/>
              <a:cs typeface="ＭＳ Ｐゴシック" pitchFamily="-1" charset="-128"/>
            </a:endParaRPr>
          </a:p>
        </p:txBody>
      </p:sp>
    </p:spTree>
  </p:cSld>
  <p:clrMapOvr>
    <a:masterClrMapping/>
  </p:clrMapOvr>
  <p:transition spd="med">
    <p:wip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583488" cy="1079500"/>
          </a:xfrm>
        </p:spPr>
        <p:txBody>
          <a:bodyPr/>
          <a:lstStyle/>
          <a:p>
            <a:pPr>
              <a:defRPr/>
            </a:pPr>
            <a:r>
              <a:rPr lang="en-CA" sz="2000" dirty="0"/>
              <a:t>Relationship Between Security Services and Mechanisms</a:t>
            </a:r>
            <a:endParaRPr lang="en-US" sz="2000" dirty="0"/>
          </a:p>
        </p:txBody>
      </p:sp>
      <p:pic>
        <p:nvPicPr>
          <p:cNvPr id="64515" name="Picture 2"/>
          <p:cNvPicPr>
            <a:picLocks noChangeAspect="1" noChangeArrowheads="1"/>
          </p:cNvPicPr>
          <p:nvPr/>
        </p:nvPicPr>
        <p:blipFill>
          <a:blip r:embed="rId2"/>
          <a:srcRect/>
          <a:stretch>
            <a:fillRect/>
          </a:stretch>
        </p:blipFill>
        <p:spPr bwMode="auto">
          <a:xfrm>
            <a:off x="228600" y="1676400"/>
            <a:ext cx="8599488" cy="3429000"/>
          </a:xfrm>
          <a:prstGeom prst="rect">
            <a:avLst/>
          </a:prstGeom>
          <a:noFill/>
          <a:ln w="9525">
            <a:noFill/>
            <a:miter lim="800000"/>
            <a:headEnd/>
            <a:tailEnd/>
          </a:ln>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583488" cy="774700"/>
          </a:xfrm>
        </p:spPr>
        <p:txBody>
          <a:bodyPr/>
          <a:lstStyle/>
          <a:p>
            <a:pPr>
              <a:defRPr/>
            </a:pPr>
            <a:r>
              <a:rPr lang="en-CA" dirty="0"/>
              <a:t>Relationship Between Security Services and Mechanisms</a:t>
            </a:r>
            <a:endParaRPr lang="en-US" dirty="0"/>
          </a:p>
        </p:txBody>
      </p:sp>
      <p:pic>
        <p:nvPicPr>
          <p:cNvPr id="65539" name="Picture 12"/>
          <p:cNvPicPr>
            <a:picLocks noChangeAspect="1" noChangeArrowheads="1"/>
          </p:cNvPicPr>
          <p:nvPr/>
        </p:nvPicPr>
        <p:blipFill>
          <a:blip r:embed="rId2"/>
          <a:srcRect/>
          <a:stretch>
            <a:fillRect/>
          </a:stretch>
        </p:blipFill>
        <p:spPr bwMode="auto">
          <a:xfrm>
            <a:off x="228600" y="2209800"/>
            <a:ext cx="8720138" cy="2333625"/>
          </a:xfrm>
          <a:prstGeom prst="rect">
            <a:avLst/>
          </a:prstGeom>
          <a:noFill/>
          <a:ln w="9525">
            <a:noFill/>
            <a:miter lim="800000"/>
            <a:headEnd/>
            <a:tailEnd/>
          </a:ln>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idx="4294967295"/>
          </p:nvPr>
        </p:nvSpPr>
        <p:spPr>
          <a:xfrm>
            <a:off x="779463" y="63500"/>
            <a:ext cx="7583487" cy="1282700"/>
          </a:xfrm>
          <a:prstGeom prst="rect">
            <a:avLst/>
          </a:prstGeom>
        </p:spPr>
        <p:txBody>
          <a:bodyPr>
            <a:normAutofit/>
          </a:bodyPr>
          <a:lstStyle/>
          <a:p>
            <a:pPr eaLnBrk="1" fontAlgn="auto" hangingPunct="1">
              <a:spcAft>
                <a:spcPts val="0"/>
              </a:spcAft>
              <a:defRPr/>
            </a:pPr>
            <a:r>
              <a:rPr lang="en-US" dirty="0">
                <a:ea typeface="ＭＳ Ｐゴシック" pitchFamily="-107" charset="-128"/>
                <a:cs typeface="ＭＳ Ｐゴシック" pitchFamily="-107" charset="-128"/>
              </a:rPr>
              <a:t>Model for Network Security</a:t>
            </a:r>
            <a:endParaRPr lang="en-AU" dirty="0">
              <a:ea typeface="ＭＳ Ｐゴシック" pitchFamily="-107" charset="-128"/>
              <a:cs typeface="ＭＳ Ｐゴシック" pitchFamily="-107" charset="-128"/>
            </a:endParaRPr>
          </a:p>
        </p:txBody>
      </p:sp>
      <p:pic>
        <p:nvPicPr>
          <p:cNvPr id="74755" name="Picture 3" descr="f2.pdf"/>
          <p:cNvPicPr>
            <a:picLocks noChangeAspect="1"/>
          </p:cNvPicPr>
          <p:nvPr/>
        </p:nvPicPr>
        <p:blipFill>
          <a:blip r:embed="rId3" cstate="print"/>
          <a:srcRect t="12941" r="2727" b="11765"/>
          <a:stretch>
            <a:fillRect/>
          </a:stretch>
        </p:blipFill>
        <p:spPr bwMode="auto">
          <a:xfrm>
            <a:off x="38100" y="1066800"/>
            <a:ext cx="9131300" cy="5462588"/>
          </a:xfrm>
          <a:prstGeom prst="rect">
            <a:avLst/>
          </a:prstGeom>
          <a:noFill/>
          <a:ln w="9525">
            <a:noFill/>
            <a:miter lim="800000"/>
            <a:headEnd/>
            <a:tailEnd/>
          </a:ln>
        </p:spPr>
      </p:pic>
    </p:spTree>
  </p:cSld>
  <p:clrMapOvr>
    <a:masterClrMapping/>
  </p:clrMapOvr>
  <p:transition>
    <p:dissolv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779463" y="63500"/>
            <a:ext cx="7583487" cy="1282700"/>
          </a:xfrm>
          <a:prstGeom prst="rect">
            <a:avLst/>
          </a:prstGeom>
        </p:spPr>
        <p:txBody>
          <a:bodyPr/>
          <a:lstStyle/>
          <a:p>
            <a:pPr eaLnBrk="1" fontAlgn="auto" hangingPunct="1">
              <a:spcAft>
                <a:spcPts val="0"/>
              </a:spcAft>
              <a:defRPr/>
            </a:pPr>
            <a:r>
              <a:rPr lang="en-US" dirty="0">
                <a:ea typeface="ＭＳ Ｐゴシック" pitchFamily="34" charset="-128"/>
              </a:rPr>
              <a:t>A Model for Network Security</a:t>
            </a:r>
            <a:endParaRPr lang="en-AU" altLang="zh-TW" dirty="0">
              <a:ea typeface="ＭＳ Ｐゴシック" pitchFamily="34" charset="-128"/>
            </a:endParaRPr>
          </a:p>
        </p:txBody>
      </p:sp>
      <p:sp>
        <p:nvSpPr>
          <p:cNvPr id="40963" name="Rectangle 3"/>
          <p:cNvSpPr>
            <a:spLocks noGrp="1" noChangeArrowheads="1"/>
          </p:cNvSpPr>
          <p:nvPr>
            <p:ph type="body" idx="4294967295"/>
          </p:nvPr>
        </p:nvSpPr>
        <p:spPr>
          <a:xfrm>
            <a:off x="685800" y="1371600"/>
            <a:ext cx="7583487" cy="4297363"/>
          </a:xfrm>
          <a:prstGeom prst="rect">
            <a:avLst/>
          </a:prstGeom>
        </p:spPr>
        <p:txBody>
          <a:bodyPr>
            <a:normAutofit/>
          </a:bodyPr>
          <a:lstStyle/>
          <a:p>
            <a:pPr marL="609600" indent="-609600" eaLnBrk="1" fontAlgn="auto" hangingPunct="1">
              <a:lnSpc>
                <a:spcPct val="90000"/>
              </a:lnSpc>
              <a:spcAft>
                <a:spcPts val="0"/>
              </a:spcAft>
              <a:defRPr/>
            </a:pPr>
            <a:r>
              <a:rPr lang="en-AU" altLang="zh-TW" dirty="0">
                <a:ea typeface="ＭＳ Ｐゴシック" pitchFamily="34" charset="-128"/>
              </a:rPr>
              <a:t>Using this model requires us to: </a:t>
            </a:r>
          </a:p>
          <a:p>
            <a:pPr marL="990600" lvl="1" indent="-533400" eaLnBrk="1" fontAlgn="auto" hangingPunct="1">
              <a:lnSpc>
                <a:spcPct val="90000"/>
              </a:lnSpc>
              <a:spcAft>
                <a:spcPts val="0"/>
              </a:spcAft>
              <a:buClr>
                <a:schemeClr val="bg2">
                  <a:lumMod val="60000"/>
                  <a:lumOff val="40000"/>
                </a:schemeClr>
              </a:buClr>
              <a:buFont typeface="Times" pitchFamily="18" charset="0"/>
              <a:buAutoNum type="arabicPeriod"/>
              <a:defRPr/>
            </a:pPr>
            <a:r>
              <a:rPr lang="en-AU" altLang="zh-TW" dirty="0">
                <a:ea typeface="ＭＳ Ｐゴシック" pitchFamily="34" charset="-128"/>
              </a:rPr>
              <a:t>Design a suitable </a:t>
            </a:r>
            <a:r>
              <a:rPr lang="en-AU" altLang="zh-TW" dirty="0">
                <a:solidFill>
                  <a:srgbClr val="FF0066"/>
                </a:solidFill>
                <a:ea typeface="ＭＳ Ｐゴシック" pitchFamily="34" charset="-128"/>
              </a:rPr>
              <a:t>algorithm</a:t>
            </a:r>
            <a:r>
              <a:rPr lang="en-AU" altLang="zh-TW" dirty="0">
                <a:ea typeface="ＭＳ Ｐゴシック" pitchFamily="34" charset="-128"/>
              </a:rPr>
              <a:t> for the security transformation </a:t>
            </a:r>
          </a:p>
          <a:p>
            <a:pPr marL="990600" lvl="1" indent="-533400" eaLnBrk="1" fontAlgn="auto" hangingPunct="1">
              <a:lnSpc>
                <a:spcPct val="90000"/>
              </a:lnSpc>
              <a:spcAft>
                <a:spcPts val="0"/>
              </a:spcAft>
              <a:buClr>
                <a:schemeClr val="bg2">
                  <a:lumMod val="60000"/>
                  <a:lumOff val="40000"/>
                </a:schemeClr>
              </a:buClr>
              <a:buFont typeface="Times" pitchFamily="18" charset="0"/>
              <a:buAutoNum type="arabicPeriod"/>
              <a:defRPr/>
            </a:pPr>
            <a:r>
              <a:rPr lang="en-AU" altLang="zh-TW" dirty="0">
                <a:ea typeface="ＭＳ Ｐゴシック" pitchFamily="34" charset="-128"/>
              </a:rPr>
              <a:t>Generate the </a:t>
            </a:r>
            <a:r>
              <a:rPr lang="en-AU" altLang="zh-TW" dirty="0">
                <a:solidFill>
                  <a:srgbClr val="FF0066"/>
                </a:solidFill>
                <a:ea typeface="ＭＳ Ｐゴシック" pitchFamily="34" charset="-128"/>
              </a:rPr>
              <a:t>secret information (keys) </a:t>
            </a:r>
            <a:r>
              <a:rPr lang="en-AU" altLang="zh-TW" dirty="0">
                <a:ea typeface="ＭＳ Ｐゴシック" pitchFamily="34" charset="-128"/>
              </a:rPr>
              <a:t>used by the algorithm </a:t>
            </a:r>
          </a:p>
          <a:p>
            <a:pPr marL="990600" lvl="1" indent="-533400" eaLnBrk="1" fontAlgn="auto" hangingPunct="1">
              <a:lnSpc>
                <a:spcPct val="90000"/>
              </a:lnSpc>
              <a:spcAft>
                <a:spcPts val="0"/>
              </a:spcAft>
              <a:buClr>
                <a:schemeClr val="bg2">
                  <a:lumMod val="60000"/>
                  <a:lumOff val="40000"/>
                </a:schemeClr>
              </a:buClr>
              <a:buFont typeface="Times" pitchFamily="18" charset="0"/>
              <a:buAutoNum type="arabicPeriod"/>
              <a:defRPr/>
            </a:pPr>
            <a:r>
              <a:rPr lang="en-AU" altLang="zh-TW" dirty="0">
                <a:ea typeface="ＭＳ Ｐゴシック" pitchFamily="34" charset="-128"/>
              </a:rPr>
              <a:t>Develop methods to </a:t>
            </a:r>
            <a:r>
              <a:rPr lang="en-AU" altLang="zh-TW" dirty="0">
                <a:solidFill>
                  <a:srgbClr val="FF0000"/>
                </a:solidFill>
                <a:ea typeface="ＭＳ Ｐゴシック" pitchFamily="34" charset="-128"/>
              </a:rPr>
              <a:t>distribute and share </a:t>
            </a:r>
            <a:r>
              <a:rPr lang="en-AU" altLang="zh-TW" dirty="0">
                <a:ea typeface="ＭＳ Ｐゴシック" pitchFamily="34" charset="-128"/>
              </a:rPr>
              <a:t>the secret information </a:t>
            </a:r>
          </a:p>
          <a:p>
            <a:pPr marL="990600" lvl="1" indent="-533400" eaLnBrk="1" fontAlgn="auto" hangingPunct="1">
              <a:lnSpc>
                <a:spcPct val="90000"/>
              </a:lnSpc>
              <a:spcAft>
                <a:spcPts val="0"/>
              </a:spcAft>
              <a:buClr>
                <a:schemeClr val="bg2">
                  <a:lumMod val="60000"/>
                  <a:lumOff val="40000"/>
                </a:schemeClr>
              </a:buClr>
              <a:buFont typeface="Times" pitchFamily="18" charset="0"/>
              <a:buAutoNum type="arabicPeriod"/>
              <a:defRPr/>
            </a:pPr>
            <a:r>
              <a:rPr lang="en-AU" altLang="zh-TW" dirty="0">
                <a:ea typeface="ＭＳ Ｐゴシック" pitchFamily="34" charset="-128"/>
              </a:rPr>
              <a:t>Specify a </a:t>
            </a:r>
            <a:r>
              <a:rPr lang="en-AU" altLang="zh-TW" dirty="0">
                <a:solidFill>
                  <a:srgbClr val="FF0066"/>
                </a:solidFill>
                <a:ea typeface="ＭＳ Ｐゴシック" pitchFamily="34" charset="-128"/>
              </a:rPr>
              <a:t>protocol</a:t>
            </a:r>
            <a:r>
              <a:rPr lang="en-AU" altLang="zh-TW" dirty="0">
                <a:ea typeface="ＭＳ Ｐゴシック" pitchFamily="34" charset="-128"/>
              </a:rPr>
              <a:t> enabling the principals to use the transformation and secret information for a security service</a:t>
            </a:r>
          </a:p>
          <a:p>
            <a:pPr marL="57150" indent="0" eaLnBrk="1" fontAlgn="auto" hangingPunct="1">
              <a:lnSpc>
                <a:spcPct val="90000"/>
              </a:lnSpc>
              <a:spcAft>
                <a:spcPts val="0"/>
              </a:spcAft>
              <a:buFont typeface="Wingdings" pitchFamily="2" charset="2"/>
              <a:buNone/>
              <a:defRPr/>
            </a:pPr>
            <a:endParaRPr lang="en-AU" altLang="zh-TW" dirty="0">
              <a:ea typeface="ＭＳ Ｐゴシック" pitchFamily="34" charset="-128"/>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p:cNvSpPr>
            <a:spLocks noGrp="1"/>
          </p:cNvSpPr>
          <p:nvPr>
            <p:ph type="title" idx="4294967295"/>
          </p:nvPr>
        </p:nvSpPr>
        <p:spPr>
          <a:xfrm>
            <a:off x="779463" y="63500"/>
            <a:ext cx="7583487" cy="1282700"/>
          </a:xfrm>
          <a:prstGeom prst="rect">
            <a:avLst/>
          </a:prstGeom>
        </p:spPr>
        <p:txBody>
          <a:bodyPr>
            <a:normAutofit/>
          </a:bodyPr>
          <a:lstStyle/>
          <a:p>
            <a:pPr eaLnBrk="1" fontAlgn="auto" hangingPunct="1">
              <a:spcAft>
                <a:spcPts val="0"/>
              </a:spcAft>
              <a:defRPr/>
            </a:pPr>
            <a:r>
              <a:rPr lang="en-US" dirty="0"/>
              <a:t>Network Access Security Model</a:t>
            </a:r>
          </a:p>
        </p:txBody>
      </p:sp>
      <p:pic>
        <p:nvPicPr>
          <p:cNvPr id="76803" name="Picture 3" descr="f3.pdf"/>
          <p:cNvPicPr>
            <a:picLocks noChangeAspect="1"/>
          </p:cNvPicPr>
          <p:nvPr/>
        </p:nvPicPr>
        <p:blipFill>
          <a:blip r:embed="rId3"/>
          <a:srcRect l="2353" t="28181" r="3529" b="33636"/>
          <a:stretch>
            <a:fillRect/>
          </a:stretch>
        </p:blipFill>
        <p:spPr bwMode="auto">
          <a:xfrm>
            <a:off x="0" y="2057400"/>
            <a:ext cx="9144000" cy="4800600"/>
          </a:xfrm>
          <a:prstGeom prst="rect">
            <a:avLst/>
          </a:prstGeom>
          <a:noFill/>
          <a:ln w="9525">
            <a:noFill/>
            <a:miter lim="800000"/>
            <a:headEnd/>
            <a:tailEnd/>
          </a:ln>
        </p:spPr>
      </p:pic>
    </p:spTree>
  </p:cSld>
  <p:clrMapOvr>
    <a:masterClrMapping/>
  </p:clrMapOvr>
  <p:transition spd="med">
    <p:wipe dir="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p:cNvSpPr>
            <a:spLocks noGrp="1"/>
          </p:cNvSpPr>
          <p:nvPr>
            <p:ph type="title" idx="4294967295"/>
          </p:nvPr>
        </p:nvSpPr>
        <p:spPr>
          <a:xfrm>
            <a:off x="779463" y="63500"/>
            <a:ext cx="7583487" cy="1282700"/>
          </a:xfrm>
          <a:prstGeom prst="rect">
            <a:avLst/>
          </a:prstGeom>
        </p:spPr>
        <p:txBody>
          <a:bodyPr>
            <a:normAutofit/>
          </a:bodyPr>
          <a:lstStyle/>
          <a:p>
            <a:pPr eaLnBrk="1" fontAlgn="auto" hangingPunct="1">
              <a:spcAft>
                <a:spcPts val="0"/>
              </a:spcAft>
              <a:defRPr/>
            </a:pPr>
            <a:r>
              <a:rPr lang="en-US" dirty="0"/>
              <a:t>Fundamental Security design Principals</a:t>
            </a:r>
          </a:p>
        </p:txBody>
      </p:sp>
      <p:sp>
        <p:nvSpPr>
          <p:cNvPr id="2" name="Rectangle 1"/>
          <p:cNvSpPr/>
          <p:nvPr/>
        </p:nvSpPr>
        <p:spPr>
          <a:xfrm>
            <a:off x="685800" y="1371600"/>
            <a:ext cx="7924800" cy="5632311"/>
          </a:xfrm>
          <a:prstGeom prst="rect">
            <a:avLst/>
          </a:prstGeom>
        </p:spPr>
        <p:txBody>
          <a:bodyPr wrap="square">
            <a:spAutoFit/>
          </a:bodyPr>
          <a:lstStyle/>
          <a:p>
            <a:r>
              <a:rPr lang="en-GB" sz="2400" dirty="0"/>
              <a:t>■ Economy of mechanism </a:t>
            </a:r>
          </a:p>
          <a:p>
            <a:r>
              <a:rPr lang="en-GB" sz="2400" dirty="0"/>
              <a:t>■ Fail-safe defaults (default is </a:t>
            </a:r>
            <a:r>
              <a:rPr lang="en-GB" sz="2400" dirty="0">
                <a:solidFill>
                  <a:srgbClr val="FF0000"/>
                </a:solidFill>
              </a:rPr>
              <a:t>lack of access</a:t>
            </a:r>
            <a:r>
              <a:rPr lang="en-GB" sz="2400" dirty="0"/>
              <a:t>)</a:t>
            </a:r>
          </a:p>
          <a:p>
            <a:r>
              <a:rPr lang="en-GB" sz="2400" dirty="0"/>
              <a:t>■ Complete mediation (</a:t>
            </a:r>
            <a:r>
              <a:rPr lang="en-US" sz="1400" dirty="0"/>
              <a:t>every access must be checked against the access control mechanism. </a:t>
            </a:r>
            <a:r>
              <a:rPr lang="en-US" sz="2400" dirty="0"/>
              <a:t>)</a:t>
            </a:r>
            <a:endParaRPr lang="en-GB" sz="2400" dirty="0"/>
          </a:p>
          <a:p>
            <a:r>
              <a:rPr lang="en-GB" sz="2400" dirty="0"/>
              <a:t>■ Open design </a:t>
            </a:r>
          </a:p>
          <a:p>
            <a:r>
              <a:rPr lang="en-GB" sz="2400" dirty="0"/>
              <a:t>■ Separation of privilege (</a:t>
            </a:r>
            <a:r>
              <a:rPr lang="en-US" dirty="0"/>
              <a:t>practice in which multiple privilege attributes are required to achieve access to a restricted resource.</a:t>
            </a:r>
            <a:r>
              <a:rPr lang="en-US" sz="2400" dirty="0"/>
              <a:t> )</a:t>
            </a:r>
            <a:r>
              <a:rPr lang="en-GB" sz="2400" dirty="0"/>
              <a:t> </a:t>
            </a:r>
          </a:p>
          <a:p>
            <a:r>
              <a:rPr lang="en-GB" sz="2400" dirty="0"/>
              <a:t>■ Least privilege </a:t>
            </a:r>
          </a:p>
          <a:p>
            <a:r>
              <a:rPr lang="en-GB" sz="2400" dirty="0"/>
              <a:t>■ Least common mechanism </a:t>
            </a:r>
          </a:p>
          <a:p>
            <a:r>
              <a:rPr lang="en-GB" sz="2400" dirty="0"/>
              <a:t>■ Psychological acceptability </a:t>
            </a:r>
          </a:p>
          <a:p>
            <a:r>
              <a:rPr lang="en-GB" sz="2400" dirty="0"/>
              <a:t>■ Isolation </a:t>
            </a:r>
          </a:p>
          <a:p>
            <a:r>
              <a:rPr lang="en-GB" sz="2400" dirty="0"/>
              <a:t>■ Encapsulation </a:t>
            </a:r>
          </a:p>
          <a:p>
            <a:r>
              <a:rPr lang="en-GB" sz="2400" dirty="0"/>
              <a:t>■ Modularity </a:t>
            </a:r>
          </a:p>
          <a:p>
            <a:r>
              <a:rPr lang="en-GB" sz="2400" dirty="0"/>
              <a:t>■ Layering </a:t>
            </a:r>
          </a:p>
          <a:p>
            <a:r>
              <a:rPr lang="en-GB" sz="2400" dirty="0"/>
              <a:t>■ Least astonishment</a:t>
            </a:r>
          </a:p>
        </p:txBody>
      </p:sp>
      <p:sp>
        <p:nvSpPr>
          <p:cNvPr id="3" name="Rectangle 2"/>
          <p:cNvSpPr/>
          <p:nvPr/>
        </p:nvSpPr>
        <p:spPr>
          <a:xfrm>
            <a:off x="4191000" y="4419600"/>
            <a:ext cx="4572000" cy="2031325"/>
          </a:xfrm>
          <a:prstGeom prst="rect">
            <a:avLst/>
          </a:prstGeom>
        </p:spPr>
        <p:txBody>
          <a:bodyPr>
            <a:spAutoFit/>
          </a:bodyPr>
          <a:lstStyle/>
          <a:p>
            <a:pPr algn="just"/>
            <a:r>
              <a:rPr lang="en-GB" dirty="0"/>
              <a:t>The National </a:t>
            </a:r>
            <a:r>
              <a:rPr lang="en-GB" dirty="0" err="1"/>
              <a:t>Centers</a:t>
            </a:r>
            <a:r>
              <a:rPr lang="en-GB" dirty="0"/>
              <a:t> of Academic Excellence in Information Assurance/Cyber </a:t>
            </a:r>
            <a:r>
              <a:rPr lang="en-GB" dirty="0" err="1"/>
              <a:t>Defense</a:t>
            </a:r>
            <a:r>
              <a:rPr lang="en-GB" dirty="0"/>
              <a:t>, which is jointly sponsored by the U.S. National Security Agency and the U.S. Department of Homeland Security, list the following as fundamental security design principles [NCAE13]:</a:t>
            </a:r>
          </a:p>
        </p:txBody>
      </p:sp>
    </p:spTree>
    <p:extLst>
      <p:ext uri="{BB962C8B-B14F-4D97-AF65-F5344CB8AC3E}">
        <p14:creationId xmlns:p14="http://schemas.microsoft.com/office/powerpoint/2010/main" val="2575883969"/>
      </p:ext>
    </p:extLst>
  </p:cSld>
  <p:clrMapOvr>
    <a:masterClrMapping/>
  </p:clrMapOvr>
  <p:transition spd="med">
    <p:wipe dir="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idx="4294967295"/>
          </p:nvPr>
        </p:nvSpPr>
        <p:spPr>
          <a:xfrm>
            <a:off x="779463" y="63500"/>
            <a:ext cx="7583487" cy="1282700"/>
          </a:xfrm>
          <a:prstGeom prst="rect">
            <a:avLst/>
          </a:prstGeom>
        </p:spPr>
        <p:txBody>
          <a:bodyPr/>
          <a:lstStyle/>
          <a:p>
            <a:pPr eaLnBrk="1" fontAlgn="auto" hangingPunct="1">
              <a:spcAft>
                <a:spcPts val="0"/>
              </a:spcAft>
              <a:defRPr/>
            </a:pPr>
            <a:r>
              <a:rPr lang="en-US" sz="4000" dirty="0">
                <a:ea typeface="ＭＳ Ｐゴシック" pitchFamily="34" charset="-128"/>
              </a:rPr>
              <a:t>A Model for Network Access Security</a:t>
            </a:r>
            <a:endParaRPr lang="en-AU" altLang="zh-TW" sz="4000" dirty="0">
              <a:ea typeface="ＭＳ Ｐゴシック" pitchFamily="34" charset="-128"/>
            </a:endParaRPr>
          </a:p>
        </p:txBody>
      </p:sp>
      <p:sp>
        <p:nvSpPr>
          <p:cNvPr id="44035" name="Rectangle 3"/>
          <p:cNvSpPr>
            <a:spLocks noGrp="1" noChangeArrowheads="1"/>
          </p:cNvSpPr>
          <p:nvPr>
            <p:ph type="body" idx="4294967295"/>
          </p:nvPr>
        </p:nvSpPr>
        <p:spPr>
          <a:xfrm>
            <a:off x="685800" y="1981200"/>
            <a:ext cx="7583487" cy="4297363"/>
          </a:xfrm>
          <a:prstGeom prst="rect">
            <a:avLst/>
          </a:prstGeom>
        </p:spPr>
        <p:txBody>
          <a:bodyPr/>
          <a:lstStyle/>
          <a:p>
            <a:pPr marL="609600" indent="-609600" eaLnBrk="1" fontAlgn="auto" hangingPunct="1">
              <a:lnSpc>
                <a:spcPct val="90000"/>
              </a:lnSpc>
              <a:spcAft>
                <a:spcPts val="0"/>
              </a:spcAft>
              <a:defRPr/>
            </a:pPr>
            <a:r>
              <a:rPr lang="en-AU" altLang="zh-TW" dirty="0">
                <a:ea typeface="ＭＳ Ｐゴシック" pitchFamily="34" charset="-128"/>
              </a:rPr>
              <a:t>Using this model requires us to: </a:t>
            </a:r>
          </a:p>
          <a:p>
            <a:pPr marL="990600" lvl="1" indent="-533400" eaLnBrk="1" fontAlgn="auto" hangingPunct="1">
              <a:lnSpc>
                <a:spcPct val="90000"/>
              </a:lnSpc>
              <a:spcAft>
                <a:spcPts val="0"/>
              </a:spcAft>
              <a:buClr>
                <a:schemeClr val="bg2">
                  <a:lumMod val="60000"/>
                  <a:lumOff val="40000"/>
                </a:schemeClr>
              </a:buClr>
              <a:buFont typeface="Times" pitchFamily="18" charset="0"/>
              <a:buAutoNum type="arabicPeriod"/>
              <a:defRPr/>
            </a:pPr>
            <a:r>
              <a:rPr lang="en-AU" altLang="zh-TW" dirty="0">
                <a:ea typeface="ＭＳ Ｐゴシック" pitchFamily="34" charset="-128"/>
              </a:rPr>
              <a:t>Select appropriate </a:t>
            </a:r>
            <a:r>
              <a:rPr lang="en-AU" altLang="zh-TW" dirty="0">
                <a:solidFill>
                  <a:srgbClr val="C00000"/>
                </a:solidFill>
                <a:ea typeface="ＭＳ Ｐゴシック" pitchFamily="34" charset="-128"/>
              </a:rPr>
              <a:t>gatekeeper functions </a:t>
            </a:r>
            <a:r>
              <a:rPr lang="en-AU" altLang="zh-TW" dirty="0">
                <a:ea typeface="ＭＳ Ｐゴシック" pitchFamily="34" charset="-128"/>
              </a:rPr>
              <a:t>to identify users </a:t>
            </a:r>
          </a:p>
          <a:p>
            <a:pPr marL="990600" lvl="1" indent="-533400" eaLnBrk="1" fontAlgn="auto" hangingPunct="1">
              <a:lnSpc>
                <a:spcPct val="90000"/>
              </a:lnSpc>
              <a:spcAft>
                <a:spcPts val="0"/>
              </a:spcAft>
              <a:buClr>
                <a:schemeClr val="bg2">
                  <a:lumMod val="60000"/>
                  <a:lumOff val="40000"/>
                </a:schemeClr>
              </a:buClr>
              <a:buFont typeface="Times" pitchFamily="18" charset="0"/>
              <a:buAutoNum type="arabicPeriod"/>
              <a:defRPr/>
            </a:pPr>
            <a:r>
              <a:rPr lang="en-AU" altLang="zh-TW" dirty="0">
                <a:ea typeface="ＭＳ Ｐゴシック" pitchFamily="34" charset="-128"/>
              </a:rPr>
              <a:t>Implement </a:t>
            </a:r>
            <a:r>
              <a:rPr lang="en-AU" altLang="zh-TW" dirty="0">
                <a:solidFill>
                  <a:srgbClr val="C00000"/>
                </a:solidFill>
                <a:ea typeface="ＭＳ Ｐゴシック" pitchFamily="34" charset="-128"/>
              </a:rPr>
              <a:t>security controls </a:t>
            </a:r>
            <a:r>
              <a:rPr lang="en-AU" altLang="zh-TW" dirty="0">
                <a:ea typeface="ＭＳ Ｐゴシック" pitchFamily="34" charset="-128"/>
              </a:rPr>
              <a:t>to ensure only authorized users access designated information or resources </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fld id="{C960CEA8-0255-4AF4-8487-0F6FBF3CBA06}" type="slidenum">
              <a:rPr lang="en-US" altLang="tr-TR" sz="1400"/>
              <a:pPr/>
              <a:t>92</a:t>
            </a:fld>
            <a:endParaRPr lang="en-US" altLang="tr-TR" sz="1400"/>
          </a:p>
        </p:txBody>
      </p:sp>
      <p:sp>
        <p:nvSpPr>
          <p:cNvPr id="90115" name="Rectangle 2"/>
          <p:cNvSpPr>
            <a:spLocks noGrp="1" noChangeArrowheads="1"/>
          </p:cNvSpPr>
          <p:nvPr>
            <p:ph type="title"/>
          </p:nvPr>
        </p:nvSpPr>
        <p:spPr>
          <a:xfrm>
            <a:off x="684213" y="260350"/>
            <a:ext cx="8261350" cy="450850"/>
          </a:xfrm>
        </p:spPr>
        <p:txBody>
          <a:bodyPr/>
          <a:lstStyle/>
          <a:p>
            <a:pPr eaLnBrk="1" hangingPunct="1"/>
            <a:r>
              <a:rPr lang="en-US" altLang="tr-TR"/>
              <a:t>More on Computer System Security</a:t>
            </a:r>
          </a:p>
        </p:txBody>
      </p:sp>
      <p:sp>
        <p:nvSpPr>
          <p:cNvPr id="90116" name="Rectangle 3"/>
          <p:cNvSpPr>
            <a:spLocks noGrp="1" noChangeArrowheads="1"/>
          </p:cNvSpPr>
          <p:nvPr>
            <p:ph type="body" idx="1"/>
          </p:nvPr>
        </p:nvSpPr>
        <p:spPr>
          <a:xfrm>
            <a:off x="684213" y="1052513"/>
            <a:ext cx="7931150" cy="5516562"/>
          </a:xfrm>
        </p:spPr>
        <p:txBody>
          <a:bodyPr/>
          <a:lstStyle/>
          <a:p>
            <a:pPr eaLnBrk="1" hangingPunct="1">
              <a:lnSpc>
                <a:spcPct val="80000"/>
              </a:lnSpc>
            </a:pPr>
            <a:r>
              <a:rPr lang="en-US" altLang="tr-TR"/>
              <a:t>Based on “Security Policies”</a:t>
            </a:r>
          </a:p>
          <a:p>
            <a:pPr lvl="1" eaLnBrk="1" hangingPunct="1">
              <a:lnSpc>
                <a:spcPct val="80000"/>
              </a:lnSpc>
            </a:pPr>
            <a:r>
              <a:rPr lang="en-US" altLang="tr-TR" sz="2400"/>
              <a:t>Set of rules that specify</a:t>
            </a:r>
          </a:p>
          <a:p>
            <a:pPr lvl="2" eaLnBrk="1" hangingPunct="1">
              <a:lnSpc>
                <a:spcPct val="80000"/>
              </a:lnSpc>
            </a:pPr>
            <a:r>
              <a:rPr lang="en-US" altLang="tr-TR" sz="2000"/>
              <a:t>How resources are managed to satisfy the security requirements</a:t>
            </a:r>
          </a:p>
          <a:p>
            <a:pPr lvl="2" eaLnBrk="1" hangingPunct="1">
              <a:lnSpc>
                <a:spcPct val="80000"/>
              </a:lnSpc>
            </a:pPr>
            <a:r>
              <a:rPr lang="en-US" altLang="tr-TR" sz="2000"/>
              <a:t>Which actions are permitted, which are not</a:t>
            </a:r>
          </a:p>
          <a:p>
            <a:pPr lvl="1" eaLnBrk="1" hangingPunct="1">
              <a:lnSpc>
                <a:spcPct val="80000"/>
              </a:lnSpc>
            </a:pPr>
            <a:r>
              <a:rPr lang="en-US" altLang="tr-TR" sz="2400"/>
              <a:t>Ultimate aim</a:t>
            </a:r>
          </a:p>
          <a:p>
            <a:pPr lvl="2" eaLnBrk="1" hangingPunct="1">
              <a:lnSpc>
                <a:spcPct val="80000"/>
              </a:lnSpc>
            </a:pPr>
            <a:r>
              <a:rPr lang="en-US" altLang="tr-TR" sz="2000"/>
              <a:t>Prevent security violations such as unauthorized access, data loss, service interruptions, etc.</a:t>
            </a:r>
          </a:p>
          <a:p>
            <a:pPr lvl="1" eaLnBrk="1" hangingPunct="1">
              <a:lnSpc>
                <a:spcPct val="80000"/>
              </a:lnSpc>
            </a:pPr>
            <a:r>
              <a:rPr lang="en-US" altLang="tr-TR" sz="2400"/>
              <a:t>Scope</a:t>
            </a:r>
          </a:p>
          <a:p>
            <a:pPr lvl="2" eaLnBrk="1" hangingPunct="1">
              <a:lnSpc>
                <a:spcPct val="80000"/>
              </a:lnSpc>
            </a:pPr>
            <a:r>
              <a:rPr lang="en-US" altLang="tr-TR" sz="2000"/>
              <a:t>Organizational or Individual</a:t>
            </a:r>
          </a:p>
          <a:p>
            <a:pPr lvl="1" eaLnBrk="1" hangingPunct="1">
              <a:lnSpc>
                <a:spcPct val="80000"/>
              </a:lnSpc>
            </a:pPr>
            <a:r>
              <a:rPr lang="en-US" altLang="tr-TR" sz="2400"/>
              <a:t>Implementation</a:t>
            </a:r>
          </a:p>
          <a:p>
            <a:pPr lvl="2" eaLnBrk="1" hangingPunct="1">
              <a:lnSpc>
                <a:spcPct val="80000"/>
              </a:lnSpc>
            </a:pPr>
            <a:r>
              <a:rPr lang="en-US" altLang="tr-TR" sz="2000"/>
              <a:t>Partially automated, but mostly humans are involved</a:t>
            </a:r>
          </a:p>
          <a:p>
            <a:pPr lvl="1" eaLnBrk="1" hangingPunct="1">
              <a:lnSpc>
                <a:spcPct val="80000"/>
              </a:lnSpc>
            </a:pPr>
            <a:r>
              <a:rPr lang="en-US" altLang="tr-TR" sz="2400"/>
              <a:t>Assurance and Evaluation</a:t>
            </a:r>
          </a:p>
          <a:p>
            <a:pPr lvl="2" eaLnBrk="1" hangingPunct="1">
              <a:lnSpc>
                <a:spcPct val="80000"/>
              </a:lnSpc>
            </a:pPr>
            <a:r>
              <a:rPr lang="en-US" altLang="tr-TR" sz="2000"/>
              <a:t>Assurance: degree of confidence to a system</a:t>
            </a:r>
          </a:p>
          <a:p>
            <a:pPr lvl="2" eaLnBrk="1" hangingPunct="1">
              <a:lnSpc>
                <a:spcPct val="80000"/>
              </a:lnSpc>
            </a:pPr>
            <a:r>
              <a:rPr lang="en-US" altLang="tr-TR" sz="2000"/>
              <a:t>Security products and systems must be evaluated using certain criteria in order to decide whether they assure security or not</a:t>
            </a:r>
          </a:p>
        </p:txBody>
      </p:sp>
    </p:spTree>
    <p:extLst>
      <p:ext uri="{BB962C8B-B14F-4D97-AF65-F5344CB8AC3E}">
        <p14:creationId xmlns:p14="http://schemas.microsoft.com/office/powerpoint/2010/main" val="340285728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tle 1"/>
          <p:cNvSpPr>
            <a:spLocks noGrp="1"/>
          </p:cNvSpPr>
          <p:nvPr>
            <p:ph type="title"/>
          </p:nvPr>
        </p:nvSpPr>
        <p:spPr/>
        <p:txBody>
          <a:bodyPr/>
          <a:lstStyle/>
          <a:p>
            <a:r>
              <a:rPr lang="en-US" altLang="en-US"/>
              <a:t>Attack Surfaces</a:t>
            </a:r>
          </a:p>
        </p:txBody>
      </p:sp>
      <p:sp>
        <p:nvSpPr>
          <p:cNvPr id="3" name="Content Placeholder 2"/>
          <p:cNvSpPr>
            <a:spLocks noGrp="1"/>
          </p:cNvSpPr>
          <p:nvPr>
            <p:ph idx="1"/>
          </p:nvPr>
        </p:nvSpPr>
        <p:spPr>
          <a:xfrm>
            <a:off x="762000" y="1447800"/>
            <a:ext cx="7772400" cy="4114800"/>
          </a:xfrm>
        </p:spPr>
        <p:txBody>
          <a:bodyPr>
            <a:normAutofit/>
          </a:bodyPr>
          <a:lstStyle/>
          <a:p>
            <a:pPr>
              <a:defRPr/>
            </a:pPr>
            <a:r>
              <a:rPr lang="en-US" dirty="0"/>
              <a:t>An attack surface consists of the reachable and exploitable vulnerabilities in a system</a:t>
            </a:r>
          </a:p>
          <a:p>
            <a:pPr>
              <a:defRPr/>
            </a:pPr>
            <a:r>
              <a:rPr lang="en-US" dirty="0"/>
              <a:t>Examples:</a:t>
            </a:r>
          </a:p>
          <a:p>
            <a:pPr lvl="1">
              <a:defRPr/>
            </a:pPr>
            <a:r>
              <a:rPr lang="en-US" dirty="0"/>
              <a:t>Open ports on outward facing Web and other servers, and code listening on those ports</a:t>
            </a:r>
          </a:p>
          <a:p>
            <a:pPr lvl="1">
              <a:defRPr/>
            </a:pPr>
            <a:r>
              <a:rPr lang="en-US" dirty="0"/>
              <a:t>Services available in a firewall</a:t>
            </a:r>
          </a:p>
          <a:p>
            <a:pPr lvl="1">
              <a:defRPr/>
            </a:pPr>
            <a:r>
              <a:rPr lang="en-US" dirty="0"/>
              <a:t>Code that processes incoming data, email, XML, office documents, </a:t>
            </a:r>
            <a:r>
              <a:rPr lang="tr-TR" dirty="0" err="1"/>
              <a:t>etc</a:t>
            </a:r>
            <a:r>
              <a:rPr lang="tr-TR" dirty="0"/>
              <a:t>.</a:t>
            </a:r>
            <a:endParaRPr lang="en-US" dirty="0"/>
          </a:p>
          <a:p>
            <a:pPr lvl="1">
              <a:defRPr/>
            </a:pPr>
            <a:r>
              <a:rPr lang="en-US" dirty="0"/>
              <a:t>Interfaces</a:t>
            </a:r>
            <a:r>
              <a:rPr lang="tr-TR" dirty="0"/>
              <a:t> </a:t>
            </a:r>
            <a:r>
              <a:rPr lang="en-US" dirty="0"/>
              <a:t>and Web forms</a:t>
            </a:r>
          </a:p>
          <a:p>
            <a:pPr lvl="1">
              <a:defRPr/>
            </a:pPr>
            <a:r>
              <a:rPr lang="en-US" dirty="0"/>
              <a:t>An employee with access to sensitive information vulnerable to a social engineering attack</a:t>
            </a:r>
          </a:p>
        </p:txBody>
      </p:sp>
    </p:spTree>
    <p:extLst>
      <p:ext uri="{BB962C8B-B14F-4D97-AF65-F5344CB8AC3E}">
        <p14:creationId xmlns:p14="http://schemas.microsoft.com/office/powerpoint/2010/main" val="402656309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p:cNvSpPr>
            <a:spLocks noGrp="1"/>
          </p:cNvSpPr>
          <p:nvPr>
            <p:ph type="title"/>
          </p:nvPr>
        </p:nvSpPr>
        <p:spPr>
          <a:xfrm>
            <a:off x="684213" y="333375"/>
            <a:ext cx="7775575" cy="1119188"/>
          </a:xfrm>
        </p:spPr>
        <p:txBody>
          <a:bodyPr/>
          <a:lstStyle/>
          <a:p>
            <a:r>
              <a:rPr lang="en-US" altLang="en-US"/>
              <a:t>Attack Surface Categories</a:t>
            </a:r>
          </a:p>
        </p:txBody>
      </p:sp>
      <p:sp>
        <p:nvSpPr>
          <p:cNvPr id="3" name="Content Placeholder 2"/>
          <p:cNvSpPr>
            <a:spLocks noGrp="1"/>
          </p:cNvSpPr>
          <p:nvPr>
            <p:ph idx="1"/>
          </p:nvPr>
        </p:nvSpPr>
        <p:spPr>
          <a:xfrm>
            <a:off x="755650" y="1557338"/>
            <a:ext cx="7570788" cy="4751387"/>
          </a:xfrm>
        </p:spPr>
        <p:txBody>
          <a:bodyPr>
            <a:normAutofit lnSpcReduction="10000"/>
          </a:bodyPr>
          <a:lstStyle/>
          <a:p>
            <a:pPr>
              <a:defRPr/>
            </a:pPr>
            <a:r>
              <a:rPr lang="en-US" dirty="0"/>
              <a:t>Network attack surface</a:t>
            </a:r>
          </a:p>
          <a:p>
            <a:pPr lvl="1">
              <a:defRPr/>
            </a:pPr>
            <a:r>
              <a:rPr lang="en-US" dirty="0"/>
              <a:t>Refers to vulnerabilities over an enterprise network, wide-area network, or the Internet</a:t>
            </a:r>
          </a:p>
          <a:p>
            <a:pPr lvl="2">
              <a:defRPr/>
            </a:pPr>
            <a:r>
              <a:rPr lang="en-US" dirty="0"/>
              <a:t>E.g. </a:t>
            </a:r>
            <a:r>
              <a:rPr lang="en-US" dirty="0" err="1"/>
              <a:t>DoS</a:t>
            </a:r>
            <a:r>
              <a:rPr lang="en-US" dirty="0"/>
              <a:t>, intruders exploiting network protocol vulnerabilities</a:t>
            </a:r>
          </a:p>
          <a:p>
            <a:pPr>
              <a:defRPr/>
            </a:pPr>
            <a:r>
              <a:rPr lang="en-US" dirty="0"/>
              <a:t>Software attack surface</a:t>
            </a:r>
          </a:p>
          <a:p>
            <a:pPr lvl="1">
              <a:defRPr/>
            </a:pPr>
            <a:r>
              <a:rPr lang="en-US" dirty="0"/>
              <a:t>Refers to vulnerabilities in application, utility, or operating system code</a:t>
            </a:r>
          </a:p>
          <a:p>
            <a:pPr>
              <a:defRPr/>
            </a:pPr>
            <a:r>
              <a:rPr lang="en-US" dirty="0"/>
              <a:t>Human attack surface</a:t>
            </a:r>
          </a:p>
          <a:p>
            <a:pPr lvl="1">
              <a:defRPr/>
            </a:pPr>
            <a:r>
              <a:rPr lang="en-US" dirty="0"/>
              <a:t>Refers to vulnerabilities created by personnel or outsiders</a:t>
            </a:r>
          </a:p>
          <a:p>
            <a:pPr lvl="1">
              <a:defRPr/>
            </a:pPr>
            <a:r>
              <a:rPr lang="en-US" dirty="0"/>
              <a:t>E.g. social engineering, insider traitors</a:t>
            </a:r>
          </a:p>
          <a:p>
            <a:pPr lvl="1">
              <a:defRPr/>
            </a:pPr>
            <a:endParaRPr lang="en-US" dirty="0"/>
          </a:p>
          <a:p>
            <a:pPr marL="457200" lvl="1" indent="0">
              <a:buNone/>
              <a:defRPr/>
            </a:pPr>
            <a:r>
              <a:rPr lang="en-US" dirty="0"/>
              <a:t>An attack surface analysis is useful for assessing the scale and severity of threats to a system.</a:t>
            </a:r>
          </a:p>
        </p:txBody>
      </p:sp>
    </p:spTree>
    <p:extLst>
      <p:ext uri="{BB962C8B-B14F-4D97-AF65-F5344CB8AC3E}">
        <p14:creationId xmlns:p14="http://schemas.microsoft.com/office/powerpoint/2010/main" val="422590359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p:cNvSpPr>
            <a:spLocks noGrp="1"/>
          </p:cNvSpPr>
          <p:nvPr>
            <p:ph type="title"/>
          </p:nvPr>
        </p:nvSpPr>
        <p:spPr>
          <a:xfrm>
            <a:off x="684213" y="333375"/>
            <a:ext cx="7775575" cy="1119188"/>
          </a:xfrm>
        </p:spPr>
        <p:txBody>
          <a:bodyPr/>
          <a:lstStyle/>
          <a:p>
            <a:r>
              <a:rPr lang="en-US" altLang="en-US"/>
              <a:t>Attack Surface Categories</a:t>
            </a:r>
          </a:p>
        </p:txBody>
      </p:sp>
      <p:sp>
        <p:nvSpPr>
          <p:cNvPr id="3" name="Content Placeholder 2"/>
          <p:cNvSpPr>
            <a:spLocks noGrp="1"/>
          </p:cNvSpPr>
          <p:nvPr>
            <p:ph idx="1"/>
          </p:nvPr>
        </p:nvSpPr>
        <p:spPr>
          <a:xfrm>
            <a:off x="755650" y="1557338"/>
            <a:ext cx="7570788" cy="4751387"/>
          </a:xfrm>
        </p:spPr>
        <p:txBody>
          <a:bodyPr>
            <a:normAutofit/>
          </a:bodyPr>
          <a:lstStyle/>
          <a:p>
            <a:pPr>
              <a:defRPr/>
            </a:pPr>
            <a:r>
              <a:rPr lang="en-US" dirty="0">
                <a:solidFill>
                  <a:schemeClr val="tx1"/>
                </a:solidFill>
              </a:rPr>
              <a:t>As illustrated in Figure 1.3, the use of layering, or defense in depth, and attack surface reduction complement each other in mitigating security risk</a:t>
            </a:r>
            <a:r>
              <a:rPr lang="en-US" dirty="0"/>
              <a:t>.</a:t>
            </a:r>
          </a:p>
        </p:txBody>
      </p:sp>
      <p:pic>
        <p:nvPicPr>
          <p:cNvPr id="2" name="Picture 1">
            <a:extLst>
              <a:ext uri="{FF2B5EF4-FFF2-40B4-BE49-F238E27FC236}">
                <a16:creationId xmlns:a16="http://schemas.microsoft.com/office/drawing/2014/main" id="{DDD2BDEE-1569-4F49-A818-B74C2B058199}"/>
              </a:ext>
            </a:extLst>
          </p:cNvPr>
          <p:cNvPicPr>
            <a:picLocks noChangeAspect="1"/>
          </p:cNvPicPr>
          <p:nvPr/>
        </p:nvPicPr>
        <p:blipFill>
          <a:blip r:embed="rId3"/>
          <a:stretch>
            <a:fillRect/>
          </a:stretch>
        </p:blipFill>
        <p:spPr>
          <a:xfrm>
            <a:off x="2616994" y="2965535"/>
            <a:ext cx="3910012" cy="3317790"/>
          </a:xfrm>
          <a:prstGeom prst="rect">
            <a:avLst/>
          </a:prstGeom>
        </p:spPr>
      </p:pic>
    </p:spTree>
    <p:extLst>
      <p:ext uri="{BB962C8B-B14F-4D97-AF65-F5344CB8AC3E}">
        <p14:creationId xmlns:p14="http://schemas.microsoft.com/office/powerpoint/2010/main" val="398141311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p:cNvSpPr>
            <a:spLocks noGrp="1"/>
          </p:cNvSpPr>
          <p:nvPr>
            <p:ph type="title"/>
          </p:nvPr>
        </p:nvSpPr>
        <p:spPr>
          <a:xfrm>
            <a:off x="684213" y="333375"/>
            <a:ext cx="7775575" cy="1119188"/>
          </a:xfrm>
        </p:spPr>
        <p:txBody>
          <a:bodyPr/>
          <a:lstStyle/>
          <a:p>
            <a:r>
              <a:rPr lang="en-US" altLang="en-US" dirty="0"/>
              <a:t>Attack Trees</a:t>
            </a:r>
          </a:p>
        </p:txBody>
      </p:sp>
      <p:sp>
        <p:nvSpPr>
          <p:cNvPr id="3" name="Content Placeholder 2"/>
          <p:cNvSpPr>
            <a:spLocks noGrp="1"/>
          </p:cNvSpPr>
          <p:nvPr>
            <p:ph idx="1"/>
          </p:nvPr>
        </p:nvSpPr>
        <p:spPr>
          <a:xfrm>
            <a:off x="755650" y="1557338"/>
            <a:ext cx="7570788" cy="4751387"/>
          </a:xfrm>
        </p:spPr>
        <p:txBody>
          <a:bodyPr>
            <a:normAutofit lnSpcReduction="10000"/>
          </a:bodyPr>
          <a:lstStyle/>
          <a:p>
            <a:pPr algn="just">
              <a:defRPr/>
            </a:pPr>
            <a:r>
              <a:rPr lang="en-US" dirty="0">
                <a:solidFill>
                  <a:schemeClr val="tx1"/>
                </a:solidFill>
              </a:rPr>
              <a:t>An attack tree is a branching, hierarchical data structure that represents a </a:t>
            </a:r>
            <a:r>
              <a:rPr lang="en-US" dirty="0">
                <a:solidFill>
                  <a:srgbClr val="FF0000"/>
                </a:solidFill>
              </a:rPr>
              <a:t>set of potential techniques for exploiting security vulnerabilities </a:t>
            </a:r>
          </a:p>
          <a:p>
            <a:pPr algn="just">
              <a:defRPr/>
            </a:pPr>
            <a:endParaRPr lang="en-US" dirty="0">
              <a:solidFill>
                <a:srgbClr val="FF0000"/>
              </a:solidFill>
            </a:endParaRPr>
          </a:p>
          <a:p>
            <a:pPr algn="just">
              <a:defRPr/>
            </a:pPr>
            <a:r>
              <a:rPr lang="en-US" dirty="0">
                <a:solidFill>
                  <a:schemeClr val="tx1"/>
                </a:solidFill>
              </a:rPr>
              <a:t>The security incident that is the goal of the attack is represented as the root node of the tree, and the ways that an attacker could reach that goal are </a:t>
            </a:r>
            <a:r>
              <a:rPr lang="en-US" dirty="0" err="1">
                <a:solidFill>
                  <a:schemeClr val="tx1"/>
                </a:solidFill>
              </a:rPr>
              <a:t>itera</a:t>
            </a:r>
            <a:r>
              <a:rPr lang="en-US" dirty="0">
                <a:solidFill>
                  <a:schemeClr val="tx1"/>
                </a:solidFill>
              </a:rPr>
              <a:t> </a:t>
            </a:r>
            <a:r>
              <a:rPr lang="en-US" dirty="0" err="1">
                <a:solidFill>
                  <a:schemeClr val="tx1"/>
                </a:solidFill>
              </a:rPr>
              <a:t>tively</a:t>
            </a:r>
            <a:r>
              <a:rPr lang="en-US" dirty="0">
                <a:solidFill>
                  <a:schemeClr val="tx1"/>
                </a:solidFill>
              </a:rPr>
              <a:t> and incrementally represented as branches and sub nodes of the tree.</a:t>
            </a:r>
          </a:p>
          <a:p>
            <a:pPr algn="just">
              <a:defRPr/>
            </a:pPr>
            <a:endParaRPr lang="en-US" dirty="0">
              <a:solidFill>
                <a:schemeClr val="tx1"/>
              </a:solidFill>
            </a:endParaRPr>
          </a:p>
          <a:p>
            <a:pPr algn="just">
              <a:defRPr/>
            </a:pPr>
            <a:r>
              <a:rPr lang="en-US" dirty="0">
                <a:solidFill>
                  <a:schemeClr val="tx1"/>
                </a:solidFill>
              </a:rPr>
              <a:t> The motivation for the use of attack trees is to effectively exploit the information available on attack patterns.</a:t>
            </a:r>
          </a:p>
        </p:txBody>
      </p:sp>
    </p:spTree>
    <p:extLst>
      <p:ext uri="{BB962C8B-B14F-4D97-AF65-F5344CB8AC3E}">
        <p14:creationId xmlns:p14="http://schemas.microsoft.com/office/powerpoint/2010/main" val="170925158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p:cNvSpPr>
            <a:spLocks noGrp="1"/>
          </p:cNvSpPr>
          <p:nvPr>
            <p:ph type="title"/>
          </p:nvPr>
        </p:nvSpPr>
        <p:spPr>
          <a:xfrm>
            <a:off x="684213" y="333375"/>
            <a:ext cx="7775575" cy="1119188"/>
          </a:xfrm>
        </p:spPr>
        <p:txBody>
          <a:bodyPr/>
          <a:lstStyle/>
          <a:p>
            <a:r>
              <a:rPr lang="en-US" altLang="en-US" dirty="0"/>
              <a:t>Attack Trees</a:t>
            </a:r>
          </a:p>
        </p:txBody>
      </p:sp>
      <p:pic>
        <p:nvPicPr>
          <p:cNvPr id="5" name="Picture 4">
            <a:extLst>
              <a:ext uri="{FF2B5EF4-FFF2-40B4-BE49-F238E27FC236}">
                <a16:creationId xmlns:a16="http://schemas.microsoft.com/office/drawing/2014/main" id="{7E70AC08-546C-4497-B9E5-EAD3B415C791}"/>
              </a:ext>
            </a:extLst>
          </p:cNvPr>
          <p:cNvPicPr>
            <a:picLocks noChangeAspect="1"/>
          </p:cNvPicPr>
          <p:nvPr/>
        </p:nvPicPr>
        <p:blipFill>
          <a:blip r:embed="rId3"/>
          <a:stretch>
            <a:fillRect/>
          </a:stretch>
        </p:blipFill>
        <p:spPr>
          <a:xfrm>
            <a:off x="838200" y="228600"/>
            <a:ext cx="7086600" cy="6358603"/>
          </a:xfrm>
          <a:prstGeom prst="rect">
            <a:avLst/>
          </a:prstGeom>
        </p:spPr>
      </p:pic>
    </p:spTree>
    <p:extLst>
      <p:ext uri="{BB962C8B-B14F-4D97-AF65-F5344CB8AC3E}">
        <p14:creationId xmlns:p14="http://schemas.microsoft.com/office/powerpoint/2010/main" val="230536506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p:cNvSpPr>
            <a:spLocks noGrp="1"/>
          </p:cNvSpPr>
          <p:nvPr>
            <p:ph type="title" idx="4294967295"/>
          </p:nvPr>
        </p:nvSpPr>
        <p:spPr>
          <a:xfrm>
            <a:off x="779463" y="63500"/>
            <a:ext cx="7583487" cy="1282700"/>
          </a:xfrm>
          <a:prstGeom prst="rect">
            <a:avLst/>
          </a:prstGeom>
        </p:spPr>
        <p:txBody>
          <a:bodyPr/>
          <a:lstStyle/>
          <a:p>
            <a:pPr eaLnBrk="1" fontAlgn="auto" hangingPunct="1">
              <a:spcAft>
                <a:spcPts val="0"/>
              </a:spcAft>
              <a:defRPr/>
            </a:pPr>
            <a:r>
              <a:rPr lang="en-US" dirty="0"/>
              <a:t>Unwanted Access</a:t>
            </a:r>
          </a:p>
        </p:txBody>
      </p:sp>
      <p:sp>
        <p:nvSpPr>
          <p:cNvPr id="3" name="Content Placeholder 2"/>
          <p:cNvSpPr>
            <a:spLocks noGrp="1"/>
          </p:cNvSpPr>
          <p:nvPr>
            <p:ph idx="4294967295"/>
          </p:nvPr>
        </p:nvSpPr>
        <p:spPr>
          <a:xfrm>
            <a:off x="228600" y="1524000"/>
            <a:ext cx="4267200" cy="4867275"/>
          </a:xfrm>
          <a:prstGeom prst="rect">
            <a:avLst/>
          </a:prstGeom>
        </p:spPr>
        <p:txBody>
          <a:bodyPr/>
          <a:lstStyle/>
          <a:p>
            <a:pPr eaLnBrk="1" fontAlgn="auto" hangingPunct="1">
              <a:spcAft>
                <a:spcPts val="0"/>
              </a:spcAft>
              <a:defRPr/>
            </a:pPr>
            <a:r>
              <a:rPr lang="en-US" dirty="0">
                <a:solidFill>
                  <a:schemeClr val="tx2">
                    <a:lumMod val="10000"/>
                  </a:schemeClr>
                </a:solidFill>
              </a:rPr>
              <a:t>Placement in a computer system of logic that exploits vulnerabilities in the system and that can affect application programs as well as utility programs</a:t>
            </a:r>
          </a:p>
        </p:txBody>
      </p:sp>
      <p:pic>
        <p:nvPicPr>
          <p:cNvPr id="78852" name="Picture 3"/>
          <p:cNvPicPr>
            <a:picLocks noChangeAspect="1"/>
          </p:cNvPicPr>
          <p:nvPr/>
        </p:nvPicPr>
        <p:blipFill>
          <a:blip r:embed="rId3"/>
          <a:srcRect/>
          <a:stretch>
            <a:fillRect/>
          </a:stretch>
        </p:blipFill>
        <p:spPr bwMode="auto">
          <a:xfrm flipH="1">
            <a:off x="304800" y="4953000"/>
            <a:ext cx="1857375" cy="1905000"/>
          </a:xfrm>
          <a:prstGeom prst="rect">
            <a:avLst/>
          </a:prstGeom>
          <a:noFill/>
          <a:ln w="9525">
            <a:noFill/>
            <a:miter lim="800000"/>
            <a:headEnd/>
            <a:tailEnd/>
          </a:ln>
        </p:spPr>
      </p:pic>
      <p:graphicFrame>
        <p:nvGraphicFramePr>
          <p:cNvPr id="5" name="Diagram 4"/>
          <p:cNvGraphicFramePr/>
          <p:nvPr/>
        </p:nvGraphicFramePr>
        <p:xfrm>
          <a:off x="3810000" y="1600200"/>
          <a:ext cx="6096000" cy="48768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79463" y="63500"/>
            <a:ext cx="7583487" cy="927100"/>
          </a:xfrm>
        </p:spPr>
        <p:txBody>
          <a:bodyPr/>
          <a:lstStyle/>
          <a:p>
            <a:pPr eaLnBrk="1" fontAlgn="auto" hangingPunct="1">
              <a:spcAft>
                <a:spcPts val="0"/>
              </a:spcAft>
              <a:defRPr/>
            </a:pPr>
            <a:r>
              <a:rPr lang="en-US" sz="3200" dirty="0"/>
              <a:t>Standards</a:t>
            </a:r>
          </a:p>
        </p:txBody>
      </p:sp>
      <p:sp>
        <p:nvSpPr>
          <p:cNvPr id="5" name="Text Placeholder 4"/>
          <p:cNvSpPr>
            <a:spLocks noGrp="1"/>
          </p:cNvSpPr>
          <p:nvPr>
            <p:ph type="body" idx="4294967295"/>
          </p:nvPr>
        </p:nvSpPr>
        <p:spPr>
          <a:xfrm>
            <a:off x="838200" y="1066800"/>
            <a:ext cx="3565525" cy="838200"/>
          </a:xfrm>
          <a:prstGeom prst="rect">
            <a:avLst/>
          </a:prstGeom>
        </p:spPr>
        <p:txBody>
          <a:bodyPr/>
          <a:lstStyle/>
          <a:p>
            <a:pPr eaLnBrk="1" fontAlgn="auto" hangingPunct="1">
              <a:spcAft>
                <a:spcPts val="0"/>
              </a:spcAft>
              <a:defRPr/>
            </a:pPr>
            <a:r>
              <a:rPr lang="en-US" dirty="0">
                <a:solidFill>
                  <a:schemeClr val="tx2">
                    <a:lumMod val="10000"/>
                  </a:schemeClr>
                </a:solidFill>
              </a:rPr>
              <a:t>NIST</a:t>
            </a:r>
          </a:p>
        </p:txBody>
      </p:sp>
      <p:sp>
        <p:nvSpPr>
          <p:cNvPr id="6" name="Content Placeholder 5"/>
          <p:cNvSpPr>
            <a:spLocks noGrp="1"/>
          </p:cNvSpPr>
          <p:nvPr>
            <p:ph sz="half" idx="4294967295"/>
          </p:nvPr>
        </p:nvSpPr>
        <p:spPr>
          <a:xfrm>
            <a:off x="762000" y="1828800"/>
            <a:ext cx="3565525" cy="4006850"/>
          </a:xfrm>
          <a:prstGeom prst="rect">
            <a:avLst/>
          </a:prstGeom>
        </p:spPr>
        <p:txBody>
          <a:bodyPr/>
          <a:lstStyle/>
          <a:p>
            <a:pPr eaLnBrk="1" fontAlgn="auto" hangingPunct="1">
              <a:spcAft>
                <a:spcPts val="0"/>
              </a:spcAft>
              <a:defRPr/>
            </a:pPr>
            <a:r>
              <a:rPr lang="en-US" sz="2000" dirty="0">
                <a:solidFill>
                  <a:schemeClr val="tx2">
                    <a:lumMod val="10000"/>
                  </a:schemeClr>
                </a:solidFill>
              </a:rPr>
              <a:t>National Institute of Standards and Technology</a:t>
            </a:r>
          </a:p>
          <a:p>
            <a:pPr eaLnBrk="1" fontAlgn="auto" hangingPunct="1">
              <a:spcAft>
                <a:spcPts val="0"/>
              </a:spcAft>
              <a:defRPr/>
            </a:pPr>
            <a:r>
              <a:rPr lang="en-US" sz="2000" dirty="0">
                <a:solidFill>
                  <a:schemeClr val="tx2">
                    <a:lumMod val="10000"/>
                  </a:schemeClr>
                </a:solidFill>
              </a:rPr>
              <a:t>U.S. federal agency that deals with measurement science, standards, and technology related to U.S. government use and to the promotion of U.S. private-sector innovation</a:t>
            </a:r>
          </a:p>
          <a:p>
            <a:pPr eaLnBrk="1" fontAlgn="auto" hangingPunct="1">
              <a:spcAft>
                <a:spcPts val="0"/>
              </a:spcAft>
              <a:defRPr/>
            </a:pPr>
            <a:r>
              <a:rPr lang="en-US" sz="2000" dirty="0">
                <a:solidFill>
                  <a:schemeClr val="tx2">
                    <a:lumMod val="10000"/>
                  </a:schemeClr>
                </a:solidFill>
              </a:rPr>
              <a:t>NIST Federal Information Processing Standards (FIPS) and Special Publications (SP) have a worldwide impact</a:t>
            </a:r>
          </a:p>
        </p:txBody>
      </p:sp>
      <p:sp>
        <p:nvSpPr>
          <p:cNvPr id="7" name="Text Placeholder 6"/>
          <p:cNvSpPr>
            <a:spLocks noGrp="1"/>
          </p:cNvSpPr>
          <p:nvPr>
            <p:ph type="body" sz="quarter" idx="4294967295"/>
          </p:nvPr>
        </p:nvSpPr>
        <p:spPr>
          <a:xfrm>
            <a:off x="4876800" y="1143000"/>
            <a:ext cx="3565525" cy="838200"/>
          </a:xfrm>
          <a:prstGeom prst="rect">
            <a:avLst/>
          </a:prstGeom>
        </p:spPr>
        <p:txBody>
          <a:bodyPr/>
          <a:lstStyle/>
          <a:p>
            <a:pPr eaLnBrk="1" fontAlgn="auto" hangingPunct="1">
              <a:spcAft>
                <a:spcPts val="0"/>
              </a:spcAft>
              <a:defRPr/>
            </a:pPr>
            <a:r>
              <a:rPr lang="en-US" dirty="0">
                <a:solidFill>
                  <a:schemeClr val="tx2">
                    <a:lumMod val="10000"/>
                  </a:schemeClr>
                </a:solidFill>
              </a:rPr>
              <a:t>ISOC</a:t>
            </a:r>
          </a:p>
        </p:txBody>
      </p:sp>
      <p:sp>
        <p:nvSpPr>
          <p:cNvPr id="8" name="Content Placeholder 7"/>
          <p:cNvSpPr>
            <a:spLocks noGrp="1"/>
          </p:cNvSpPr>
          <p:nvPr>
            <p:ph sz="quarter" idx="4294967295"/>
          </p:nvPr>
        </p:nvSpPr>
        <p:spPr>
          <a:xfrm>
            <a:off x="4800600" y="1752600"/>
            <a:ext cx="3565525" cy="4464050"/>
          </a:xfrm>
          <a:prstGeom prst="rect">
            <a:avLst/>
          </a:prstGeom>
        </p:spPr>
        <p:txBody>
          <a:bodyPr/>
          <a:lstStyle/>
          <a:p>
            <a:pPr eaLnBrk="1" fontAlgn="auto" hangingPunct="1">
              <a:spcAft>
                <a:spcPts val="0"/>
              </a:spcAft>
              <a:defRPr/>
            </a:pPr>
            <a:r>
              <a:rPr lang="en-US" sz="1600" dirty="0">
                <a:solidFill>
                  <a:schemeClr val="tx2">
                    <a:lumMod val="10000"/>
                  </a:schemeClr>
                </a:solidFill>
              </a:rPr>
              <a:t>Internet Society</a:t>
            </a:r>
          </a:p>
          <a:p>
            <a:pPr eaLnBrk="1" fontAlgn="auto" hangingPunct="1">
              <a:spcAft>
                <a:spcPts val="0"/>
              </a:spcAft>
              <a:defRPr/>
            </a:pPr>
            <a:r>
              <a:rPr lang="en-US" sz="1600" dirty="0">
                <a:solidFill>
                  <a:schemeClr val="tx2">
                    <a:lumMod val="10000"/>
                  </a:schemeClr>
                </a:solidFill>
              </a:rPr>
              <a:t>Professional membership society with worldwide organizational and individual membership</a:t>
            </a:r>
          </a:p>
          <a:p>
            <a:pPr eaLnBrk="1" fontAlgn="auto" hangingPunct="1">
              <a:spcAft>
                <a:spcPts val="0"/>
              </a:spcAft>
              <a:defRPr/>
            </a:pPr>
            <a:r>
              <a:rPr lang="en-US" sz="1600" dirty="0">
                <a:solidFill>
                  <a:schemeClr val="tx2">
                    <a:lumMod val="10000"/>
                  </a:schemeClr>
                </a:solidFill>
              </a:rPr>
              <a:t>Provides leadership in addressing issues that confront the future of the Internet</a:t>
            </a:r>
          </a:p>
          <a:p>
            <a:pPr eaLnBrk="1" fontAlgn="auto" hangingPunct="1">
              <a:spcAft>
                <a:spcPts val="0"/>
              </a:spcAft>
              <a:defRPr/>
            </a:pPr>
            <a:r>
              <a:rPr lang="en-US" sz="1600" dirty="0">
                <a:solidFill>
                  <a:schemeClr val="tx2">
                    <a:lumMod val="10000"/>
                  </a:schemeClr>
                </a:solidFill>
              </a:rPr>
              <a:t>Is the organization home for the groups responsible for Internet infrastructure standards, including the Internet Engineering Task Force (IETF) and the Internet Architecture Board (IAB)</a:t>
            </a:r>
          </a:p>
          <a:p>
            <a:pPr eaLnBrk="1" fontAlgn="auto" hangingPunct="1">
              <a:spcAft>
                <a:spcPts val="0"/>
              </a:spcAft>
              <a:defRPr/>
            </a:pPr>
            <a:r>
              <a:rPr lang="en-US" sz="1600" dirty="0">
                <a:solidFill>
                  <a:schemeClr val="tx2">
                    <a:lumMod val="10000"/>
                  </a:schemeClr>
                </a:solidFill>
              </a:rPr>
              <a:t>Internet standards and related specifications are published as Requests for Comments (RFCs)</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17506" name="Rectangle 2"/>
          <p:cNvSpPr>
            <a:spLocks noChangeArrowheads="1"/>
          </p:cNvSpPr>
          <p:nvPr/>
        </p:nvSpPr>
        <p:spPr bwMode="auto">
          <a:xfrm>
            <a:off x="0" y="0"/>
            <a:ext cx="9144000" cy="1371600"/>
          </a:xfrm>
          <a:prstGeom prst="rect">
            <a:avLst/>
          </a:prstGeom>
          <a:noFill/>
          <a:ln w="9525">
            <a:noFill/>
            <a:miter lim="800000"/>
            <a:headEnd/>
            <a:tailEnd/>
          </a:ln>
          <a:effectLst/>
        </p:spPr>
        <p:txBody>
          <a:bodyPr wrap="none" anchor="ctr"/>
          <a:lstStyle/>
          <a:p>
            <a:pPr algn="ctr">
              <a:defRPr/>
            </a:pPr>
            <a:endParaRPr lang="en-US">
              <a:effectLst>
                <a:outerShdw blurRad="38100" dist="38100" dir="2700000" algn="tl">
                  <a:srgbClr val="FFFFFF"/>
                </a:outerShdw>
              </a:effectLst>
              <a:latin typeface="Times New Roman" pitchFamily="18" charset="0"/>
            </a:endParaRPr>
          </a:p>
        </p:txBody>
      </p:sp>
      <p:sp>
        <p:nvSpPr>
          <p:cNvPr id="917507" name="Text Box 3"/>
          <p:cNvSpPr txBox="1">
            <a:spLocks noChangeArrowheads="1"/>
          </p:cNvSpPr>
          <p:nvPr/>
        </p:nvSpPr>
        <p:spPr bwMode="auto">
          <a:xfrm>
            <a:off x="228600" y="406400"/>
            <a:ext cx="2860783" cy="769441"/>
          </a:xfrm>
          <a:prstGeom prst="rect">
            <a:avLst/>
          </a:prstGeom>
          <a:noFill/>
          <a:ln w="9525">
            <a:noFill/>
            <a:miter lim="800000"/>
            <a:headEnd/>
            <a:tailEnd/>
          </a:ln>
          <a:effectLst/>
        </p:spPr>
        <p:txBody>
          <a:bodyPr wrap="none">
            <a:spAutoFit/>
          </a:bodyPr>
          <a:lstStyle/>
          <a:p>
            <a:pPr>
              <a:defRPr/>
            </a:pPr>
            <a:r>
              <a:rPr lang="en-US" dirty="0">
                <a:effectLst>
                  <a:outerShdw blurRad="38100" dist="38100" dir="2700000" algn="tl">
                    <a:srgbClr val="C0C0C0"/>
                  </a:outerShdw>
                </a:effectLst>
                <a:latin typeface="Times" pitchFamily="18" charset="0"/>
              </a:rPr>
              <a:t>  </a:t>
            </a:r>
            <a:r>
              <a:rPr lang="en-US" sz="4400" dirty="0">
                <a:solidFill>
                  <a:srgbClr val="C00000"/>
                </a:solidFill>
                <a:latin typeface="Times" pitchFamily="18" charset="0"/>
              </a:rPr>
              <a:t>Techniques</a:t>
            </a:r>
          </a:p>
        </p:txBody>
      </p:sp>
      <p:sp>
        <p:nvSpPr>
          <p:cNvPr id="66565" name="Text Box 4"/>
          <p:cNvSpPr txBox="1">
            <a:spLocks noChangeArrowheads="1"/>
          </p:cNvSpPr>
          <p:nvPr/>
        </p:nvSpPr>
        <p:spPr bwMode="auto">
          <a:xfrm>
            <a:off x="8229600" y="6400800"/>
            <a:ext cx="184150" cy="366713"/>
          </a:xfrm>
          <a:prstGeom prst="rect">
            <a:avLst/>
          </a:prstGeom>
          <a:noFill/>
          <a:ln w="9525">
            <a:noFill/>
            <a:miter lim="800000"/>
            <a:headEnd/>
            <a:tailEnd/>
          </a:ln>
        </p:spPr>
        <p:txBody>
          <a:bodyPr wrap="none">
            <a:spAutoFit/>
          </a:bodyPr>
          <a:lstStyle/>
          <a:p>
            <a:endParaRPr lang="en-US">
              <a:latin typeface="Times New Roman" pitchFamily="18" charset="0"/>
            </a:endParaRPr>
          </a:p>
        </p:txBody>
      </p:sp>
      <p:sp>
        <p:nvSpPr>
          <p:cNvPr id="917509" name="Rectangle 5"/>
          <p:cNvSpPr>
            <a:spLocks noChangeArrowheads="1"/>
          </p:cNvSpPr>
          <p:nvPr/>
        </p:nvSpPr>
        <p:spPr bwMode="auto">
          <a:xfrm>
            <a:off x="304800" y="1828800"/>
            <a:ext cx="8229600" cy="2246313"/>
          </a:xfrm>
          <a:prstGeom prst="rect">
            <a:avLst/>
          </a:prstGeom>
          <a:noFill/>
          <a:ln w="9525">
            <a:noFill/>
            <a:miter lim="800000"/>
            <a:headEnd/>
            <a:tailEnd/>
          </a:ln>
          <a:effectLst/>
        </p:spPr>
        <p:txBody>
          <a:bodyPr anchor="ctr">
            <a:spAutoFit/>
          </a:bodyPr>
          <a:lstStyle/>
          <a:p>
            <a:pPr algn="just">
              <a:defRPr/>
            </a:pPr>
            <a:r>
              <a:rPr lang="en-US" sz="2800" dirty="0">
                <a:solidFill>
                  <a:srgbClr val="002060"/>
                </a:solidFill>
                <a:latin typeface="Times New Roman" pitchFamily="18" charset="0"/>
              </a:rPr>
              <a:t>Mechanisms discussed already are only theoretical recipes to implement security. The actual implementation of security goals needs some techniques. Two techniques are prevalent today: </a:t>
            </a:r>
            <a:r>
              <a:rPr lang="en-US" sz="2800" b="1" dirty="0">
                <a:solidFill>
                  <a:srgbClr val="002060"/>
                </a:solidFill>
                <a:latin typeface="Times New Roman" pitchFamily="18" charset="0"/>
              </a:rPr>
              <a:t>cryptography </a:t>
            </a:r>
            <a:r>
              <a:rPr lang="en-US" sz="2800" b="1" dirty="0">
                <a:solidFill>
                  <a:srgbClr val="FF0000"/>
                </a:solidFill>
                <a:latin typeface="Times New Roman" pitchFamily="18" charset="0"/>
              </a:rPr>
              <a:t>and</a:t>
            </a:r>
            <a:r>
              <a:rPr lang="en-US" sz="2800" b="1" dirty="0">
                <a:solidFill>
                  <a:srgbClr val="002060"/>
                </a:solidFill>
                <a:latin typeface="Times New Roman" pitchFamily="18" charset="0"/>
              </a:rPr>
              <a:t> </a:t>
            </a:r>
            <a:r>
              <a:rPr lang="en-US" sz="2800" b="1" dirty="0" err="1">
                <a:solidFill>
                  <a:srgbClr val="002060"/>
                </a:solidFill>
                <a:latin typeface="Times New Roman" pitchFamily="18" charset="0"/>
              </a:rPr>
              <a:t>steganography</a:t>
            </a:r>
            <a:r>
              <a:rPr lang="en-US" sz="2800" b="1" dirty="0">
                <a:solidFill>
                  <a:srgbClr val="002060"/>
                </a:solidFill>
                <a:latin typeface="Times New Roman" pitchFamily="18" charset="0"/>
              </a:rPr>
              <a:t>. </a:t>
            </a:r>
          </a:p>
        </p:txBody>
      </p:sp>
    </p:spTree>
    <p:extLst>
      <p:ext uri="{BB962C8B-B14F-4D97-AF65-F5344CB8AC3E}">
        <p14:creationId xmlns:p14="http://schemas.microsoft.com/office/powerpoint/2010/main" val="321823628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Text Box 9"/>
          <p:cNvSpPr txBox="1">
            <a:spLocks noChangeArrowheads="1"/>
          </p:cNvSpPr>
          <p:nvPr/>
        </p:nvSpPr>
        <p:spPr bwMode="auto">
          <a:xfrm>
            <a:off x="2743200" y="304800"/>
            <a:ext cx="3092450" cy="708025"/>
          </a:xfrm>
          <a:prstGeom prst="rect">
            <a:avLst/>
          </a:prstGeom>
          <a:noFill/>
          <a:ln w="9525">
            <a:noFill/>
            <a:miter lim="800000"/>
            <a:headEnd/>
            <a:tailEnd/>
          </a:ln>
        </p:spPr>
        <p:txBody>
          <a:bodyPr wrap="none">
            <a:spAutoFit/>
          </a:bodyPr>
          <a:lstStyle/>
          <a:p>
            <a:r>
              <a:rPr lang="en-US" dirty="0">
                <a:solidFill>
                  <a:schemeClr val="hlink"/>
                </a:solidFill>
                <a:latin typeface="Times New Roman" pitchFamily="18" charset="0"/>
              </a:rPr>
              <a:t> </a:t>
            </a:r>
            <a:r>
              <a:rPr lang="en-US" sz="4000" dirty="0">
                <a:solidFill>
                  <a:srgbClr val="C00000"/>
                </a:solidFill>
                <a:latin typeface="Times New Roman" pitchFamily="18" charset="0"/>
              </a:rPr>
              <a:t>Cryptography</a:t>
            </a:r>
          </a:p>
        </p:txBody>
      </p:sp>
      <p:sp>
        <p:nvSpPr>
          <p:cNvPr id="67588" name="Rectangle 10"/>
          <p:cNvSpPr>
            <a:spLocks noChangeArrowheads="1"/>
          </p:cNvSpPr>
          <p:nvPr/>
        </p:nvSpPr>
        <p:spPr bwMode="auto">
          <a:xfrm>
            <a:off x="685800" y="2286000"/>
            <a:ext cx="8001000" cy="1569660"/>
          </a:xfrm>
          <a:prstGeom prst="rect">
            <a:avLst/>
          </a:prstGeom>
          <a:noFill/>
          <a:ln w="9525">
            <a:noFill/>
            <a:miter lim="800000"/>
            <a:headEnd/>
            <a:tailEnd/>
          </a:ln>
        </p:spPr>
        <p:txBody>
          <a:bodyPr wrap="square">
            <a:spAutoFit/>
          </a:bodyPr>
          <a:lstStyle/>
          <a:p>
            <a:pPr algn="just"/>
            <a:r>
              <a:rPr lang="en-US" sz="2400" dirty="0">
                <a:solidFill>
                  <a:srgbClr val="002060"/>
                </a:solidFill>
                <a:latin typeface="Times New Roman" pitchFamily="18" charset="0"/>
              </a:rPr>
              <a:t>Cryptography, a word with Greek origins, means “secret writing.” However, we use the term to refer to the science and art of transforming messages to make them secure and immune to attacks. </a:t>
            </a:r>
          </a:p>
        </p:txBody>
      </p:sp>
    </p:spTree>
    <p:extLst>
      <p:ext uri="{BB962C8B-B14F-4D97-AF65-F5344CB8AC3E}">
        <p14:creationId xmlns:p14="http://schemas.microsoft.com/office/powerpoint/2010/main" val="406543148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lgn="ctr"/>
            <a:endParaRPr kumimoji="1" lang="en-US" sz="2400">
              <a:latin typeface="Tahoma" pitchFamily="34" charset="0"/>
            </a:endParaRPr>
          </a:p>
        </p:txBody>
      </p:sp>
      <p:sp>
        <p:nvSpPr>
          <p:cNvPr id="68612" name="Text Box 9"/>
          <p:cNvSpPr txBox="1">
            <a:spLocks noChangeArrowheads="1"/>
          </p:cNvSpPr>
          <p:nvPr/>
        </p:nvSpPr>
        <p:spPr bwMode="auto">
          <a:xfrm>
            <a:off x="1143000" y="0"/>
            <a:ext cx="3070225" cy="1200150"/>
          </a:xfrm>
          <a:prstGeom prst="rect">
            <a:avLst/>
          </a:prstGeom>
          <a:noFill/>
          <a:ln w="9525">
            <a:noFill/>
            <a:miter lim="800000"/>
            <a:headEnd/>
            <a:tailEnd/>
          </a:ln>
        </p:spPr>
        <p:txBody>
          <a:bodyPr wrap="none">
            <a:spAutoFit/>
          </a:bodyPr>
          <a:lstStyle/>
          <a:p>
            <a:r>
              <a:rPr lang="en-US" sz="3600" dirty="0">
                <a:solidFill>
                  <a:srgbClr val="C00000"/>
                </a:solidFill>
                <a:latin typeface="Times New Roman" pitchFamily="18" charset="0"/>
              </a:rPr>
              <a:t>Steganography</a:t>
            </a:r>
          </a:p>
          <a:p>
            <a:endParaRPr lang="en-US" sz="3600" dirty="0">
              <a:solidFill>
                <a:schemeClr val="hlink"/>
              </a:solidFill>
              <a:latin typeface="Times New Roman" pitchFamily="18" charset="0"/>
            </a:endParaRPr>
          </a:p>
        </p:txBody>
      </p:sp>
      <p:sp>
        <p:nvSpPr>
          <p:cNvPr id="68613" name="Rectangle 10"/>
          <p:cNvSpPr>
            <a:spLocks noChangeArrowheads="1"/>
          </p:cNvSpPr>
          <p:nvPr/>
        </p:nvSpPr>
        <p:spPr bwMode="auto">
          <a:xfrm>
            <a:off x="457200" y="1066800"/>
            <a:ext cx="8077200" cy="707886"/>
          </a:xfrm>
          <a:prstGeom prst="rect">
            <a:avLst/>
          </a:prstGeom>
          <a:noFill/>
          <a:ln w="9525">
            <a:noFill/>
            <a:miter lim="800000"/>
            <a:headEnd/>
            <a:tailEnd/>
          </a:ln>
        </p:spPr>
        <p:txBody>
          <a:bodyPr wrap="square">
            <a:spAutoFit/>
          </a:bodyPr>
          <a:lstStyle/>
          <a:p>
            <a:pPr algn="just"/>
            <a:r>
              <a:rPr lang="en-US" sz="2000">
                <a:solidFill>
                  <a:srgbClr val="002060"/>
                </a:solidFill>
                <a:latin typeface="Times New Roman" pitchFamily="18" charset="0"/>
              </a:rPr>
              <a:t>The word steganography, with origin in Greek, means “covered writing,” in contrast with cryptography, which means “secret writing.”</a:t>
            </a:r>
          </a:p>
        </p:txBody>
      </p:sp>
      <p:pic>
        <p:nvPicPr>
          <p:cNvPr id="68614" name="Picture 11"/>
          <p:cNvPicPr>
            <a:picLocks noChangeAspect="1" noChangeArrowheads="1"/>
          </p:cNvPicPr>
          <p:nvPr/>
        </p:nvPicPr>
        <p:blipFill>
          <a:blip r:embed="rId3"/>
          <a:srcRect/>
          <a:stretch>
            <a:fillRect/>
          </a:stretch>
        </p:blipFill>
        <p:spPr bwMode="auto">
          <a:xfrm>
            <a:off x="685800" y="3505200"/>
            <a:ext cx="7177357" cy="1265238"/>
          </a:xfrm>
          <a:prstGeom prst="rect">
            <a:avLst/>
          </a:prstGeom>
          <a:noFill/>
          <a:ln w="9525">
            <a:noFill/>
            <a:miter lim="800000"/>
            <a:headEnd/>
            <a:tailEnd/>
          </a:ln>
        </p:spPr>
      </p:pic>
      <p:sp>
        <p:nvSpPr>
          <p:cNvPr id="68615" name="Rectangle 13"/>
          <p:cNvSpPr>
            <a:spLocks noChangeArrowheads="1"/>
          </p:cNvSpPr>
          <p:nvPr/>
        </p:nvSpPr>
        <p:spPr bwMode="auto">
          <a:xfrm>
            <a:off x="1371600" y="2514600"/>
            <a:ext cx="5867400" cy="400110"/>
          </a:xfrm>
          <a:prstGeom prst="rect">
            <a:avLst/>
          </a:prstGeom>
          <a:noFill/>
          <a:ln w="9525">
            <a:noFill/>
            <a:miter lim="800000"/>
            <a:headEnd/>
            <a:tailEnd/>
          </a:ln>
        </p:spPr>
        <p:txBody>
          <a:bodyPr wrap="square">
            <a:spAutoFit/>
          </a:bodyPr>
          <a:lstStyle/>
          <a:p>
            <a:pPr algn="just"/>
            <a:r>
              <a:rPr lang="en-US" sz="2000" dirty="0">
                <a:solidFill>
                  <a:srgbClr val="002060"/>
                </a:solidFill>
                <a:latin typeface="Times New Roman" pitchFamily="18" charset="0"/>
              </a:rPr>
              <a:t>Example: covering data with text</a:t>
            </a:r>
          </a:p>
        </p:txBody>
      </p:sp>
    </p:spTree>
    <p:extLst>
      <p:ext uri="{BB962C8B-B14F-4D97-AF65-F5344CB8AC3E}">
        <p14:creationId xmlns:p14="http://schemas.microsoft.com/office/powerpoint/2010/main" val="223089527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5" name="Picture 13"/>
          <p:cNvPicPr>
            <a:picLocks noChangeAspect="1" noChangeArrowheads="1"/>
          </p:cNvPicPr>
          <p:nvPr/>
        </p:nvPicPr>
        <p:blipFill>
          <a:blip r:embed="rId3"/>
          <a:srcRect/>
          <a:stretch>
            <a:fillRect/>
          </a:stretch>
        </p:blipFill>
        <p:spPr bwMode="auto">
          <a:xfrm>
            <a:off x="2009775" y="2057400"/>
            <a:ext cx="5686425" cy="957263"/>
          </a:xfrm>
          <a:prstGeom prst="rect">
            <a:avLst/>
          </a:prstGeom>
          <a:noFill/>
          <a:ln w="9525">
            <a:noFill/>
            <a:miter lim="800000"/>
            <a:headEnd/>
            <a:tailEnd/>
          </a:ln>
        </p:spPr>
      </p:pic>
      <p:pic>
        <p:nvPicPr>
          <p:cNvPr id="69636" name="Picture 14"/>
          <p:cNvPicPr>
            <a:picLocks noChangeAspect="1" noChangeArrowheads="1"/>
          </p:cNvPicPr>
          <p:nvPr/>
        </p:nvPicPr>
        <p:blipFill>
          <a:blip r:embed="rId4"/>
          <a:srcRect/>
          <a:stretch>
            <a:fillRect/>
          </a:stretch>
        </p:blipFill>
        <p:spPr bwMode="auto">
          <a:xfrm>
            <a:off x="1001713" y="4343400"/>
            <a:ext cx="7596187" cy="1743075"/>
          </a:xfrm>
          <a:prstGeom prst="rect">
            <a:avLst/>
          </a:prstGeom>
          <a:noFill/>
          <a:ln w="9525">
            <a:noFill/>
            <a:miter lim="800000"/>
            <a:headEnd/>
            <a:tailEnd/>
          </a:ln>
        </p:spPr>
      </p:pic>
      <p:sp>
        <p:nvSpPr>
          <p:cNvPr id="69637" name="Rectangle 14"/>
          <p:cNvSpPr>
            <a:spLocks noChangeArrowheads="1"/>
          </p:cNvSpPr>
          <p:nvPr/>
        </p:nvSpPr>
        <p:spPr bwMode="auto">
          <a:xfrm>
            <a:off x="2209800" y="914400"/>
            <a:ext cx="5057775" cy="646113"/>
          </a:xfrm>
          <a:prstGeom prst="rect">
            <a:avLst/>
          </a:prstGeom>
          <a:noFill/>
          <a:ln w="9525">
            <a:noFill/>
            <a:miter lim="800000"/>
            <a:headEnd/>
            <a:tailEnd/>
          </a:ln>
        </p:spPr>
        <p:txBody>
          <a:bodyPr wrap="none">
            <a:spAutoFit/>
          </a:bodyPr>
          <a:lstStyle/>
          <a:p>
            <a:pPr algn="just"/>
            <a:r>
              <a:rPr lang="en-US" sz="3600">
                <a:solidFill>
                  <a:srgbClr val="002060"/>
                </a:solidFill>
                <a:latin typeface="Times New Roman" pitchFamily="18" charset="0"/>
              </a:rPr>
              <a:t>Example: using dictionary</a:t>
            </a:r>
          </a:p>
        </p:txBody>
      </p:sp>
      <p:sp>
        <p:nvSpPr>
          <p:cNvPr id="69638" name="Rectangle 15"/>
          <p:cNvSpPr>
            <a:spLocks noChangeArrowheads="1"/>
          </p:cNvSpPr>
          <p:nvPr/>
        </p:nvSpPr>
        <p:spPr bwMode="auto">
          <a:xfrm>
            <a:off x="1295400" y="3276600"/>
            <a:ext cx="7172325" cy="584200"/>
          </a:xfrm>
          <a:prstGeom prst="rect">
            <a:avLst/>
          </a:prstGeom>
          <a:noFill/>
          <a:ln w="9525">
            <a:noFill/>
            <a:miter lim="800000"/>
            <a:headEnd/>
            <a:tailEnd/>
          </a:ln>
        </p:spPr>
        <p:txBody>
          <a:bodyPr wrap="none">
            <a:spAutoFit/>
          </a:bodyPr>
          <a:lstStyle/>
          <a:p>
            <a:pPr algn="just"/>
            <a:r>
              <a:rPr lang="en-US" sz="3200">
                <a:solidFill>
                  <a:srgbClr val="002060"/>
                </a:solidFill>
                <a:latin typeface="Times New Roman" pitchFamily="18" charset="0"/>
              </a:rPr>
              <a:t>Example: covering data under color image</a:t>
            </a:r>
          </a:p>
        </p:txBody>
      </p:sp>
    </p:spTree>
    <p:extLst>
      <p:ext uri="{BB962C8B-B14F-4D97-AF65-F5344CB8AC3E}">
        <p14:creationId xmlns:p14="http://schemas.microsoft.com/office/powerpoint/2010/main" val="101756647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583488" cy="990600"/>
          </a:xfrm>
        </p:spPr>
        <p:txBody>
          <a:bodyPr/>
          <a:lstStyle/>
          <a:p>
            <a:pPr>
              <a:defRPr/>
            </a:pPr>
            <a:r>
              <a:rPr lang="en-US" sz="3200" dirty="0"/>
              <a:t>Cryptographic Services</a:t>
            </a:r>
          </a:p>
        </p:txBody>
      </p:sp>
      <p:sp>
        <p:nvSpPr>
          <p:cNvPr id="3" name="Rectangle 2"/>
          <p:cNvSpPr/>
          <p:nvPr/>
        </p:nvSpPr>
        <p:spPr>
          <a:xfrm>
            <a:off x="685800" y="1219200"/>
            <a:ext cx="8077200" cy="5016758"/>
          </a:xfrm>
          <a:prstGeom prst="rect">
            <a:avLst/>
          </a:prstGeom>
        </p:spPr>
        <p:txBody>
          <a:bodyPr wrap="square">
            <a:spAutoFit/>
          </a:bodyPr>
          <a:lstStyle/>
          <a:p>
            <a:pPr>
              <a:defRPr/>
            </a:pPr>
            <a:r>
              <a:rPr lang="en-US" sz="2000" dirty="0">
                <a:solidFill>
                  <a:srgbClr val="FF0000"/>
                </a:solidFill>
                <a:latin typeface="CMR17"/>
              </a:rPr>
              <a:t>Cryptography supports the following services:</a:t>
            </a:r>
          </a:p>
          <a:p>
            <a:pPr>
              <a:defRPr/>
            </a:pPr>
            <a:endParaRPr lang="en-US" sz="2000" dirty="0">
              <a:solidFill>
                <a:srgbClr val="FF0000"/>
              </a:solidFill>
              <a:latin typeface="CMR17"/>
            </a:endParaRPr>
          </a:p>
          <a:p>
            <a:pPr marL="342900" indent="-342900">
              <a:buFontTx/>
              <a:buAutoNum type="arabicPeriod"/>
              <a:defRPr/>
            </a:pPr>
            <a:r>
              <a:rPr lang="en-US" sz="2000" dirty="0">
                <a:solidFill>
                  <a:srgbClr val="000000"/>
                </a:solidFill>
                <a:latin typeface="CMR17"/>
              </a:rPr>
              <a:t>Confidentiality</a:t>
            </a:r>
          </a:p>
          <a:p>
            <a:pPr marL="342900" indent="-342900">
              <a:buFontTx/>
              <a:buAutoNum type="arabicPeriod"/>
              <a:defRPr/>
            </a:pPr>
            <a:endParaRPr lang="en-US" sz="2000" dirty="0">
              <a:solidFill>
                <a:srgbClr val="000000"/>
              </a:solidFill>
              <a:latin typeface="CMR17"/>
            </a:endParaRPr>
          </a:p>
          <a:p>
            <a:pPr>
              <a:defRPr/>
            </a:pPr>
            <a:r>
              <a:rPr lang="en-US" sz="2000" dirty="0">
                <a:solidFill>
                  <a:srgbClr val="FF0000"/>
                </a:solidFill>
                <a:latin typeface="CMR17"/>
              </a:rPr>
              <a:t>2. Integrity</a:t>
            </a:r>
          </a:p>
          <a:p>
            <a:pPr>
              <a:defRPr/>
            </a:pPr>
            <a:endParaRPr lang="en-US" sz="2000" dirty="0">
              <a:solidFill>
                <a:srgbClr val="FF0000"/>
              </a:solidFill>
              <a:latin typeface="CMR17"/>
            </a:endParaRPr>
          </a:p>
          <a:p>
            <a:pPr>
              <a:defRPr/>
            </a:pPr>
            <a:r>
              <a:rPr lang="en-US" sz="2000" dirty="0">
                <a:solidFill>
                  <a:srgbClr val="0000FF"/>
                </a:solidFill>
                <a:latin typeface="CMR17"/>
              </a:rPr>
              <a:t>3. Authentication</a:t>
            </a:r>
          </a:p>
          <a:p>
            <a:pPr>
              <a:defRPr/>
            </a:pPr>
            <a:endParaRPr lang="en-US" sz="2000" dirty="0">
              <a:solidFill>
                <a:srgbClr val="0000FF"/>
              </a:solidFill>
              <a:latin typeface="CMR17"/>
            </a:endParaRPr>
          </a:p>
          <a:p>
            <a:pPr>
              <a:defRPr/>
            </a:pPr>
            <a:r>
              <a:rPr lang="en-US" sz="2000" dirty="0">
                <a:solidFill>
                  <a:srgbClr val="FF0000"/>
                </a:solidFill>
                <a:latin typeface="CMR17"/>
              </a:rPr>
              <a:t>4. Identity</a:t>
            </a:r>
          </a:p>
          <a:p>
            <a:pPr>
              <a:defRPr/>
            </a:pPr>
            <a:endParaRPr lang="en-US" sz="2000" dirty="0">
              <a:solidFill>
                <a:srgbClr val="FF0000"/>
              </a:solidFill>
              <a:latin typeface="CMR17"/>
            </a:endParaRPr>
          </a:p>
          <a:p>
            <a:pPr>
              <a:defRPr/>
            </a:pPr>
            <a:r>
              <a:rPr lang="en-US" sz="2000" dirty="0">
                <a:solidFill>
                  <a:srgbClr val="0000FF"/>
                </a:solidFill>
                <a:latin typeface="CMR17"/>
              </a:rPr>
              <a:t>5. Timeliness</a:t>
            </a:r>
          </a:p>
          <a:p>
            <a:pPr>
              <a:defRPr/>
            </a:pPr>
            <a:endParaRPr lang="en-US" sz="2000" dirty="0">
              <a:solidFill>
                <a:srgbClr val="0000FF"/>
              </a:solidFill>
              <a:latin typeface="CMR17"/>
            </a:endParaRPr>
          </a:p>
          <a:p>
            <a:pPr>
              <a:defRPr/>
            </a:pPr>
            <a:r>
              <a:rPr lang="en-US" sz="2000" dirty="0">
                <a:solidFill>
                  <a:srgbClr val="000000"/>
                </a:solidFill>
                <a:latin typeface="CMR17"/>
              </a:rPr>
              <a:t>6. Proof of ownership</a:t>
            </a:r>
          </a:p>
          <a:p>
            <a:pPr>
              <a:defRPr/>
            </a:pPr>
            <a:endParaRPr lang="en-US" sz="2000" dirty="0">
              <a:solidFill>
                <a:srgbClr val="000000"/>
              </a:solidFill>
              <a:latin typeface="CMR17"/>
            </a:endParaRPr>
          </a:p>
          <a:p>
            <a:pPr>
              <a:defRPr/>
            </a:pPr>
            <a:r>
              <a:rPr lang="en-US" sz="2000" dirty="0">
                <a:solidFill>
                  <a:srgbClr val="FF0000"/>
                </a:solidFill>
                <a:latin typeface="CMR17"/>
              </a:rPr>
              <a:t>Each has various different requirements in different circumstances, and each </a:t>
            </a:r>
            <a:r>
              <a:rPr lang="en-US" sz="2000" dirty="0" err="1">
                <a:solidFill>
                  <a:srgbClr val="FF0000"/>
                </a:solidFill>
                <a:latin typeface="CMR17"/>
              </a:rPr>
              <a:t>issupported</a:t>
            </a:r>
            <a:r>
              <a:rPr lang="en-US" sz="2000" dirty="0">
                <a:solidFill>
                  <a:srgbClr val="FF0000"/>
                </a:solidFill>
                <a:latin typeface="CMR17"/>
              </a:rPr>
              <a:t> by a wide variety of schemes.</a:t>
            </a:r>
            <a:endParaRPr lang="en-US" sz="2000" dirty="0"/>
          </a:p>
        </p:txBody>
      </p:sp>
    </p:spTree>
    <p:extLst>
      <p:ext uri="{BB962C8B-B14F-4D97-AF65-F5344CB8AC3E}">
        <p14:creationId xmlns:p14="http://schemas.microsoft.com/office/powerpoint/2010/main" val="217710911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583488" cy="838200"/>
          </a:xfrm>
        </p:spPr>
        <p:txBody>
          <a:bodyPr/>
          <a:lstStyle/>
          <a:p>
            <a:pPr>
              <a:defRPr/>
            </a:pPr>
            <a:r>
              <a:rPr lang="en-US" sz="3200" dirty="0"/>
              <a:t>Applications</a:t>
            </a:r>
          </a:p>
        </p:txBody>
      </p:sp>
      <p:sp>
        <p:nvSpPr>
          <p:cNvPr id="72707" name="Rectangle 2"/>
          <p:cNvSpPr>
            <a:spLocks noChangeArrowheads="1"/>
          </p:cNvSpPr>
          <p:nvPr/>
        </p:nvSpPr>
        <p:spPr bwMode="auto">
          <a:xfrm>
            <a:off x="990600" y="1219200"/>
            <a:ext cx="5486400" cy="4556125"/>
          </a:xfrm>
          <a:prstGeom prst="rect">
            <a:avLst/>
          </a:prstGeom>
          <a:noFill/>
          <a:ln w="9525">
            <a:noFill/>
            <a:miter lim="800000"/>
            <a:headEnd/>
            <a:tailEnd/>
          </a:ln>
        </p:spPr>
        <p:txBody>
          <a:bodyPr>
            <a:spAutoFit/>
          </a:bodyPr>
          <a:lstStyle/>
          <a:p>
            <a:pPr>
              <a:lnSpc>
                <a:spcPts val="3200"/>
              </a:lnSpc>
            </a:pPr>
            <a:r>
              <a:rPr lang="en-US">
                <a:solidFill>
                  <a:srgbClr val="0000FF"/>
                </a:solidFill>
                <a:latin typeface="CMR17"/>
              </a:rPr>
              <a:t>1. Communications (encryption or authentication)</a:t>
            </a:r>
          </a:p>
          <a:p>
            <a:pPr>
              <a:lnSpc>
                <a:spcPts val="3200"/>
              </a:lnSpc>
            </a:pPr>
            <a:r>
              <a:rPr lang="en-US">
                <a:solidFill>
                  <a:srgbClr val="000000"/>
                </a:solidFill>
                <a:latin typeface="CMR17"/>
              </a:rPr>
              <a:t>2. File and data base security</a:t>
            </a:r>
          </a:p>
          <a:p>
            <a:pPr>
              <a:lnSpc>
                <a:spcPts val="3200"/>
              </a:lnSpc>
            </a:pPr>
            <a:r>
              <a:rPr lang="en-US">
                <a:solidFill>
                  <a:srgbClr val="FF0000"/>
                </a:solidFill>
                <a:latin typeface="CMR17"/>
              </a:rPr>
              <a:t>3. Electronic funds transfer</a:t>
            </a:r>
          </a:p>
          <a:p>
            <a:pPr>
              <a:lnSpc>
                <a:spcPts val="3200"/>
              </a:lnSpc>
            </a:pPr>
            <a:r>
              <a:rPr lang="en-US">
                <a:solidFill>
                  <a:srgbClr val="0000FF"/>
                </a:solidFill>
                <a:latin typeface="CMR17"/>
              </a:rPr>
              <a:t>4. Electronic Commerce</a:t>
            </a:r>
          </a:p>
          <a:p>
            <a:pPr>
              <a:lnSpc>
                <a:spcPts val="3200"/>
              </a:lnSpc>
            </a:pPr>
            <a:r>
              <a:rPr lang="en-US">
                <a:solidFill>
                  <a:srgbClr val="000000"/>
                </a:solidFill>
                <a:latin typeface="CMR17"/>
              </a:rPr>
              <a:t>5. Digital cash</a:t>
            </a:r>
          </a:p>
          <a:p>
            <a:pPr>
              <a:lnSpc>
                <a:spcPts val="3200"/>
              </a:lnSpc>
            </a:pPr>
            <a:r>
              <a:rPr lang="en-US">
                <a:solidFill>
                  <a:srgbClr val="FF0000"/>
                </a:solidFill>
                <a:latin typeface="CMR17"/>
              </a:rPr>
              <a:t>6. Contract signing</a:t>
            </a:r>
          </a:p>
          <a:p>
            <a:pPr>
              <a:lnSpc>
                <a:spcPts val="3200"/>
              </a:lnSpc>
            </a:pPr>
            <a:r>
              <a:rPr lang="en-US">
                <a:solidFill>
                  <a:srgbClr val="0000FF"/>
                </a:solidFill>
                <a:latin typeface="CMR17"/>
              </a:rPr>
              <a:t>7. Electronic mail</a:t>
            </a:r>
          </a:p>
          <a:p>
            <a:pPr>
              <a:lnSpc>
                <a:spcPts val="3200"/>
              </a:lnSpc>
            </a:pPr>
            <a:r>
              <a:rPr lang="en-US">
                <a:solidFill>
                  <a:srgbClr val="000000"/>
                </a:solidFill>
                <a:latin typeface="CMR17"/>
              </a:rPr>
              <a:t>8. Authentication: Passwords, PINs</a:t>
            </a:r>
          </a:p>
          <a:p>
            <a:pPr>
              <a:lnSpc>
                <a:spcPts val="3200"/>
              </a:lnSpc>
            </a:pPr>
            <a:r>
              <a:rPr lang="en-US">
                <a:solidFill>
                  <a:srgbClr val="FF0000"/>
                </a:solidFill>
                <a:latin typeface="CMR17"/>
              </a:rPr>
              <a:t>9. Secure identification, Access control</a:t>
            </a:r>
          </a:p>
          <a:p>
            <a:pPr>
              <a:lnSpc>
                <a:spcPts val="3200"/>
              </a:lnSpc>
            </a:pPr>
            <a:r>
              <a:rPr lang="en-US">
                <a:solidFill>
                  <a:srgbClr val="0000FF"/>
                </a:solidFill>
                <a:latin typeface="CMR17"/>
              </a:rPr>
              <a:t>10. Secure protocols</a:t>
            </a:r>
          </a:p>
          <a:p>
            <a:pPr>
              <a:lnSpc>
                <a:spcPts val="3200"/>
              </a:lnSpc>
            </a:pPr>
            <a:r>
              <a:rPr lang="en-US">
                <a:solidFill>
                  <a:srgbClr val="000000"/>
                </a:solidFill>
                <a:latin typeface="CMR17"/>
              </a:rPr>
              <a:t>11. Proof of knowledge</a:t>
            </a:r>
            <a:endParaRPr lang="en-US"/>
          </a:p>
        </p:txBody>
      </p:sp>
    </p:spTree>
    <p:extLst>
      <p:ext uri="{BB962C8B-B14F-4D97-AF65-F5344CB8AC3E}">
        <p14:creationId xmlns:p14="http://schemas.microsoft.com/office/powerpoint/2010/main" val="199794751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583488" cy="914400"/>
          </a:xfrm>
        </p:spPr>
        <p:txBody>
          <a:bodyPr/>
          <a:lstStyle/>
          <a:p>
            <a:pPr>
              <a:defRPr/>
            </a:pPr>
            <a:r>
              <a:rPr lang="en-US" sz="3200" dirty="0"/>
              <a:t>Applications (cont.)</a:t>
            </a:r>
          </a:p>
        </p:txBody>
      </p:sp>
      <p:sp>
        <p:nvSpPr>
          <p:cNvPr id="73731" name="Rectangle 2"/>
          <p:cNvSpPr>
            <a:spLocks noChangeArrowheads="1"/>
          </p:cNvSpPr>
          <p:nvPr/>
        </p:nvSpPr>
        <p:spPr bwMode="auto">
          <a:xfrm>
            <a:off x="838200" y="1219200"/>
            <a:ext cx="7239000" cy="1323975"/>
          </a:xfrm>
          <a:prstGeom prst="rect">
            <a:avLst/>
          </a:prstGeom>
          <a:noFill/>
          <a:ln w="9525">
            <a:noFill/>
            <a:miter lim="800000"/>
            <a:headEnd/>
            <a:tailEnd/>
          </a:ln>
        </p:spPr>
        <p:txBody>
          <a:bodyPr>
            <a:spAutoFit/>
          </a:bodyPr>
          <a:lstStyle/>
          <a:p>
            <a:pPr>
              <a:lnSpc>
                <a:spcPts val="3200"/>
              </a:lnSpc>
            </a:pPr>
            <a:r>
              <a:rPr lang="en-US" sz="2000" dirty="0">
                <a:solidFill>
                  <a:srgbClr val="FF0000"/>
                </a:solidFill>
                <a:latin typeface="CMR17"/>
              </a:rPr>
              <a:t>12. Construction by collaborating parties (secret sharing)</a:t>
            </a:r>
          </a:p>
          <a:p>
            <a:pPr>
              <a:lnSpc>
                <a:spcPts val="3200"/>
              </a:lnSpc>
            </a:pPr>
            <a:r>
              <a:rPr lang="en-US" sz="2000" dirty="0">
                <a:solidFill>
                  <a:srgbClr val="0000FF"/>
                </a:solidFill>
                <a:latin typeface="CMR17"/>
              </a:rPr>
              <a:t>13. Copyright protection</a:t>
            </a:r>
          </a:p>
          <a:p>
            <a:pPr>
              <a:lnSpc>
                <a:spcPts val="3200"/>
              </a:lnSpc>
            </a:pPr>
            <a:r>
              <a:rPr lang="en-US" sz="2000" dirty="0">
                <a:solidFill>
                  <a:srgbClr val="000000"/>
                </a:solidFill>
                <a:latin typeface="CMR17"/>
              </a:rPr>
              <a:t>14. etc.</a:t>
            </a:r>
            <a:endParaRPr lang="en-US" sz="2000" dirty="0"/>
          </a:p>
        </p:txBody>
      </p:sp>
    </p:spTree>
    <p:extLst>
      <p:ext uri="{BB962C8B-B14F-4D97-AF65-F5344CB8AC3E}">
        <p14:creationId xmlns:p14="http://schemas.microsoft.com/office/powerpoint/2010/main" val="184708068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fld id="{8B0E9DF1-0E9D-4A99-A3B5-DC949912A6C9}" type="slidenum">
              <a:rPr lang="en-US" altLang="tr-TR" sz="1400"/>
              <a:pPr/>
              <a:t>107</a:t>
            </a:fld>
            <a:endParaRPr lang="en-US" altLang="tr-TR" sz="1400"/>
          </a:p>
        </p:txBody>
      </p:sp>
      <p:sp>
        <p:nvSpPr>
          <p:cNvPr id="108547" name="Rectangle 2"/>
          <p:cNvSpPr>
            <a:spLocks noGrp="1" noChangeArrowheads="1"/>
          </p:cNvSpPr>
          <p:nvPr>
            <p:ph type="title"/>
          </p:nvPr>
        </p:nvSpPr>
        <p:spPr>
          <a:xfrm>
            <a:off x="684213" y="260350"/>
            <a:ext cx="7723187" cy="1139825"/>
          </a:xfrm>
        </p:spPr>
        <p:txBody>
          <a:bodyPr/>
          <a:lstStyle/>
          <a:p>
            <a:pPr eaLnBrk="1" hangingPunct="1"/>
            <a:r>
              <a:rPr lang="en-US" altLang="tr-TR"/>
              <a:t>Some Other Security Facts</a:t>
            </a:r>
          </a:p>
        </p:txBody>
      </p:sp>
      <p:sp>
        <p:nvSpPr>
          <p:cNvPr id="108548" name="Rectangle 3"/>
          <p:cNvSpPr>
            <a:spLocks noGrp="1" noChangeArrowheads="1"/>
          </p:cNvSpPr>
          <p:nvPr>
            <p:ph type="body" idx="1"/>
          </p:nvPr>
        </p:nvSpPr>
        <p:spPr>
          <a:xfrm>
            <a:off x="571500" y="1357313"/>
            <a:ext cx="8215313" cy="4800600"/>
          </a:xfrm>
        </p:spPr>
        <p:txBody>
          <a:bodyPr/>
          <a:lstStyle/>
          <a:p>
            <a:pPr eaLnBrk="1" hangingPunct="1">
              <a:lnSpc>
                <a:spcPct val="90000"/>
              </a:lnSpc>
              <a:buFont typeface="Wingdings" pitchFamily="2" charset="2"/>
              <a:buChar char="§"/>
            </a:pPr>
            <a:r>
              <a:rPr lang="en-US" altLang="tr-TR" sz="2400"/>
              <a:t>Not as simple as it might first appear to the novice</a:t>
            </a:r>
          </a:p>
          <a:p>
            <a:pPr eaLnBrk="1" hangingPunct="1">
              <a:lnSpc>
                <a:spcPct val="90000"/>
              </a:lnSpc>
              <a:buFont typeface="Wingdings" pitchFamily="2" charset="2"/>
              <a:buChar char="§"/>
            </a:pPr>
            <a:r>
              <a:rPr lang="en-US" altLang="tr-TR" sz="2400"/>
              <a:t>Must consider all potential attacks when designing a system</a:t>
            </a:r>
          </a:p>
          <a:p>
            <a:pPr eaLnBrk="1" hangingPunct="1">
              <a:lnSpc>
                <a:spcPct val="90000"/>
              </a:lnSpc>
              <a:buFont typeface="Wingdings" pitchFamily="2" charset="2"/>
              <a:buChar char="§"/>
            </a:pPr>
            <a:r>
              <a:rPr lang="en-US" altLang="tr-TR" sz="2400"/>
              <a:t>Generally yields complex and counterintuitive systems</a:t>
            </a:r>
          </a:p>
          <a:p>
            <a:pPr eaLnBrk="1" hangingPunct="1">
              <a:lnSpc>
                <a:spcPct val="90000"/>
              </a:lnSpc>
              <a:buFont typeface="Wingdings" pitchFamily="2" charset="2"/>
              <a:buChar char="§"/>
            </a:pPr>
            <a:r>
              <a:rPr lang="en-US" altLang="tr-TR" sz="2400"/>
              <a:t>Battle of intelligent strategies between attacker and admin</a:t>
            </a:r>
          </a:p>
          <a:p>
            <a:pPr eaLnBrk="1" hangingPunct="1">
              <a:lnSpc>
                <a:spcPct val="90000"/>
              </a:lnSpc>
              <a:buFont typeface="Wingdings" pitchFamily="2" charset="2"/>
              <a:buChar char="§"/>
            </a:pPr>
            <a:r>
              <a:rPr lang="en-US" altLang="tr-TR" sz="2400"/>
              <a:t>Requires regular monitoring</a:t>
            </a:r>
          </a:p>
          <a:p>
            <a:pPr eaLnBrk="1" hangingPunct="1">
              <a:lnSpc>
                <a:spcPct val="90000"/>
              </a:lnSpc>
              <a:buFont typeface="Wingdings" pitchFamily="2" charset="2"/>
              <a:buChar char="§"/>
            </a:pPr>
            <a:r>
              <a:rPr lang="en-US" altLang="tr-TR" sz="2400"/>
              <a:t>Not considered as a beneficial investment until a security failure occurs</a:t>
            </a:r>
          </a:p>
          <a:p>
            <a:pPr lvl="1" eaLnBrk="1" hangingPunct="1">
              <a:lnSpc>
                <a:spcPct val="90000"/>
              </a:lnSpc>
              <a:buClr>
                <a:schemeClr val="hlink"/>
              </a:buClr>
              <a:buFont typeface="Wingdings" pitchFamily="2" charset="2"/>
              <a:buChar char="§"/>
            </a:pPr>
            <a:r>
              <a:rPr lang="en-US" altLang="tr-TR" sz="2000"/>
              <a:t>Actually security investments must be considered as insurance against attacks</a:t>
            </a:r>
          </a:p>
          <a:p>
            <a:pPr eaLnBrk="1" hangingPunct="1">
              <a:lnSpc>
                <a:spcPct val="90000"/>
              </a:lnSpc>
              <a:buFont typeface="Wingdings" pitchFamily="2" charset="2"/>
              <a:buChar char="§"/>
            </a:pPr>
            <a:r>
              <a:rPr lang="en-US" altLang="tr-TR" sz="2400"/>
              <a:t>too often an afterthought</a:t>
            </a:r>
          </a:p>
          <a:p>
            <a:pPr lvl="1" eaLnBrk="1" hangingPunct="1">
              <a:lnSpc>
                <a:spcPct val="90000"/>
              </a:lnSpc>
              <a:buClr>
                <a:schemeClr val="hlink"/>
              </a:buClr>
              <a:buFont typeface="Wingdings" pitchFamily="2" charset="2"/>
              <a:buChar char="§"/>
            </a:pPr>
            <a:r>
              <a:rPr lang="en-US" altLang="tr-TR" sz="2000"/>
              <a:t>Not only from investment point of view, but also from design point of view</a:t>
            </a:r>
          </a:p>
        </p:txBody>
      </p:sp>
    </p:spTree>
    <p:extLst>
      <p:ext uri="{BB962C8B-B14F-4D97-AF65-F5344CB8AC3E}">
        <p14:creationId xmlns:p14="http://schemas.microsoft.com/office/powerpoint/2010/main" val="266973136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779463" y="63500"/>
            <a:ext cx="7583487" cy="1003300"/>
          </a:xfrm>
        </p:spPr>
        <p:txBody>
          <a:bodyPr/>
          <a:lstStyle/>
          <a:p>
            <a:pPr eaLnBrk="1" fontAlgn="auto" hangingPunct="1">
              <a:spcAft>
                <a:spcPts val="0"/>
              </a:spcAft>
              <a:defRPr/>
            </a:pPr>
            <a:r>
              <a:rPr lang="en-US" sz="3200" dirty="0"/>
              <a:t>Summary</a:t>
            </a:r>
            <a:endParaRPr lang="en-AU" sz="3200" dirty="0"/>
          </a:p>
        </p:txBody>
      </p:sp>
      <p:sp>
        <p:nvSpPr>
          <p:cNvPr id="76803" name="Rectangle 3"/>
          <p:cNvSpPr>
            <a:spLocks noGrp="1" noChangeArrowheads="1"/>
          </p:cNvSpPr>
          <p:nvPr>
            <p:ph sz="half" idx="4294967295"/>
          </p:nvPr>
        </p:nvSpPr>
        <p:spPr>
          <a:xfrm>
            <a:off x="838200" y="1143000"/>
            <a:ext cx="3565525" cy="4572000"/>
          </a:xfrm>
          <a:prstGeom prst="rect">
            <a:avLst/>
          </a:prstGeom>
        </p:spPr>
        <p:txBody>
          <a:bodyPr/>
          <a:lstStyle/>
          <a:p>
            <a:pPr eaLnBrk="1" fontAlgn="auto" hangingPunct="1">
              <a:spcAft>
                <a:spcPts val="0"/>
              </a:spcAft>
              <a:defRPr/>
            </a:pPr>
            <a:r>
              <a:rPr lang="en-US" dirty="0">
                <a:solidFill>
                  <a:schemeClr val="tx2">
                    <a:lumMod val="10000"/>
                  </a:schemeClr>
                </a:solidFill>
              </a:rPr>
              <a:t>Computer security concepts</a:t>
            </a:r>
          </a:p>
          <a:p>
            <a:pPr lvl="1" eaLnBrk="1" fontAlgn="auto" hangingPunct="1">
              <a:spcAft>
                <a:spcPts val="0"/>
              </a:spcAft>
              <a:buClr>
                <a:schemeClr val="bg1"/>
              </a:buClr>
              <a:defRPr/>
            </a:pPr>
            <a:r>
              <a:rPr lang="en-US" dirty="0">
                <a:solidFill>
                  <a:schemeClr val="tx2">
                    <a:lumMod val="10000"/>
                  </a:schemeClr>
                </a:solidFill>
              </a:rPr>
              <a:t>Definition</a:t>
            </a:r>
          </a:p>
          <a:p>
            <a:pPr lvl="1" eaLnBrk="1" fontAlgn="auto" hangingPunct="1">
              <a:spcAft>
                <a:spcPts val="0"/>
              </a:spcAft>
              <a:buClr>
                <a:schemeClr val="bg1"/>
              </a:buClr>
              <a:defRPr/>
            </a:pPr>
            <a:r>
              <a:rPr lang="en-US" dirty="0">
                <a:solidFill>
                  <a:schemeClr val="tx2">
                    <a:lumMod val="10000"/>
                  </a:schemeClr>
                </a:solidFill>
              </a:rPr>
              <a:t>Examples</a:t>
            </a:r>
          </a:p>
          <a:p>
            <a:pPr lvl="1" eaLnBrk="1" fontAlgn="auto" hangingPunct="1">
              <a:spcAft>
                <a:spcPts val="0"/>
              </a:spcAft>
              <a:buClr>
                <a:schemeClr val="bg1"/>
              </a:buClr>
              <a:defRPr/>
            </a:pPr>
            <a:r>
              <a:rPr lang="en-US" dirty="0">
                <a:solidFill>
                  <a:schemeClr val="tx2">
                    <a:lumMod val="10000"/>
                  </a:schemeClr>
                </a:solidFill>
              </a:rPr>
              <a:t>Challenges </a:t>
            </a:r>
          </a:p>
          <a:p>
            <a:pPr eaLnBrk="1" fontAlgn="auto" hangingPunct="1">
              <a:spcAft>
                <a:spcPts val="0"/>
              </a:spcAft>
              <a:defRPr/>
            </a:pPr>
            <a:r>
              <a:rPr lang="en-US" dirty="0">
                <a:solidFill>
                  <a:schemeClr val="tx2">
                    <a:lumMod val="10000"/>
                  </a:schemeClr>
                </a:solidFill>
              </a:rPr>
              <a:t>The OSI security architecture</a:t>
            </a:r>
          </a:p>
          <a:p>
            <a:pPr eaLnBrk="1" fontAlgn="auto" hangingPunct="1">
              <a:spcAft>
                <a:spcPts val="0"/>
              </a:spcAft>
              <a:defRPr/>
            </a:pPr>
            <a:r>
              <a:rPr lang="en-US" dirty="0">
                <a:solidFill>
                  <a:schemeClr val="tx2">
                    <a:lumMod val="10000"/>
                  </a:schemeClr>
                </a:solidFill>
              </a:rPr>
              <a:t>Security attacks</a:t>
            </a:r>
          </a:p>
          <a:p>
            <a:pPr lvl="1" eaLnBrk="1" fontAlgn="auto" hangingPunct="1">
              <a:spcAft>
                <a:spcPts val="0"/>
              </a:spcAft>
              <a:buClr>
                <a:schemeClr val="bg1"/>
              </a:buClr>
              <a:defRPr/>
            </a:pPr>
            <a:r>
              <a:rPr lang="en-US" dirty="0">
                <a:solidFill>
                  <a:schemeClr val="tx2">
                    <a:lumMod val="10000"/>
                  </a:schemeClr>
                </a:solidFill>
              </a:rPr>
              <a:t>Passive attacks</a:t>
            </a:r>
          </a:p>
          <a:p>
            <a:pPr lvl="1" eaLnBrk="1" fontAlgn="auto" hangingPunct="1">
              <a:spcAft>
                <a:spcPts val="0"/>
              </a:spcAft>
              <a:buClr>
                <a:schemeClr val="bg1"/>
              </a:buClr>
              <a:defRPr/>
            </a:pPr>
            <a:r>
              <a:rPr lang="en-US" dirty="0">
                <a:solidFill>
                  <a:schemeClr val="tx2">
                    <a:lumMod val="10000"/>
                  </a:schemeClr>
                </a:solidFill>
              </a:rPr>
              <a:t>Active attacks</a:t>
            </a:r>
            <a:endParaRPr lang="en-AU" dirty="0">
              <a:solidFill>
                <a:schemeClr val="tx2">
                  <a:lumMod val="10000"/>
                </a:schemeClr>
              </a:solidFill>
            </a:endParaRPr>
          </a:p>
        </p:txBody>
      </p:sp>
      <p:sp>
        <p:nvSpPr>
          <p:cNvPr id="76804" name="Content Placeholder 11"/>
          <p:cNvSpPr>
            <a:spLocks noGrp="1"/>
          </p:cNvSpPr>
          <p:nvPr>
            <p:ph sz="half" idx="4294967295"/>
          </p:nvPr>
        </p:nvSpPr>
        <p:spPr>
          <a:xfrm>
            <a:off x="4724400" y="1219200"/>
            <a:ext cx="3565525" cy="4724400"/>
          </a:xfrm>
          <a:prstGeom prst="rect">
            <a:avLst/>
          </a:prstGeom>
        </p:spPr>
        <p:txBody>
          <a:bodyPr/>
          <a:lstStyle/>
          <a:p>
            <a:pPr eaLnBrk="1" fontAlgn="auto" hangingPunct="1">
              <a:spcAft>
                <a:spcPts val="0"/>
              </a:spcAft>
              <a:defRPr/>
            </a:pPr>
            <a:r>
              <a:rPr lang="en-US" dirty="0">
                <a:solidFill>
                  <a:schemeClr val="tx2">
                    <a:lumMod val="10000"/>
                  </a:schemeClr>
                </a:solidFill>
              </a:rPr>
              <a:t>Security services</a:t>
            </a:r>
          </a:p>
          <a:p>
            <a:pPr lvl="1" eaLnBrk="1" fontAlgn="auto" hangingPunct="1">
              <a:spcAft>
                <a:spcPts val="0"/>
              </a:spcAft>
              <a:buClr>
                <a:schemeClr val="bg1"/>
              </a:buClr>
              <a:defRPr/>
            </a:pPr>
            <a:r>
              <a:rPr lang="en-US" dirty="0">
                <a:solidFill>
                  <a:schemeClr val="tx2">
                    <a:lumMod val="10000"/>
                  </a:schemeClr>
                </a:solidFill>
              </a:rPr>
              <a:t>Authentication</a:t>
            </a:r>
          </a:p>
          <a:p>
            <a:pPr lvl="1" eaLnBrk="1" fontAlgn="auto" hangingPunct="1">
              <a:spcAft>
                <a:spcPts val="0"/>
              </a:spcAft>
              <a:buClr>
                <a:schemeClr val="bg1"/>
              </a:buClr>
              <a:defRPr/>
            </a:pPr>
            <a:r>
              <a:rPr lang="en-US" dirty="0">
                <a:solidFill>
                  <a:schemeClr val="tx2">
                    <a:lumMod val="10000"/>
                  </a:schemeClr>
                </a:solidFill>
              </a:rPr>
              <a:t>Access control</a:t>
            </a:r>
          </a:p>
          <a:p>
            <a:pPr lvl="1" eaLnBrk="1" fontAlgn="auto" hangingPunct="1">
              <a:spcAft>
                <a:spcPts val="0"/>
              </a:spcAft>
              <a:buClr>
                <a:schemeClr val="bg1"/>
              </a:buClr>
              <a:defRPr/>
            </a:pPr>
            <a:r>
              <a:rPr lang="en-US" dirty="0">
                <a:solidFill>
                  <a:schemeClr val="tx2">
                    <a:lumMod val="10000"/>
                  </a:schemeClr>
                </a:solidFill>
              </a:rPr>
              <a:t>Data confidentiality</a:t>
            </a:r>
          </a:p>
          <a:p>
            <a:pPr lvl="1" eaLnBrk="1" fontAlgn="auto" hangingPunct="1">
              <a:spcAft>
                <a:spcPts val="0"/>
              </a:spcAft>
              <a:buClr>
                <a:schemeClr val="bg1"/>
              </a:buClr>
              <a:defRPr/>
            </a:pPr>
            <a:r>
              <a:rPr lang="en-US" dirty="0">
                <a:solidFill>
                  <a:schemeClr val="tx2">
                    <a:lumMod val="10000"/>
                  </a:schemeClr>
                </a:solidFill>
              </a:rPr>
              <a:t>Data integrity</a:t>
            </a:r>
          </a:p>
          <a:p>
            <a:pPr lvl="1" eaLnBrk="1" fontAlgn="auto" hangingPunct="1">
              <a:spcAft>
                <a:spcPts val="0"/>
              </a:spcAft>
              <a:buClr>
                <a:schemeClr val="bg1"/>
              </a:buClr>
              <a:defRPr/>
            </a:pPr>
            <a:r>
              <a:rPr lang="en-US" dirty="0">
                <a:solidFill>
                  <a:schemeClr val="tx2">
                    <a:lumMod val="10000"/>
                  </a:schemeClr>
                </a:solidFill>
              </a:rPr>
              <a:t>Nonrepudiation</a:t>
            </a:r>
          </a:p>
          <a:p>
            <a:pPr lvl="1" eaLnBrk="1" fontAlgn="auto" hangingPunct="1">
              <a:spcAft>
                <a:spcPts val="0"/>
              </a:spcAft>
              <a:buClr>
                <a:schemeClr val="bg1"/>
              </a:buClr>
              <a:defRPr/>
            </a:pPr>
            <a:r>
              <a:rPr lang="en-US" dirty="0">
                <a:solidFill>
                  <a:schemeClr val="tx2">
                    <a:lumMod val="10000"/>
                  </a:schemeClr>
                </a:solidFill>
              </a:rPr>
              <a:t>Availability service</a:t>
            </a:r>
          </a:p>
          <a:p>
            <a:pPr eaLnBrk="1" fontAlgn="auto" hangingPunct="1">
              <a:spcAft>
                <a:spcPts val="0"/>
              </a:spcAft>
              <a:defRPr/>
            </a:pPr>
            <a:r>
              <a:rPr lang="en-US" dirty="0">
                <a:solidFill>
                  <a:schemeClr val="tx2">
                    <a:lumMod val="10000"/>
                  </a:schemeClr>
                </a:solidFill>
              </a:rPr>
              <a:t>Security mechanisms</a:t>
            </a:r>
          </a:p>
          <a:p>
            <a:pPr eaLnBrk="1" fontAlgn="auto" hangingPunct="1">
              <a:spcAft>
                <a:spcPts val="0"/>
              </a:spcAft>
              <a:defRPr/>
            </a:pPr>
            <a:r>
              <a:rPr lang="en-US" dirty="0">
                <a:solidFill>
                  <a:schemeClr val="tx2">
                    <a:lumMod val="10000"/>
                  </a:schemeClr>
                </a:solidFill>
              </a:rPr>
              <a:t>Model for network security</a:t>
            </a:r>
          </a:p>
          <a:p>
            <a:pPr eaLnBrk="1" fontAlgn="auto" hangingPunct="1">
              <a:spcAft>
                <a:spcPts val="0"/>
              </a:spcAft>
              <a:defRPr/>
            </a:pPr>
            <a:r>
              <a:rPr lang="en-US" dirty="0">
                <a:solidFill>
                  <a:schemeClr val="tx2">
                    <a:lumMod val="10000"/>
                  </a:schemeClr>
                </a:solidFill>
              </a:rPr>
              <a:t>Standards </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0701" y="381000"/>
            <a:ext cx="7583488" cy="838200"/>
          </a:xfrm>
        </p:spPr>
        <p:txBody>
          <a:bodyPr/>
          <a:lstStyle/>
          <a:p>
            <a:r>
              <a:rPr lang="en-US" sz="4000" dirty="0"/>
              <a:t>Cryptographic Functions</a:t>
            </a:r>
          </a:p>
        </p:txBody>
      </p:sp>
      <p:sp>
        <p:nvSpPr>
          <p:cNvPr id="3" name="Footer Placeholder 2"/>
          <p:cNvSpPr>
            <a:spLocks noGrp="1"/>
          </p:cNvSpPr>
          <p:nvPr>
            <p:ph type="ftr" sz="quarter" idx="10"/>
          </p:nvPr>
        </p:nvSpPr>
        <p:spPr/>
        <p:txBody>
          <a:bodyPr/>
          <a:lstStyle/>
          <a:p>
            <a:pPr>
              <a:defRPr/>
            </a:pPr>
            <a:endParaRPr lang="en-US"/>
          </a:p>
        </p:txBody>
      </p:sp>
      <p:sp>
        <p:nvSpPr>
          <p:cNvPr id="4" name="Slide Number Placeholder 3"/>
          <p:cNvSpPr>
            <a:spLocks noGrp="1"/>
          </p:cNvSpPr>
          <p:nvPr>
            <p:ph type="sldNum" sz="quarter" idx="11"/>
          </p:nvPr>
        </p:nvSpPr>
        <p:spPr/>
        <p:txBody>
          <a:bodyPr/>
          <a:lstStyle/>
          <a:p>
            <a:pPr>
              <a:defRPr/>
            </a:pPr>
            <a:fld id="{3D1DDD1E-8083-4C2F-82FA-F0F2767FCC10}" type="slidenum">
              <a:rPr lang="en-US" smtClean="0"/>
              <a:pPr>
                <a:defRPr/>
              </a:pPr>
              <a:t>109</a:t>
            </a:fld>
            <a:endParaRPr lang="en-US" dirty="0"/>
          </a:p>
        </p:txBody>
      </p:sp>
      <p:sp>
        <p:nvSpPr>
          <p:cNvPr id="5" name="TextBox 4"/>
          <p:cNvSpPr txBox="1"/>
          <p:nvPr/>
        </p:nvSpPr>
        <p:spPr>
          <a:xfrm>
            <a:off x="604345" y="1447800"/>
            <a:ext cx="7696200" cy="1815882"/>
          </a:xfrm>
          <a:prstGeom prst="rect">
            <a:avLst/>
          </a:prstGeom>
          <a:noFill/>
        </p:spPr>
        <p:txBody>
          <a:bodyPr wrap="square" rtlCol="0">
            <a:spAutoFit/>
          </a:bodyPr>
          <a:lstStyle/>
          <a:p>
            <a:pPr marL="285750" indent="-285750">
              <a:buFont typeface="Wingdings" pitchFamily="2" charset="2"/>
              <a:buChar char="§"/>
            </a:pPr>
            <a:r>
              <a:rPr lang="en-US" sz="2800" dirty="0">
                <a:latin typeface="Tw Cen MT" pitchFamily="34" charset="0"/>
              </a:rPr>
              <a:t>A communication game</a:t>
            </a:r>
          </a:p>
          <a:p>
            <a:pPr marL="285750" indent="-285750">
              <a:buFont typeface="Wingdings" pitchFamily="2" charset="2"/>
              <a:buChar char="§"/>
            </a:pPr>
            <a:r>
              <a:rPr lang="en-US" sz="2800" dirty="0">
                <a:latin typeface="Tw Cen MT" pitchFamily="34" charset="0"/>
              </a:rPr>
              <a:t>Protocol</a:t>
            </a:r>
          </a:p>
          <a:p>
            <a:pPr marL="285750" indent="-285750">
              <a:buFont typeface="Wingdings" pitchFamily="2" charset="2"/>
              <a:buChar char="§"/>
            </a:pPr>
            <a:r>
              <a:rPr lang="en-US" sz="2800" dirty="0">
                <a:latin typeface="Tw Cen MT" pitchFamily="34" charset="0"/>
              </a:rPr>
              <a:t>Magic function</a:t>
            </a:r>
          </a:p>
          <a:p>
            <a:pPr marL="285750" indent="-285750">
              <a:buFont typeface="Wingdings" pitchFamily="2" charset="2"/>
              <a:buChar char="§"/>
            </a:pPr>
            <a:r>
              <a:rPr lang="en-US" sz="2800" dirty="0">
                <a:latin typeface="Tw Cen MT" pitchFamily="34" charset="0"/>
              </a:rPr>
              <a:t>Cryptographic functions</a:t>
            </a:r>
          </a:p>
        </p:txBody>
      </p:sp>
    </p:spTree>
    <p:extLst>
      <p:ext uri="{BB962C8B-B14F-4D97-AF65-F5344CB8AC3E}">
        <p14:creationId xmlns:p14="http://schemas.microsoft.com/office/powerpoint/2010/main" val="12239385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0701" y="381000"/>
            <a:ext cx="7583488" cy="838200"/>
          </a:xfrm>
        </p:spPr>
        <p:txBody>
          <a:bodyPr/>
          <a:lstStyle/>
          <a:p>
            <a:r>
              <a:rPr lang="en-US" sz="4000" dirty="0"/>
              <a:t>Cryptographic Functions</a:t>
            </a:r>
          </a:p>
        </p:txBody>
      </p:sp>
      <p:sp>
        <p:nvSpPr>
          <p:cNvPr id="3" name="Footer Placeholder 2"/>
          <p:cNvSpPr>
            <a:spLocks noGrp="1"/>
          </p:cNvSpPr>
          <p:nvPr>
            <p:ph type="ftr" sz="quarter" idx="10"/>
          </p:nvPr>
        </p:nvSpPr>
        <p:spPr/>
        <p:txBody>
          <a:bodyPr/>
          <a:lstStyle/>
          <a:p>
            <a:pPr>
              <a:defRPr/>
            </a:pPr>
            <a:endParaRPr lang="en-US"/>
          </a:p>
        </p:txBody>
      </p:sp>
      <p:sp>
        <p:nvSpPr>
          <p:cNvPr id="4" name="Slide Number Placeholder 3"/>
          <p:cNvSpPr>
            <a:spLocks noGrp="1"/>
          </p:cNvSpPr>
          <p:nvPr>
            <p:ph type="sldNum" sz="quarter" idx="11"/>
          </p:nvPr>
        </p:nvSpPr>
        <p:spPr/>
        <p:txBody>
          <a:bodyPr/>
          <a:lstStyle/>
          <a:p>
            <a:pPr>
              <a:defRPr/>
            </a:pPr>
            <a:fld id="{3D1DDD1E-8083-4C2F-82FA-F0F2767FCC10}" type="slidenum">
              <a:rPr lang="en-US" smtClean="0"/>
              <a:pPr>
                <a:defRPr/>
              </a:pPr>
              <a:t>110</a:t>
            </a:fld>
            <a:endParaRPr lang="en-US" dirty="0"/>
          </a:p>
        </p:txBody>
      </p:sp>
      <p:sp>
        <p:nvSpPr>
          <p:cNvPr id="5" name="TextBox 4"/>
          <p:cNvSpPr txBox="1"/>
          <p:nvPr/>
        </p:nvSpPr>
        <p:spPr>
          <a:xfrm>
            <a:off x="838200" y="1676400"/>
            <a:ext cx="7696200" cy="2246769"/>
          </a:xfrm>
          <a:prstGeom prst="rect">
            <a:avLst/>
          </a:prstGeom>
          <a:noFill/>
        </p:spPr>
        <p:txBody>
          <a:bodyPr wrap="square" rtlCol="0">
            <a:spAutoFit/>
          </a:bodyPr>
          <a:lstStyle/>
          <a:p>
            <a:pPr marL="285750" indent="-285750">
              <a:buFont typeface="Wingdings" pitchFamily="2" charset="2"/>
              <a:buChar char="§"/>
            </a:pPr>
            <a:r>
              <a:rPr lang="en-US" sz="2800" dirty="0">
                <a:latin typeface="Tw Cen MT" pitchFamily="34" charset="0"/>
              </a:rPr>
              <a:t>Alice and Bob are two parties</a:t>
            </a:r>
          </a:p>
          <a:p>
            <a:pPr marL="285750" indent="-285750">
              <a:buFont typeface="Wingdings" pitchFamily="2" charset="2"/>
              <a:buChar char="§"/>
            </a:pPr>
            <a:r>
              <a:rPr lang="en-US" sz="2800" dirty="0">
                <a:latin typeface="Tw Cen MT" pitchFamily="34" charset="0"/>
              </a:rPr>
              <a:t>Want to go for dinner</a:t>
            </a:r>
          </a:p>
          <a:p>
            <a:pPr marL="285750" indent="-285750">
              <a:buFont typeface="Wingdings" pitchFamily="2" charset="2"/>
              <a:buChar char="§"/>
            </a:pPr>
            <a:r>
              <a:rPr lang="en-US" sz="2800" dirty="0">
                <a:latin typeface="Tw Cen MT" pitchFamily="34" charset="0"/>
              </a:rPr>
              <a:t>Alice for Chinese,  Bob for  Japanese</a:t>
            </a:r>
          </a:p>
          <a:p>
            <a:pPr marL="285750" indent="-285750">
              <a:buFont typeface="Wingdings" pitchFamily="2" charset="2"/>
              <a:buChar char="§"/>
            </a:pPr>
            <a:r>
              <a:rPr lang="en-US" sz="2800" dirty="0">
                <a:latin typeface="Tw Cen MT" pitchFamily="34" charset="0"/>
              </a:rPr>
              <a:t>How to resolve?</a:t>
            </a:r>
          </a:p>
          <a:p>
            <a:endParaRPr lang="en-US" sz="2800" dirty="0">
              <a:latin typeface="Tw Cen MT" pitchFamily="34" charset="0"/>
            </a:endParaRPr>
          </a:p>
        </p:txBody>
      </p:sp>
    </p:spTree>
    <p:extLst>
      <p:ext uri="{BB962C8B-B14F-4D97-AF65-F5344CB8AC3E}">
        <p14:creationId xmlns:p14="http://schemas.microsoft.com/office/powerpoint/2010/main" val="184614770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0701" y="381000"/>
            <a:ext cx="7583488" cy="838200"/>
          </a:xfrm>
        </p:spPr>
        <p:txBody>
          <a:bodyPr/>
          <a:lstStyle/>
          <a:p>
            <a:r>
              <a:rPr lang="en-US" sz="4000" dirty="0"/>
              <a:t>Use of Unbiased Coin</a:t>
            </a:r>
          </a:p>
        </p:txBody>
      </p:sp>
      <p:sp>
        <p:nvSpPr>
          <p:cNvPr id="3" name="Footer Placeholder 2"/>
          <p:cNvSpPr>
            <a:spLocks noGrp="1"/>
          </p:cNvSpPr>
          <p:nvPr>
            <p:ph type="ftr" sz="quarter" idx="10"/>
          </p:nvPr>
        </p:nvSpPr>
        <p:spPr/>
        <p:txBody>
          <a:bodyPr/>
          <a:lstStyle/>
          <a:p>
            <a:pPr>
              <a:defRPr/>
            </a:pPr>
            <a:endParaRPr lang="en-US"/>
          </a:p>
        </p:txBody>
      </p:sp>
      <p:sp>
        <p:nvSpPr>
          <p:cNvPr id="4" name="Slide Number Placeholder 3"/>
          <p:cNvSpPr>
            <a:spLocks noGrp="1"/>
          </p:cNvSpPr>
          <p:nvPr>
            <p:ph type="sldNum" sz="quarter" idx="11"/>
          </p:nvPr>
        </p:nvSpPr>
        <p:spPr/>
        <p:txBody>
          <a:bodyPr/>
          <a:lstStyle/>
          <a:p>
            <a:pPr>
              <a:defRPr/>
            </a:pPr>
            <a:fld id="{3D1DDD1E-8083-4C2F-82FA-F0F2767FCC10}" type="slidenum">
              <a:rPr lang="en-US" smtClean="0"/>
              <a:pPr>
                <a:defRPr/>
              </a:pPr>
              <a:t>111</a:t>
            </a:fld>
            <a:endParaRPr lang="en-US" dirty="0"/>
          </a:p>
        </p:txBody>
      </p:sp>
      <p:sp>
        <p:nvSpPr>
          <p:cNvPr id="5" name="TextBox 4"/>
          <p:cNvSpPr txBox="1"/>
          <p:nvPr/>
        </p:nvSpPr>
        <p:spPr>
          <a:xfrm>
            <a:off x="838200" y="1676400"/>
            <a:ext cx="7696200" cy="4524315"/>
          </a:xfrm>
          <a:prstGeom prst="rect">
            <a:avLst/>
          </a:prstGeom>
          <a:noFill/>
        </p:spPr>
        <p:txBody>
          <a:bodyPr wrap="square" rtlCol="0">
            <a:spAutoFit/>
          </a:bodyPr>
          <a:lstStyle/>
          <a:p>
            <a:pPr marL="285750" indent="-285750" algn="just">
              <a:buFont typeface="Wingdings" pitchFamily="2" charset="2"/>
              <a:buChar char="§"/>
            </a:pPr>
            <a:r>
              <a:rPr lang="en-US" sz="2400" dirty="0">
                <a:latin typeface="Tw Cen MT" pitchFamily="34" charset="0"/>
              </a:rPr>
              <a:t>Alice tosses an unbiased coin with her hands covering, asks Bob of his choice: </a:t>
            </a:r>
            <a:r>
              <a:rPr lang="en-US" sz="2400" dirty="0">
                <a:solidFill>
                  <a:srgbClr val="FF0000"/>
                </a:solidFill>
                <a:latin typeface="Tw Cen MT" pitchFamily="34" charset="0"/>
              </a:rPr>
              <a:t>HEADS</a:t>
            </a:r>
            <a:r>
              <a:rPr lang="en-US" sz="2400" dirty="0">
                <a:latin typeface="Tw Cen MT" pitchFamily="34" charset="0"/>
              </a:rPr>
              <a:t> or </a:t>
            </a:r>
            <a:r>
              <a:rPr lang="en-US" sz="2400" dirty="0">
                <a:solidFill>
                  <a:srgbClr val="FF0000"/>
                </a:solidFill>
                <a:latin typeface="Tw Cen MT" pitchFamily="34" charset="0"/>
              </a:rPr>
              <a:t>TAILS</a:t>
            </a:r>
          </a:p>
          <a:p>
            <a:pPr marL="285750" indent="-285750" algn="just">
              <a:buFont typeface="Wingdings" pitchFamily="2" charset="2"/>
              <a:buChar char="§"/>
            </a:pPr>
            <a:endParaRPr lang="en-US" sz="2400" dirty="0">
              <a:solidFill>
                <a:srgbClr val="FF0000"/>
              </a:solidFill>
              <a:latin typeface="Tw Cen MT" pitchFamily="34" charset="0"/>
            </a:endParaRPr>
          </a:p>
          <a:p>
            <a:pPr marL="285750" indent="-285750" algn="just">
              <a:buFont typeface="Wingdings" pitchFamily="2" charset="2"/>
              <a:buChar char="§"/>
            </a:pPr>
            <a:r>
              <a:rPr lang="en-US" sz="2400" dirty="0">
                <a:latin typeface="Tw Cen MT" pitchFamily="34" charset="0"/>
              </a:rPr>
              <a:t>If Bob’s choice matches with the outcome of the toss, they go for Japanese food</a:t>
            </a:r>
          </a:p>
          <a:p>
            <a:pPr marL="285750" indent="-285750" algn="just">
              <a:buFont typeface="Wingdings" pitchFamily="2" charset="2"/>
              <a:buChar char="§"/>
            </a:pPr>
            <a:endParaRPr lang="en-US" sz="2400" dirty="0">
              <a:latin typeface="Tw Cen MT" pitchFamily="34" charset="0"/>
            </a:endParaRPr>
          </a:p>
          <a:p>
            <a:pPr marL="285750" indent="-285750" algn="just">
              <a:buFont typeface="Wingdings" pitchFamily="2" charset="2"/>
              <a:buChar char="§"/>
            </a:pPr>
            <a:r>
              <a:rPr lang="en-US" sz="2400" dirty="0">
                <a:latin typeface="Tw Cen MT" pitchFamily="34" charset="0"/>
              </a:rPr>
              <a:t>Consider the situation when they are far apart</a:t>
            </a:r>
          </a:p>
          <a:p>
            <a:pPr marL="285750" indent="-285750" algn="just">
              <a:buFont typeface="Wingdings" pitchFamily="2" charset="2"/>
              <a:buChar char="§"/>
            </a:pPr>
            <a:endParaRPr lang="en-US" sz="2400" dirty="0">
              <a:latin typeface="Tw Cen MT" pitchFamily="34" charset="0"/>
            </a:endParaRPr>
          </a:p>
          <a:p>
            <a:pPr marL="285750" indent="-285750" algn="just">
              <a:buFont typeface="Wingdings" pitchFamily="2" charset="2"/>
              <a:buChar char="§"/>
            </a:pPr>
            <a:r>
              <a:rPr lang="en-US" sz="2400" dirty="0">
                <a:latin typeface="Tw Cen MT" pitchFamily="34" charset="0"/>
              </a:rPr>
              <a:t>They can communicate with a telephone</a:t>
            </a:r>
          </a:p>
          <a:p>
            <a:pPr marL="285750" indent="-285750" algn="just">
              <a:buFont typeface="Wingdings" pitchFamily="2" charset="2"/>
              <a:buChar char="§"/>
            </a:pPr>
            <a:endParaRPr lang="en-US" sz="2400" dirty="0">
              <a:latin typeface="Tw Cen MT" pitchFamily="34" charset="0"/>
            </a:endParaRPr>
          </a:p>
          <a:p>
            <a:pPr marL="285750" indent="-285750" algn="just">
              <a:buFont typeface="Wingdings" pitchFamily="2" charset="2"/>
              <a:buChar char="§"/>
            </a:pPr>
            <a:r>
              <a:rPr lang="en-US" sz="2400" dirty="0">
                <a:solidFill>
                  <a:srgbClr val="C00000"/>
                </a:solidFill>
                <a:latin typeface="Tw Cen MT" pitchFamily="34" charset="0"/>
              </a:rPr>
              <a:t>What is the problem?</a:t>
            </a:r>
          </a:p>
          <a:p>
            <a:pPr algn="just"/>
            <a:endParaRPr lang="en-US" sz="2400" dirty="0">
              <a:latin typeface="Tw Cen MT" pitchFamily="34" charset="0"/>
            </a:endParaRPr>
          </a:p>
        </p:txBody>
      </p:sp>
    </p:spTree>
    <p:extLst>
      <p:ext uri="{BB962C8B-B14F-4D97-AF65-F5344CB8AC3E}">
        <p14:creationId xmlns:p14="http://schemas.microsoft.com/office/powerpoint/2010/main" val="83885841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0701" y="381000"/>
            <a:ext cx="7583488" cy="838200"/>
          </a:xfrm>
        </p:spPr>
        <p:txBody>
          <a:bodyPr/>
          <a:lstStyle/>
          <a:p>
            <a:r>
              <a:rPr lang="en-US" sz="4000" dirty="0"/>
              <a:t>Problem of Trust</a:t>
            </a:r>
          </a:p>
        </p:txBody>
      </p:sp>
      <p:sp>
        <p:nvSpPr>
          <p:cNvPr id="3" name="Footer Placeholder 2"/>
          <p:cNvSpPr>
            <a:spLocks noGrp="1"/>
          </p:cNvSpPr>
          <p:nvPr>
            <p:ph type="ftr" sz="quarter" idx="10"/>
          </p:nvPr>
        </p:nvSpPr>
        <p:spPr/>
        <p:txBody>
          <a:bodyPr/>
          <a:lstStyle/>
          <a:p>
            <a:pPr>
              <a:defRPr/>
            </a:pPr>
            <a:endParaRPr lang="en-US"/>
          </a:p>
        </p:txBody>
      </p:sp>
      <p:sp>
        <p:nvSpPr>
          <p:cNvPr id="4" name="Slide Number Placeholder 3"/>
          <p:cNvSpPr>
            <a:spLocks noGrp="1"/>
          </p:cNvSpPr>
          <p:nvPr>
            <p:ph type="sldNum" sz="quarter" idx="11"/>
          </p:nvPr>
        </p:nvSpPr>
        <p:spPr/>
        <p:txBody>
          <a:bodyPr/>
          <a:lstStyle/>
          <a:p>
            <a:pPr>
              <a:defRPr/>
            </a:pPr>
            <a:fld id="{3D1DDD1E-8083-4C2F-82FA-F0F2767FCC10}" type="slidenum">
              <a:rPr lang="en-US" smtClean="0"/>
              <a:pPr>
                <a:defRPr/>
              </a:pPr>
              <a:t>112</a:t>
            </a:fld>
            <a:endParaRPr lang="en-US" dirty="0"/>
          </a:p>
        </p:txBody>
      </p:sp>
      <p:sp>
        <p:nvSpPr>
          <p:cNvPr id="5" name="TextBox 4"/>
          <p:cNvSpPr txBox="1"/>
          <p:nvPr/>
        </p:nvSpPr>
        <p:spPr>
          <a:xfrm>
            <a:off x="838200" y="1676400"/>
            <a:ext cx="7696200" cy="3416320"/>
          </a:xfrm>
          <a:prstGeom prst="rect">
            <a:avLst/>
          </a:prstGeom>
          <a:noFill/>
        </p:spPr>
        <p:txBody>
          <a:bodyPr wrap="square" rtlCol="0">
            <a:spAutoFit/>
          </a:bodyPr>
          <a:lstStyle/>
          <a:p>
            <a:pPr marL="285750" indent="-285750" algn="just">
              <a:buFont typeface="Wingdings" pitchFamily="2" charset="2"/>
              <a:buChar char="§"/>
            </a:pPr>
            <a:r>
              <a:rPr lang="en-US" sz="2400" dirty="0">
                <a:latin typeface="Tw Cen MT" pitchFamily="34" charset="0"/>
              </a:rPr>
              <a:t>Bob can not trust Alice, as Alice can tell a lie:</a:t>
            </a:r>
          </a:p>
          <a:p>
            <a:pPr marL="742950" lvl="1" indent="-285750" algn="just">
              <a:buFont typeface="Wingdings" pitchFamily="2" charset="2"/>
              <a:buChar char="§"/>
            </a:pPr>
            <a:r>
              <a:rPr lang="en-US" sz="2400" dirty="0">
                <a:solidFill>
                  <a:srgbClr val="C00000"/>
                </a:solidFill>
                <a:latin typeface="Tw Cen MT" pitchFamily="34" charset="0"/>
              </a:rPr>
              <a:t>How do we solve the problem</a:t>
            </a:r>
          </a:p>
          <a:p>
            <a:pPr marL="742950" lvl="1" indent="-285750" algn="just">
              <a:buFont typeface="Wingdings" pitchFamily="2" charset="2"/>
              <a:buChar char="§"/>
            </a:pPr>
            <a:endParaRPr lang="en-US" sz="2400" dirty="0">
              <a:solidFill>
                <a:srgbClr val="C00000"/>
              </a:solidFill>
              <a:latin typeface="Tw Cen MT" pitchFamily="34" charset="0"/>
            </a:endParaRPr>
          </a:p>
          <a:p>
            <a:pPr marL="285750" indent="-285750" algn="just">
              <a:buFont typeface="Wingdings" pitchFamily="2" charset="2"/>
              <a:buChar char="§"/>
            </a:pPr>
            <a:r>
              <a:rPr lang="en-US" sz="2400" dirty="0">
                <a:latin typeface="Tw Cen MT" pitchFamily="34" charset="0"/>
              </a:rPr>
              <a:t>Solution to these kind of multi-party(plural number of players) problem are called technically “protocols”</a:t>
            </a:r>
          </a:p>
          <a:p>
            <a:pPr marL="285750" indent="-285750" algn="just">
              <a:buFont typeface="Wingdings" pitchFamily="2" charset="2"/>
              <a:buChar char="§"/>
            </a:pPr>
            <a:endParaRPr lang="en-US" sz="2400" dirty="0">
              <a:latin typeface="Tw Cen MT" pitchFamily="34" charset="0"/>
            </a:endParaRPr>
          </a:p>
          <a:p>
            <a:pPr marL="285750" indent="-285750" algn="just">
              <a:buFont typeface="Wingdings" pitchFamily="2" charset="2"/>
              <a:buChar char="§"/>
            </a:pPr>
            <a:r>
              <a:rPr lang="en-US" sz="2400" dirty="0">
                <a:latin typeface="Tw Cen MT" pitchFamily="34" charset="0"/>
              </a:rPr>
              <a:t>In order to resolve the problem, they engage “</a:t>
            </a:r>
            <a:r>
              <a:rPr lang="en-US" sz="2400" dirty="0">
                <a:solidFill>
                  <a:srgbClr val="FF0000"/>
                </a:solidFill>
                <a:latin typeface="Tw Cen MT" pitchFamily="34" charset="0"/>
              </a:rPr>
              <a:t>a protocol</a:t>
            </a:r>
            <a:r>
              <a:rPr lang="en-US" sz="2400" dirty="0">
                <a:latin typeface="Tw Cen MT" pitchFamily="34" charset="0"/>
              </a:rPr>
              <a:t>”</a:t>
            </a:r>
          </a:p>
          <a:p>
            <a:pPr marL="285750" indent="-285750" algn="just">
              <a:buFont typeface="Wingdings" pitchFamily="2" charset="2"/>
              <a:buChar char="§"/>
            </a:pPr>
            <a:endParaRPr lang="en-US" sz="2400" dirty="0">
              <a:latin typeface="Tw Cen MT" pitchFamily="34" charset="0"/>
            </a:endParaRPr>
          </a:p>
          <a:p>
            <a:pPr marL="800100" lvl="1" indent="-342900" algn="just">
              <a:buFont typeface="Wingdings" pitchFamily="2" charset="2"/>
              <a:buChar char="§"/>
            </a:pPr>
            <a:r>
              <a:rPr lang="en-US" sz="2400" dirty="0">
                <a:solidFill>
                  <a:srgbClr val="0099CC"/>
                </a:solidFill>
                <a:latin typeface="Tw Cen MT" pitchFamily="34" charset="0"/>
              </a:rPr>
              <a:t>They use a magic function, f(x)</a:t>
            </a:r>
          </a:p>
        </p:txBody>
      </p:sp>
    </p:spTree>
    <p:extLst>
      <p:ext uri="{BB962C8B-B14F-4D97-AF65-F5344CB8AC3E}">
        <p14:creationId xmlns:p14="http://schemas.microsoft.com/office/powerpoint/2010/main" val="54184726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0701" y="381000"/>
            <a:ext cx="7583488" cy="838200"/>
          </a:xfrm>
        </p:spPr>
        <p:txBody>
          <a:bodyPr/>
          <a:lstStyle/>
          <a:p>
            <a:r>
              <a:rPr lang="en-US" sz="4000" dirty="0"/>
              <a:t>The Protocol</a:t>
            </a:r>
          </a:p>
        </p:txBody>
      </p:sp>
      <p:sp>
        <p:nvSpPr>
          <p:cNvPr id="3" name="Footer Placeholder 2"/>
          <p:cNvSpPr>
            <a:spLocks noGrp="1"/>
          </p:cNvSpPr>
          <p:nvPr>
            <p:ph type="ftr" sz="quarter" idx="10"/>
          </p:nvPr>
        </p:nvSpPr>
        <p:spPr/>
        <p:txBody>
          <a:bodyPr/>
          <a:lstStyle/>
          <a:p>
            <a:pPr>
              <a:defRPr/>
            </a:pPr>
            <a:endParaRPr lang="en-US"/>
          </a:p>
        </p:txBody>
      </p:sp>
      <p:sp>
        <p:nvSpPr>
          <p:cNvPr id="4" name="Slide Number Placeholder 3"/>
          <p:cNvSpPr>
            <a:spLocks noGrp="1"/>
          </p:cNvSpPr>
          <p:nvPr>
            <p:ph type="sldNum" sz="quarter" idx="11"/>
          </p:nvPr>
        </p:nvSpPr>
        <p:spPr/>
        <p:txBody>
          <a:bodyPr/>
          <a:lstStyle/>
          <a:p>
            <a:pPr>
              <a:defRPr/>
            </a:pPr>
            <a:fld id="{3D1DDD1E-8083-4C2F-82FA-F0F2767FCC10}" type="slidenum">
              <a:rPr lang="en-US" smtClean="0"/>
              <a:pPr>
                <a:defRPr/>
              </a:pPr>
              <a:t>113</a:t>
            </a:fld>
            <a:endParaRPr lang="en-US" dirty="0"/>
          </a:p>
        </p:txBody>
      </p:sp>
      <p:sp>
        <p:nvSpPr>
          <p:cNvPr id="5" name="TextBox 4"/>
          <p:cNvSpPr txBox="1"/>
          <p:nvPr/>
        </p:nvSpPr>
        <p:spPr>
          <a:xfrm>
            <a:off x="838200" y="1676400"/>
            <a:ext cx="7696200" cy="2308324"/>
          </a:xfrm>
          <a:prstGeom prst="rect">
            <a:avLst/>
          </a:prstGeom>
          <a:noFill/>
        </p:spPr>
        <p:txBody>
          <a:bodyPr wrap="square" rtlCol="0">
            <a:spAutoFit/>
          </a:bodyPr>
          <a:lstStyle/>
          <a:p>
            <a:pPr marL="285750" indent="-285750" algn="just">
              <a:buFont typeface="Wingdings" pitchFamily="2" charset="2"/>
              <a:buChar char="§"/>
            </a:pPr>
            <a:r>
              <a:rPr lang="en-US" sz="2400" dirty="0">
                <a:latin typeface="Tw Cen MT" pitchFamily="34" charset="0"/>
              </a:rPr>
              <a:t>Both of them agree on the function f(x)</a:t>
            </a:r>
          </a:p>
          <a:p>
            <a:pPr marL="285750" indent="-285750" algn="just">
              <a:buFont typeface="Wingdings" pitchFamily="2" charset="2"/>
              <a:buChar char="§"/>
            </a:pPr>
            <a:endParaRPr lang="en-US" sz="2400" dirty="0">
              <a:solidFill>
                <a:srgbClr val="C00000"/>
              </a:solidFill>
              <a:latin typeface="Tw Cen MT" pitchFamily="34" charset="0"/>
            </a:endParaRPr>
          </a:p>
          <a:p>
            <a:pPr marL="285750" indent="-285750" algn="just">
              <a:buFont typeface="Wingdings" pitchFamily="2" charset="2"/>
              <a:buChar char="§"/>
            </a:pPr>
            <a:r>
              <a:rPr lang="en-US" sz="2400" dirty="0">
                <a:latin typeface="Tw Cen MT" pitchFamily="34" charset="0"/>
              </a:rPr>
              <a:t>An even number x represents HEAD</a:t>
            </a:r>
          </a:p>
          <a:p>
            <a:pPr marL="285750" indent="-285750" algn="just">
              <a:buFont typeface="Wingdings" pitchFamily="2" charset="2"/>
              <a:buChar char="§"/>
            </a:pPr>
            <a:endParaRPr lang="en-US" sz="2400" dirty="0">
              <a:latin typeface="Tw Cen MT" pitchFamily="34" charset="0"/>
            </a:endParaRPr>
          </a:p>
          <a:p>
            <a:pPr marL="285750" indent="-285750" algn="just">
              <a:buFont typeface="Wingdings" pitchFamily="2" charset="2"/>
              <a:buChar char="§"/>
            </a:pPr>
            <a:r>
              <a:rPr lang="en-US" sz="2400" dirty="0">
                <a:latin typeface="Tw Cen MT" pitchFamily="34" charset="0"/>
              </a:rPr>
              <a:t>An  odd number x represents TAIL</a:t>
            </a:r>
          </a:p>
          <a:p>
            <a:pPr marL="285750" indent="-285750" algn="just">
              <a:buFont typeface="Wingdings" pitchFamily="2" charset="2"/>
              <a:buChar char="§"/>
            </a:pPr>
            <a:endParaRPr lang="en-US" sz="2400" dirty="0">
              <a:latin typeface="Tw Cen MT" pitchFamily="34" charset="0"/>
            </a:endParaRPr>
          </a:p>
        </p:txBody>
      </p:sp>
    </p:spTree>
    <p:extLst>
      <p:ext uri="{BB962C8B-B14F-4D97-AF65-F5344CB8AC3E}">
        <p14:creationId xmlns:p14="http://schemas.microsoft.com/office/powerpoint/2010/main" val="149975717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0701" y="381000"/>
            <a:ext cx="7583488" cy="838200"/>
          </a:xfrm>
        </p:spPr>
        <p:txBody>
          <a:bodyPr/>
          <a:lstStyle/>
          <a:p>
            <a:r>
              <a:rPr lang="en-US" sz="4000" dirty="0"/>
              <a:t>The Protocol</a:t>
            </a:r>
          </a:p>
        </p:txBody>
      </p:sp>
      <p:sp>
        <p:nvSpPr>
          <p:cNvPr id="3" name="Footer Placeholder 2"/>
          <p:cNvSpPr>
            <a:spLocks noGrp="1"/>
          </p:cNvSpPr>
          <p:nvPr>
            <p:ph type="ftr" sz="quarter" idx="10"/>
          </p:nvPr>
        </p:nvSpPr>
        <p:spPr/>
        <p:txBody>
          <a:bodyPr/>
          <a:lstStyle/>
          <a:p>
            <a:pPr>
              <a:defRPr/>
            </a:pPr>
            <a:endParaRPr lang="en-US"/>
          </a:p>
        </p:txBody>
      </p:sp>
      <p:sp>
        <p:nvSpPr>
          <p:cNvPr id="4" name="Slide Number Placeholder 3"/>
          <p:cNvSpPr>
            <a:spLocks noGrp="1"/>
          </p:cNvSpPr>
          <p:nvPr>
            <p:ph type="sldNum" sz="quarter" idx="11"/>
          </p:nvPr>
        </p:nvSpPr>
        <p:spPr/>
        <p:txBody>
          <a:bodyPr/>
          <a:lstStyle/>
          <a:p>
            <a:pPr>
              <a:defRPr/>
            </a:pPr>
            <a:fld id="{3D1DDD1E-8083-4C2F-82FA-F0F2767FCC10}" type="slidenum">
              <a:rPr lang="en-US" smtClean="0"/>
              <a:pPr>
                <a:defRPr/>
              </a:pPr>
              <a:t>114</a:t>
            </a:fld>
            <a:endParaRPr lang="en-US" dirty="0"/>
          </a:p>
        </p:txBody>
      </p:sp>
      <p:sp>
        <p:nvSpPr>
          <p:cNvPr id="5" name="TextBox 4"/>
          <p:cNvSpPr txBox="1"/>
          <p:nvPr/>
        </p:nvSpPr>
        <p:spPr>
          <a:xfrm>
            <a:off x="838200" y="1676400"/>
            <a:ext cx="7696200" cy="2308324"/>
          </a:xfrm>
          <a:prstGeom prst="rect">
            <a:avLst/>
          </a:prstGeom>
          <a:noFill/>
        </p:spPr>
        <p:txBody>
          <a:bodyPr wrap="square" rtlCol="0">
            <a:spAutoFit/>
          </a:bodyPr>
          <a:lstStyle/>
          <a:p>
            <a:pPr marL="285750" indent="-285750" algn="just">
              <a:buFont typeface="Wingdings" pitchFamily="2" charset="2"/>
              <a:buChar char="§"/>
            </a:pPr>
            <a:r>
              <a:rPr lang="en-US" sz="2400" dirty="0">
                <a:latin typeface="Tw Cen MT" pitchFamily="34" charset="0"/>
              </a:rPr>
              <a:t>Both of them agree on the function f(x)</a:t>
            </a:r>
          </a:p>
          <a:p>
            <a:pPr marL="285750" indent="-285750" algn="just">
              <a:buFont typeface="Wingdings" pitchFamily="2" charset="2"/>
              <a:buChar char="§"/>
            </a:pPr>
            <a:endParaRPr lang="en-US" sz="2400" dirty="0">
              <a:solidFill>
                <a:srgbClr val="C00000"/>
              </a:solidFill>
              <a:latin typeface="Tw Cen MT" pitchFamily="34" charset="0"/>
            </a:endParaRPr>
          </a:p>
          <a:p>
            <a:pPr marL="285750" indent="-285750" algn="just">
              <a:buFont typeface="Wingdings" pitchFamily="2" charset="2"/>
              <a:buChar char="§"/>
            </a:pPr>
            <a:r>
              <a:rPr lang="en-US" sz="2400" dirty="0">
                <a:latin typeface="Tw Cen MT" pitchFamily="34" charset="0"/>
              </a:rPr>
              <a:t>An even number x represents HEAD</a:t>
            </a:r>
          </a:p>
          <a:p>
            <a:pPr marL="285750" indent="-285750" algn="just">
              <a:buFont typeface="Wingdings" pitchFamily="2" charset="2"/>
              <a:buChar char="§"/>
            </a:pPr>
            <a:endParaRPr lang="en-US" sz="2400" dirty="0">
              <a:latin typeface="Tw Cen MT" pitchFamily="34" charset="0"/>
            </a:endParaRPr>
          </a:p>
          <a:p>
            <a:pPr marL="285750" indent="-285750" algn="just">
              <a:buFont typeface="Wingdings" pitchFamily="2" charset="2"/>
              <a:buChar char="§"/>
            </a:pPr>
            <a:r>
              <a:rPr lang="en-US" sz="2400" dirty="0">
                <a:latin typeface="Tw Cen MT" pitchFamily="34" charset="0"/>
              </a:rPr>
              <a:t>An  odd number x represents TAIL</a:t>
            </a:r>
          </a:p>
          <a:p>
            <a:pPr marL="285750" indent="-285750" algn="just">
              <a:buFont typeface="Wingdings" pitchFamily="2" charset="2"/>
              <a:buChar char="§"/>
            </a:pPr>
            <a:endParaRPr lang="en-US" sz="2400" dirty="0">
              <a:latin typeface="Tw Cen MT" pitchFamily="34" charset="0"/>
            </a:endParaRPr>
          </a:p>
        </p:txBody>
      </p:sp>
    </p:spTree>
    <p:extLst>
      <p:ext uri="{BB962C8B-B14F-4D97-AF65-F5344CB8AC3E}">
        <p14:creationId xmlns:p14="http://schemas.microsoft.com/office/powerpoint/2010/main" val="201268243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0701" y="381000"/>
            <a:ext cx="7583488" cy="838200"/>
          </a:xfrm>
        </p:spPr>
        <p:txBody>
          <a:bodyPr/>
          <a:lstStyle/>
          <a:p>
            <a:r>
              <a:rPr lang="en-US" sz="4000" dirty="0"/>
              <a:t>Problem of Trust</a:t>
            </a:r>
          </a:p>
        </p:txBody>
      </p:sp>
      <p:sp>
        <p:nvSpPr>
          <p:cNvPr id="4" name="Slide Number Placeholder 3"/>
          <p:cNvSpPr>
            <a:spLocks noGrp="1"/>
          </p:cNvSpPr>
          <p:nvPr>
            <p:ph type="sldNum" sz="quarter" idx="11"/>
          </p:nvPr>
        </p:nvSpPr>
        <p:spPr/>
        <p:txBody>
          <a:bodyPr/>
          <a:lstStyle/>
          <a:p>
            <a:pPr>
              <a:defRPr/>
            </a:pPr>
            <a:fld id="{3D1DDD1E-8083-4C2F-82FA-F0F2767FCC10}" type="slidenum">
              <a:rPr lang="en-US" smtClean="0"/>
              <a:pPr>
                <a:defRPr/>
              </a:pPr>
              <a:t>115</a:t>
            </a:fld>
            <a:endParaRPr lang="en-US" dirty="0"/>
          </a:p>
        </p:txBody>
      </p:sp>
      <p:pic>
        <p:nvPicPr>
          <p:cNvPr id="1026" name="Picture 2"/>
          <p:cNvPicPr>
            <a:picLocks noChangeAspect="1" noChangeArrowheads="1"/>
          </p:cNvPicPr>
          <p:nvPr/>
        </p:nvPicPr>
        <p:blipFill>
          <a:blip r:embed="rId2">
            <a:biLevel thresh="75000"/>
            <a:extLst>
              <a:ext uri="{BEBA8EAE-BF5A-486C-A8C5-ECC9F3942E4B}">
                <a14:imgProps xmlns:a14="http://schemas.microsoft.com/office/drawing/2010/main">
                  <a14:imgLayer r:embed="rId3">
                    <a14:imgEffect>
                      <a14:sharpenSoften amount="50000"/>
                    </a14:imgEffect>
                    <a14:imgEffect>
                      <a14:colorTemperature colorTemp="11200"/>
                    </a14:imgEffect>
                  </a14:imgLayer>
                </a14:imgProps>
              </a:ext>
              <a:ext uri="{28A0092B-C50C-407E-A947-70E740481C1C}">
                <a14:useLocalDpi xmlns:a14="http://schemas.microsoft.com/office/drawing/2010/main" val="0"/>
              </a:ext>
            </a:extLst>
          </a:blip>
          <a:srcRect/>
          <a:stretch>
            <a:fillRect/>
          </a:stretch>
        </p:blipFill>
        <p:spPr bwMode="auto">
          <a:xfrm>
            <a:off x="990600" y="1143000"/>
            <a:ext cx="6705600" cy="5275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4683619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0701" y="381000"/>
            <a:ext cx="7583488" cy="838200"/>
          </a:xfrm>
        </p:spPr>
        <p:txBody>
          <a:bodyPr/>
          <a:lstStyle/>
          <a:p>
            <a:r>
              <a:rPr lang="en-US" sz="4000" dirty="0"/>
              <a:t>The Protocol</a:t>
            </a:r>
          </a:p>
        </p:txBody>
      </p:sp>
      <p:sp>
        <p:nvSpPr>
          <p:cNvPr id="3" name="Footer Placeholder 2"/>
          <p:cNvSpPr>
            <a:spLocks noGrp="1"/>
          </p:cNvSpPr>
          <p:nvPr>
            <p:ph type="ftr" sz="quarter" idx="10"/>
          </p:nvPr>
        </p:nvSpPr>
        <p:spPr/>
        <p:txBody>
          <a:bodyPr/>
          <a:lstStyle/>
          <a:p>
            <a:pPr>
              <a:defRPr/>
            </a:pPr>
            <a:endParaRPr lang="en-US"/>
          </a:p>
        </p:txBody>
      </p:sp>
      <p:sp>
        <p:nvSpPr>
          <p:cNvPr id="4" name="Slide Number Placeholder 3"/>
          <p:cNvSpPr>
            <a:spLocks noGrp="1"/>
          </p:cNvSpPr>
          <p:nvPr>
            <p:ph type="sldNum" sz="quarter" idx="11"/>
          </p:nvPr>
        </p:nvSpPr>
        <p:spPr/>
        <p:txBody>
          <a:bodyPr/>
          <a:lstStyle/>
          <a:p>
            <a:pPr>
              <a:defRPr/>
            </a:pPr>
            <a:fld id="{3D1DDD1E-8083-4C2F-82FA-F0F2767FCC10}" type="slidenum">
              <a:rPr lang="en-US" smtClean="0"/>
              <a:pPr>
                <a:defRPr/>
              </a:pPr>
              <a:t>116</a:t>
            </a:fld>
            <a:endParaRPr lang="en-US" dirty="0"/>
          </a:p>
        </p:txBody>
      </p:sp>
      <p:pic>
        <p:nvPicPr>
          <p:cNvPr id="2050" name="Picture 2"/>
          <p:cNvPicPr>
            <a:picLocks noChangeAspect="1" noChangeArrowheads="1"/>
          </p:cNvPicPr>
          <p:nvPr/>
        </p:nvPicPr>
        <p:blipFill>
          <a:blip r:embed="rId2">
            <a:biLevel thresh="75000"/>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752600" y="1295400"/>
            <a:ext cx="5690235" cy="4478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Oval 5"/>
          <p:cNvSpPr/>
          <p:nvPr/>
        </p:nvSpPr>
        <p:spPr bwMode="auto">
          <a:xfrm>
            <a:off x="2209800" y="3276601"/>
            <a:ext cx="5638800" cy="2743200"/>
          </a:xfrm>
          <a:prstGeom prst="ellipse">
            <a:avLst/>
          </a:prstGeom>
          <a:noFill/>
          <a:ln w="9525" cap="flat" cmpd="sng" algn="ctr">
            <a:solidFill>
              <a:schemeClr val="tx1"/>
            </a:solidFill>
            <a:prstDash val="solid"/>
            <a:round/>
            <a:headEnd type="none" w="med" len="med"/>
            <a:tailEnd type="none" w="med" len="med"/>
          </a:ln>
          <a:effectLst/>
        </p:spPr>
        <p:txBody>
          <a:bodyPr vert="horz" wrap="square" lIns="73025" tIns="36512" rIns="73025" bIns="36512"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7" name="TextBox 6"/>
          <p:cNvSpPr txBox="1"/>
          <p:nvPr/>
        </p:nvSpPr>
        <p:spPr>
          <a:xfrm>
            <a:off x="457200" y="4191000"/>
            <a:ext cx="1295400" cy="646331"/>
          </a:xfrm>
          <a:prstGeom prst="rect">
            <a:avLst/>
          </a:prstGeom>
          <a:noFill/>
        </p:spPr>
        <p:txBody>
          <a:bodyPr wrap="square" rtlCol="0">
            <a:spAutoFit/>
          </a:bodyPr>
          <a:lstStyle/>
          <a:p>
            <a:r>
              <a:rPr lang="en-US" dirty="0">
                <a:solidFill>
                  <a:srgbClr val="FF0000"/>
                </a:solidFill>
                <a:latin typeface="Tw Cen MT" pitchFamily="34" charset="0"/>
              </a:rPr>
              <a:t>Use function f to </a:t>
            </a:r>
            <a:r>
              <a:rPr lang="en-US" dirty="0" err="1">
                <a:solidFill>
                  <a:srgbClr val="FF0000"/>
                </a:solidFill>
                <a:latin typeface="Tw Cen MT" pitchFamily="34" charset="0"/>
              </a:rPr>
              <a:t>resove</a:t>
            </a:r>
            <a:endParaRPr lang="en-US" dirty="0">
              <a:solidFill>
                <a:srgbClr val="FF0000"/>
              </a:solidFill>
              <a:latin typeface="Tw Cen MT" pitchFamily="34" charset="0"/>
            </a:endParaRPr>
          </a:p>
        </p:txBody>
      </p:sp>
    </p:spTree>
    <p:extLst>
      <p:ext uri="{BB962C8B-B14F-4D97-AF65-F5344CB8AC3E}">
        <p14:creationId xmlns:p14="http://schemas.microsoft.com/office/powerpoint/2010/main" val="231884265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0701" y="381000"/>
            <a:ext cx="7583488" cy="838200"/>
          </a:xfrm>
        </p:spPr>
        <p:txBody>
          <a:bodyPr/>
          <a:lstStyle/>
          <a:p>
            <a:r>
              <a:rPr lang="en-US" sz="4000" dirty="0"/>
              <a:t>Coin Flipping over Telephone</a:t>
            </a:r>
          </a:p>
        </p:txBody>
      </p:sp>
      <p:sp>
        <p:nvSpPr>
          <p:cNvPr id="3" name="Footer Placeholder 2"/>
          <p:cNvSpPr>
            <a:spLocks noGrp="1"/>
          </p:cNvSpPr>
          <p:nvPr>
            <p:ph type="ftr" sz="quarter" idx="10"/>
          </p:nvPr>
        </p:nvSpPr>
        <p:spPr/>
        <p:txBody>
          <a:bodyPr/>
          <a:lstStyle/>
          <a:p>
            <a:pPr>
              <a:defRPr/>
            </a:pPr>
            <a:endParaRPr lang="en-US"/>
          </a:p>
        </p:txBody>
      </p:sp>
      <p:sp>
        <p:nvSpPr>
          <p:cNvPr id="4" name="Slide Number Placeholder 3"/>
          <p:cNvSpPr>
            <a:spLocks noGrp="1"/>
          </p:cNvSpPr>
          <p:nvPr>
            <p:ph type="sldNum" sz="quarter" idx="11"/>
          </p:nvPr>
        </p:nvSpPr>
        <p:spPr/>
        <p:txBody>
          <a:bodyPr/>
          <a:lstStyle/>
          <a:p>
            <a:pPr>
              <a:defRPr/>
            </a:pPr>
            <a:fld id="{3D1DDD1E-8083-4C2F-82FA-F0F2767FCC10}" type="slidenum">
              <a:rPr lang="en-US" smtClean="0"/>
              <a:pPr>
                <a:defRPr/>
              </a:pPr>
              <a:t>117</a:t>
            </a:fld>
            <a:endParaRPr lang="en-US" dirty="0"/>
          </a:p>
        </p:txBody>
      </p:sp>
      <p:sp>
        <p:nvSpPr>
          <p:cNvPr id="5" name="TextBox 4"/>
          <p:cNvSpPr txBox="1"/>
          <p:nvPr/>
        </p:nvSpPr>
        <p:spPr>
          <a:xfrm>
            <a:off x="838200" y="1676400"/>
            <a:ext cx="7696200" cy="3416320"/>
          </a:xfrm>
          <a:prstGeom prst="rect">
            <a:avLst/>
          </a:prstGeom>
          <a:noFill/>
        </p:spPr>
        <p:txBody>
          <a:bodyPr wrap="square" rtlCol="0">
            <a:spAutoFit/>
          </a:bodyPr>
          <a:lstStyle/>
          <a:p>
            <a:pPr marL="285750" indent="-285750" algn="just">
              <a:buFont typeface="Wingdings" pitchFamily="2" charset="2"/>
              <a:buChar char="§"/>
            </a:pPr>
            <a:r>
              <a:rPr lang="en-US" sz="2400" dirty="0">
                <a:latin typeface="Tw Cen MT" pitchFamily="34" charset="0"/>
              </a:rPr>
              <a:t>Alice picks up a randomly large integer, x and computes f(x)</a:t>
            </a:r>
          </a:p>
          <a:p>
            <a:pPr marL="285750" indent="-285750" algn="just">
              <a:buFont typeface="Wingdings" pitchFamily="2" charset="2"/>
              <a:buChar char="§"/>
            </a:pPr>
            <a:endParaRPr lang="en-US" sz="2400" dirty="0">
              <a:solidFill>
                <a:srgbClr val="C00000"/>
              </a:solidFill>
              <a:latin typeface="Tw Cen MT" pitchFamily="34" charset="0"/>
            </a:endParaRPr>
          </a:p>
          <a:p>
            <a:pPr marL="285750" indent="-285750" algn="just">
              <a:buFont typeface="Wingdings" pitchFamily="2" charset="2"/>
              <a:buChar char="§"/>
            </a:pPr>
            <a:r>
              <a:rPr lang="en-US" sz="2400" dirty="0">
                <a:latin typeface="Tw Cen MT" pitchFamily="34" charset="0"/>
              </a:rPr>
              <a:t>Bob tells Alice his guess of whether x is odd or even</a:t>
            </a:r>
          </a:p>
          <a:p>
            <a:pPr marL="285750" indent="-285750" algn="just">
              <a:buFont typeface="Wingdings" pitchFamily="2" charset="2"/>
              <a:buChar char="§"/>
            </a:pPr>
            <a:endParaRPr lang="en-US" sz="2400" dirty="0">
              <a:latin typeface="Tw Cen MT" pitchFamily="34" charset="0"/>
            </a:endParaRPr>
          </a:p>
          <a:p>
            <a:pPr marL="285750" indent="-285750" algn="just">
              <a:buFont typeface="Wingdings" pitchFamily="2" charset="2"/>
              <a:buChar char="§"/>
            </a:pPr>
            <a:r>
              <a:rPr lang="en-US" sz="2400" dirty="0">
                <a:latin typeface="Tw Cen MT" pitchFamily="34" charset="0"/>
              </a:rPr>
              <a:t>Alice hen sends x to Bob</a:t>
            </a:r>
          </a:p>
          <a:p>
            <a:pPr marL="285750" indent="-285750" algn="just">
              <a:buFont typeface="Wingdings" pitchFamily="2" charset="2"/>
              <a:buChar char="§"/>
            </a:pPr>
            <a:endParaRPr lang="en-US" sz="2400" dirty="0">
              <a:latin typeface="Tw Cen MT" pitchFamily="34" charset="0"/>
            </a:endParaRPr>
          </a:p>
          <a:p>
            <a:pPr marL="285750" indent="-285750" algn="just">
              <a:buFont typeface="Wingdings" pitchFamily="2" charset="2"/>
              <a:buChar char="§"/>
            </a:pPr>
            <a:r>
              <a:rPr lang="en-US" sz="2400" dirty="0">
                <a:latin typeface="Tw Cen MT" pitchFamily="34" charset="0"/>
              </a:rPr>
              <a:t>Bob verifies by computing f(x)</a:t>
            </a:r>
          </a:p>
          <a:p>
            <a:pPr marL="285750" indent="-285750" algn="just">
              <a:buFont typeface="Wingdings" pitchFamily="2" charset="2"/>
              <a:buChar char="§"/>
            </a:pPr>
            <a:endParaRPr lang="en-US" sz="2400" dirty="0">
              <a:latin typeface="Tw Cen MT" pitchFamily="34" charset="0"/>
            </a:endParaRPr>
          </a:p>
        </p:txBody>
      </p:sp>
    </p:spTree>
    <p:extLst>
      <p:ext uri="{BB962C8B-B14F-4D97-AF65-F5344CB8AC3E}">
        <p14:creationId xmlns:p14="http://schemas.microsoft.com/office/powerpoint/2010/main" val="408744252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0701" y="381000"/>
            <a:ext cx="7583488" cy="838200"/>
          </a:xfrm>
        </p:spPr>
        <p:txBody>
          <a:bodyPr/>
          <a:lstStyle/>
          <a:p>
            <a:r>
              <a:rPr lang="en-US" sz="4000" dirty="0"/>
              <a:t>Security Analysis</a:t>
            </a:r>
          </a:p>
        </p:txBody>
      </p:sp>
      <p:sp>
        <p:nvSpPr>
          <p:cNvPr id="3" name="Footer Placeholder 2"/>
          <p:cNvSpPr>
            <a:spLocks noGrp="1"/>
          </p:cNvSpPr>
          <p:nvPr>
            <p:ph type="ftr" sz="quarter" idx="10"/>
          </p:nvPr>
        </p:nvSpPr>
        <p:spPr/>
        <p:txBody>
          <a:bodyPr/>
          <a:lstStyle/>
          <a:p>
            <a:pPr>
              <a:defRPr/>
            </a:pPr>
            <a:endParaRPr lang="en-US"/>
          </a:p>
        </p:txBody>
      </p:sp>
      <p:sp>
        <p:nvSpPr>
          <p:cNvPr id="4" name="Slide Number Placeholder 3"/>
          <p:cNvSpPr>
            <a:spLocks noGrp="1"/>
          </p:cNvSpPr>
          <p:nvPr>
            <p:ph type="sldNum" sz="quarter" idx="11"/>
          </p:nvPr>
        </p:nvSpPr>
        <p:spPr/>
        <p:txBody>
          <a:bodyPr/>
          <a:lstStyle/>
          <a:p>
            <a:pPr>
              <a:defRPr/>
            </a:pPr>
            <a:fld id="{3D1DDD1E-8083-4C2F-82FA-F0F2767FCC10}" type="slidenum">
              <a:rPr lang="en-US" smtClean="0"/>
              <a:pPr>
                <a:defRPr/>
              </a:pPr>
              <a:t>118</a:t>
            </a:fld>
            <a:endParaRPr lang="en-US" dirty="0"/>
          </a:p>
        </p:txBody>
      </p:sp>
      <p:sp>
        <p:nvSpPr>
          <p:cNvPr id="5" name="TextBox 4"/>
          <p:cNvSpPr txBox="1"/>
          <p:nvPr/>
        </p:nvSpPr>
        <p:spPr>
          <a:xfrm>
            <a:off x="838200" y="1676400"/>
            <a:ext cx="7696200" cy="3785652"/>
          </a:xfrm>
          <a:prstGeom prst="rect">
            <a:avLst/>
          </a:prstGeom>
          <a:noFill/>
        </p:spPr>
        <p:txBody>
          <a:bodyPr wrap="square" rtlCol="0">
            <a:spAutoFit/>
          </a:bodyPr>
          <a:lstStyle/>
          <a:p>
            <a:pPr marL="285750" indent="-285750" algn="just">
              <a:buFont typeface="Wingdings" pitchFamily="2" charset="2"/>
              <a:buChar char="§"/>
            </a:pPr>
            <a:r>
              <a:rPr lang="en-US" sz="2400" dirty="0">
                <a:latin typeface="Tw Cen MT" pitchFamily="34" charset="0"/>
              </a:rPr>
              <a:t>Can Alice cheat?</a:t>
            </a:r>
          </a:p>
          <a:p>
            <a:pPr marL="285750" indent="-285750" algn="just">
              <a:buFont typeface="Wingdings" pitchFamily="2" charset="2"/>
              <a:buChar char="§"/>
            </a:pPr>
            <a:endParaRPr lang="en-US" sz="2400" dirty="0">
              <a:solidFill>
                <a:srgbClr val="C00000"/>
              </a:solidFill>
              <a:latin typeface="Tw Cen MT" pitchFamily="34" charset="0"/>
            </a:endParaRPr>
          </a:p>
          <a:p>
            <a:pPr marL="285750" indent="-285750" algn="just">
              <a:buFont typeface="Wingdings" pitchFamily="2" charset="2"/>
              <a:buChar char="§"/>
            </a:pPr>
            <a:r>
              <a:rPr lang="en-US" sz="2400" dirty="0">
                <a:latin typeface="Tw Cen MT" pitchFamily="34" charset="0"/>
              </a:rPr>
              <a:t>For that Alice need to create a y&lt;&gt;x, </a:t>
            </a:r>
            <a:r>
              <a:rPr lang="en-US" sz="2400" dirty="0" err="1">
                <a:latin typeface="Tw Cen MT" pitchFamily="34" charset="0"/>
              </a:rPr>
              <a:t>st</a:t>
            </a:r>
            <a:r>
              <a:rPr lang="en-US" sz="2400" dirty="0">
                <a:latin typeface="Tw Cen MT" pitchFamily="34" charset="0"/>
              </a:rPr>
              <a:t> f(x)=f(y).  Hard to do.</a:t>
            </a:r>
          </a:p>
          <a:p>
            <a:pPr marL="285750" indent="-285750" algn="just">
              <a:buFont typeface="Wingdings" pitchFamily="2" charset="2"/>
              <a:buChar char="§"/>
            </a:pPr>
            <a:endParaRPr lang="en-US" sz="2400" dirty="0">
              <a:latin typeface="Tw Cen MT" pitchFamily="34" charset="0"/>
            </a:endParaRPr>
          </a:p>
          <a:p>
            <a:pPr marL="285750" indent="-285750" algn="just">
              <a:buFont typeface="Wingdings" pitchFamily="2" charset="2"/>
              <a:buChar char="§"/>
            </a:pPr>
            <a:r>
              <a:rPr lang="en-US" sz="2400" dirty="0">
                <a:latin typeface="Tw Cen MT" pitchFamily="34" charset="0"/>
              </a:rPr>
              <a:t>Can Bob guess </a:t>
            </a:r>
            <a:r>
              <a:rPr lang="en-US" sz="2400" dirty="0" err="1">
                <a:latin typeface="Tw Cen MT" pitchFamily="34" charset="0"/>
              </a:rPr>
              <a:t>beter</a:t>
            </a:r>
            <a:r>
              <a:rPr lang="en-US" sz="2400" dirty="0">
                <a:latin typeface="Tw Cen MT" pitchFamily="34" charset="0"/>
              </a:rPr>
              <a:t> than a random guess?</a:t>
            </a:r>
          </a:p>
          <a:p>
            <a:pPr marL="285750" indent="-285750" algn="just">
              <a:buFont typeface="Wingdings" pitchFamily="2" charset="2"/>
              <a:buChar char="§"/>
            </a:pPr>
            <a:endParaRPr lang="en-US" sz="2400" dirty="0">
              <a:latin typeface="Tw Cen MT" pitchFamily="34" charset="0"/>
            </a:endParaRPr>
          </a:p>
          <a:p>
            <a:pPr marL="285750" indent="-285750" algn="just">
              <a:buFont typeface="Wingdings" pitchFamily="2" charset="2"/>
              <a:buChar char="§"/>
            </a:pPr>
            <a:r>
              <a:rPr lang="en-US" sz="2400" dirty="0">
                <a:latin typeface="Tw Cen MT" pitchFamily="34" charset="0"/>
              </a:rPr>
              <a:t>Bob listens to f(x) which speaks nothing of x. so his probability of guess is ½ (random guess)</a:t>
            </a:r>
          </a:p>
          <a:p>
            <a:pPr marL="285750" indent="-285750" algn="just">
              <a:buFont typeface="Wingdings" pitchFamily="2" charset="2"/>
              <a:buChar char="§"/>
            </a:pPr>
            <a:endParaRPr lang="en-US" sz="2400" dirty="0">
              <a:latin typeface="Tw Cen MT" pitchFamily="34" charset="0"/>
            </a:endParaRPr>
          </a:p>
        </p:txBody>
      </p:sp>
    </p:spTree>
    <p:extLst>
      <p:ext uri="{BB962C8B-B14F-4D97-AF65-F5344CB8AC3E}">
        <p14:creationId xmlns:p14="http://schemas.microsoft.com/office/powerpoint/2010/main" val="184043625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0701" y="381000"/>
            <a:ext cx="7583488" cy="838200"/>
          </a:xfrm>
        </p:spPr>
        <p:txBody>
          <a:bodyPr/>
          <a:lstStyle/>
          <a:p>
            <a:r>
              <a:rPr lang="en-US" sz="4000" dirty="0"/>
              <a:t>An Example</a:t>
            </a:r>
          </a:p>
        </p:txBody>
      </p:sp>
      <p:sp>
        <p:nvSpPr>
          <p:cNvPr id="3" name="Footer Placeholder 2"/>
          <p:cNvSpPr>
            <a:spLocks noGrp="1"/>
          </p:cNvSpPr>
          <p:nvPr>
            <p:ph type="ftr" sz="quarter" idx="10"/>
          </p:nvPr>
        </p:nvSpPr>
        <p:spPr/>
        <p:txBody>
          <a:bodyPr/>
          <a:lstStyle/>
          <a:p>
            <a:pPr>
              <a:defRPr/>
            </a:pPr>
            <a:endParaRPr lang="en-US"/>
          </a:p>
        </p:txBody>
      </p:sp>
      <p:sp>
        <p:nvSpPr>
          <p:cNvPr id="4" name="Slide Number Placeholder 3"/>
          <p:cNvSpPr>
            <a:spLocks noGrp="1"/>
          </p:cNvSpPr>
          <p:nvPr>
            <p:ph type="sldNum" sz="quarter" idx="11"/>
          </p:nvPr>
        </p:nvSpPr>
        <p:spPr/>
        <p:txBody>
          <a:bodyPr/>
          <a:lstStyle/>
          <a:p>
            <a:pPr>
              <a:defRPr/>
            </a:pPr>
            <a:fld id="{3D1DDD1E-8083-4C2F-82FA-F0F2767FCC10}" type="slidenum">
              <a:rPr lang="en-US" smtClean="0"/>
              <a:pPr>
                <a:defRPr/>
              </a:pPr>
              <a:t>119</a:t>
            </a:fld>
            <a:endParaRPr lang="en-US" dirty="0"/>
          </a:p>
        </p:txBody>
      </p:sp>
      <p:sp>
        <p:nvSpPr>
          <p:cNvPr id="5" name="TextBox 4"/>
          <p:cNvSpPr txBox="1"/>
          <p:nvPr/>
        </p:nvSpPr>
        <p:spPr>
          <a:xfrm>
            <a:off x="838200" y="1676400"/>
            <a:ext cx="7696200" cy="4524315"/>
          </a:xfrm>
          <a:prstGeom prst="rect">
            <a:avLst/>
          </a:prstGeom>
          <a:noFill/>
        </p:spPr>
        <p:txBody>
          <a:bodyPr wrap="square" rtlCol="0">
            <a:spAutoFit/>
          </a:bodyPr>
          <a:lstStyle/>
          <a:p>
            <a:pPr marL="285750" indent="-285750" algn="just">
              <a:buFont typeface="Wingdings" pitchFamily="2" charset="2"/>
              <a:buChar char="§"/>
            </a:pPr>
            <a:r>
              <a:rPr lang="en-US" sz="2400" dirty="0">
                <a:latin typeface="Tw Cen MT" pitchFamily="34" charset="0"/>
              </a:rPr>
              <a:t>Alice and Bob wish to resole a dispute over telephone. We can encode the </a:t>
            </a:r>
            <a:r>
              <a:rPr lang="en-US" sz="2400" dirty="0" err="1">
                <a:latin typeface="Tw Cen MT" pitchFamily="34" charset="0"/>
              </a:rPr>
              <a:t>possibilties</a:t>
            </a:r>
            <a:r>
              <a:rPr lang="en-US" sz="2400" dirty="0">
                <a:latin typeface="Tw Cen MT" pitchFamily="34" charset="0"/>
              </a:rPr>
              <a:t> of the dispute by a binary value. For this they engage a protocol:</a:t>
            </a:r>
          </a:p>
          <a:p>
            <a:pPr marL="285750" indent="-285750" algn="just">
              <a:buFont typeface="Wingdings" pitchFamily="2" charset="2"/>
              <a:buChar char="§"/>
            </a:pPr>
            <a:endParaRPr lang="en-US" sz="2400" dirty="0">
              <a:latin typeface="Tw Cen MT" pitchFamily="34" charset="0"/>
            </a:endParaRPr>
          </a:p>
          <a:p>
            <a:pPr marL="285750" indent="-285750" algn="just">
              <a:buFont typeface="Wingdings" pitchFamily="2" charset="2"/>
              <a:buChar char="§"/>
            </a:pPr>
            <a:r>
              <a:rPr lang="en-US" sz="2400" dirty="0">
                <a:latin typeface="Tw Cen MT" pitchFamily="34" charset="0"/>
              </a:rPr>
              <a:t>Alice to Bob: Alice picks up  randomly an x, which is a 200 bit number and </a:t>
            </a:r>
            <a:r>
              <a:rPr lang="en-US" sz="2400" dirty="0" err="1">
                <a:latin typeface="Tw Cen MT" pitchFamily="34" charset="0"/>
              </a:rPr>
              <a:t>comptes</a:t>
            </a:r>
            <a:r>
              <a:rPr lang="en-US" sz="2400" dirty="0">
                <a:latin typeface="Tw Cen MT" pitchFamily="34" charset="0"/>
              </a:rPr>
              <a:t> the function f(x). Alice sends f(x) to Bob.</a:t>
            </a:r>
          </a:p>
          <a:p>
            <a:pPr marL="285750" indent="-285750" algn="just">
              <a:buFont typeface="Wingdings" pitchFamily="2" charset="2"/>
              <a:buChar char="§"/>
            </a:pPr>
            <a:endParaRPr lang="en-US" sz="2400" dirty="0">
              <a:latin typeface="Tw Cen MT" pitchFamily="34" charset="0"/>
            </a:endParaRPr>
          </a:p>
          <a:p>
            <a:pPr marL="285750" indent="-285750" algn="just">
              <a:buFont typeface="Wingdings" pitchFamily="2" charset="2"/>
              <a:buChar char="§"/>
            </a:pPr>
            <a:r>
              <a:rPr lang="en-US" sz="2400" dirty="0">
                <a:latin typeface="Tw Cen MT" pitchFamily="34" charset="0"/>
              </a:rPr>
              <a:t>Bob to Alice: Bob tells Alice whether x was even or odd</a:t>
            </a:r>
          </a:p>
          <a:p>
            <a:pPr marL="285750" indent="-285750" algn="just">
              <a:buFont typeface="Wingdings" pitchFamily="2" charset="2"/>
              <a:buChar char="§"/>
            </a:pPr>
            <a:endParaRPr lang="en-US" sz="2400" dirty="0">
              <a:latin typeface="Tw Cen MT" pitchFamily="34" charset="0"/>
            </a:endParaRPr>
          </a:p>
          <a:p>
            <a:pPr marL="285750" indent="-285750" algn="just">
              <a:buFont typeface="Wingdings" pitchFamily="2" charset="2"/>
              <a:buChar char="§"/>
            </a:pPr>
            <a:r>
              <a:rPr lang="en-US" sz="2400" dirty="0">
                <a:latin typeface="Tw Cen MT" pitchFamily="34" charset="0"/>
              </a:rPr>
              <a:t>Alice to Bob: lice then sends x to Bob, so Bob can verify whether his guess is correct.</a:t>
            </a:r>
          </a:p>
        </p:txBody>
      </p:sp>
    </p:spTree>
    <p:extLst>
      <p:ext uri="{BB962C8B-B14F-4D97-AF65-F5344CB8AC3E}">
        <p14:creationId xmlns:p14="http://schemas.microsoft.com/office/powerpoint/2010/main" val="297984258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0701" y="381000"/>
            <a:ext cx="7583488" cy="838200"/>
          </a:xfrm>
        </p:spPr>
        <p:txBody>
          <a:bodyPr/>
          <a:lstStyle/>
          <a:p>
            <a:r>
              <a:rPr lang="en-US" sz="4000" dirty="0"/>
              <a:t>An Example</a:t>
            </a:r>
          </a:p>
        </p:txBody>
      </p:sp>
      <p:sp>
        <p:nvSpPr>
          <p:cNvPr id="3" name="Footer Placeholder 2"/>
          <p:cNvSpPr>
            <a:spLocks noGrp="1"/>
          </p:cNvSpPr>
          <p:nvPr>
            <p:ph type="ftr" sz="quarter" idx="10"/>
          </p:nvPr>
        </p:nvSpPr>
        <p:spPr/>
        <p:txBody>
          <a:bodyPr/>
          <a:lstStyle/>
          <a:p>
            <a:pPr>
              <a:defRPr/>
            </a:pPr>
            <a:endParaRPr lang="en-US"/>
          </a:p>
        </p:txBody>
      </p:sp>
      <p:sp>
        <p:nvSpPr>
          <p:cNvPr id="4" name="Slide Number Placeholder 3"/>
          <p:cNvSpPr>
            <a:spLocks noGrp="1"/>
          </p:cNvSpPr>
          <p:nvPr>
            <p:ph type="sldNum" sz="quarter" idx="11"/>
          </p:nvPr>
        </p:nvSpPr>
        <p:spPr/>
        <p:txBody>
          <a:bodyPr/>
          <a:lstStyle/>
          <a:p>
            <a:pPr>
              <a:defRPr/>
            </a:pPr>
            <a:fld id="{3D1DDD1E-8083-4C2F-82FA-F0F2767FCC10}" type="slidenum">
              <a:rPr lang="en-US" smtClean="0"/>
              <a:pPr>
                <a:defRPr/>
              </a:pPr>
              <a:t>120</a:t>
            </a:fld>
            <a:endParaRPr lang="en-US" dirty="0"/>
          </a:p>
        </p:txBody>
      </p:sp>
      <p:pic>
        <p:nvPicPr>
          <p:cNvPr id="3074" name="Picture 2"/>
          <p:cNvPicPr>
            <a:picLocks noChangeAspect="1" noChangeArrowheads="1"/>
          </p:cNvPicPr>
          <p:nvPr/>
        </p:nvPicPr>
        <p:blipFill>
          <a:blip r:embed="rId3">
            <a:biLevel thresh="75000"/>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219200" y="1447799"/>
            <a:ext cx="5791200" cy="4370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5093770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0701" y="381000"/>
            <a:ext cx="7583488" cy="838200"/>
          </a:xfrm>
        </p:spPr>
        <p:txBody>
          <a:bodyPr/>
          <a:lstStyle/>
          <a:p>
            <a:r>
              <a:rPr lang="en-US" sz="4000" dirty="0"/>
              <a:t>An Example</a:t>
            </a:r>
          </a:p>
        </p:txBody>
      </p:sp>
      <p:sp>
        <p:nvSpPr>
          <p:cNvPr id="3" name="Footer Placeholder 2"/>
          <p:cNvSpPr>
            <a:spLocks noGrp="1"/>
          </p:cNvSpPr>
          <p:nvPr>
            <p:ph type="ftr" sz="quarter" idx="10"/>
          </p:nvPr>
        </p:nvSpPr>
        <p:spPr/>
        <p:txBody>
          <a:bodyPr/>
          <a:lstStyle/>
          <a:p>
            <a:pPr>
              <a:defRPr/>
            </a:pPr>
            <a:endParaRPr lang="en-US"/>
          </a:p>
        </p:txBody>
      </p:sp>
      <p:sp>
        <p:nvSpPr>
          <p:cNvPr id="4" name="Slide Number Placeholder 3"/>
          <p:cNvSpPr>
            <a:spLocks noGrp="1"/>
          </p:cNvSpPr>
          <p:nvPr>
            <p:ph type="sldNum" sz="quarter" idx="11"/>
          </p:nvPr>
        </p:nvSpPr>
        <p:spPr/>
        <p:txBody>
          <a:bodyPr/>
          <a:lstStyle/>
          <a:p>
            <a:pPr>
              <a:defRPr/>
            </a:pPr>
            <a:fld id="{3D1DDD1E-8083-4C2F-82FA-F0F2767FCC10}" type="slidenum">
              <a:rPr lang="en-US" smtClean="0"/>
              <a:pPr>
                <a:defRPr/>
              </a:pPr>
              <a:t>121</a:t>
            </a:fld>
            <a:endParaRPr lang="en-US" dirty="0"/>
          </a:p>
        </p:txBody>
      </p:sp>
      <p:pic>
        <p:nvPicPr>
          <p:cNvPr id="4098" name="Picture 2"/>
          <p:cNvPicPr>
            <a:picLocks noChangeAspect="1" noChangeArrowheads="1"/>
          </p:cNvPicPr>
          <p:nvPr/>
        </p:nvPicPr>
        <p:blipFill>
          <a:blip r:embed="rId3">
            <a:biLevel thresh="75000"/>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2286000" y="1143000"/>
            <a:ext cx="4343400" cy="43868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5">
            <a:biLevel thresh="75000"/>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6019800" y="3902289"/>
            <a:ext cx="2557304" cy="1355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7350822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0701" y="381000"/>
            <a:ext cx="7583488" cy="838200"/>
          </a:xfrm>
        </p:spPr>
        <p:txBody>
          <a:bodyPr/>
          <a:lstStyle/>
          <a:p>
            <a:r>
              <a:rPr lang="en-US" sz="4000" dirty="0"/>
              <a:t>Bob’s Strategy</a:t>
            </a:r>
          </a:p>
        </p:txBody>
      </p:sp>
      <p:sp>
        <p:nvSpPr>
          <p:cNvPr id="3" name="Footer Placeholder 2"/>
          <p:cNvSpPr>
            <a:spLocks noGrp="1"/>
          </p:cNvSpPr>
          <p:nvPr>
            <p:ph type="ftr" sz="quarter" idx="10"/>
          </p:nvPr>
        </p:nvSpPr>
        <p:spPr/>
        <p:txBody>
          <a:bodyPr/>
          <a:lstStyle/>
          <a:p>
            <a:pPr>
              <a:defRPr/>
            </a:pPr>
            <a:endParaRPr lang="en-US"/>
          </a:p>
        </p:txBody>
      </p:sp>
      <p:sp>
        <p:nvSpPr>
          <p:cNvPr id="4" name="Slide Number Placeholder 3"/>
          <p:cNvSpPr>
            <a:spLocks noGrp="1"/>
          </p:cNvSpPr>
          <p:nvPr>
            <p:ph type="sldNum" sz="quarter" idx="11"/>
          </p:nvPr>
        </p:nvSpPr>
        <p:spPr/>
        <p:txBody>
          <a:bodyPr/>
          <a:lstStyle/>
          <a:p>
            <a:pPr>
              <a:defRPr/>
            </a:pPr>
            <a:fld id="{3D1DDD1E-8083-4C2F-82FA-F0F2767FCC10}" type="slidenum">
              <a:rPr lang="en-US" smtClean="0"/>
              <a:pPr>
                <a:defRPr/>
              </a:pPr>
              <a:t>122</a:t>
            </a:fld>
            <a:endParaRPr lang="en-US" dirty="0"/>
          </a:p>
        </p:txBody>
      </p:sp>
      <p:sp>
        <p:nvSpPr>
          <p:cNvPr id="5" name="TextBox 4"/>
          <p:cNvSpPr txBox="1"/>
          <p:nvPr/>
        </p:nvSpPr>
        <p:spPr>
          <a:xfrm>
            <a:off x="817418" y="1371600"/>
            <a:ext cx="7696200" cy="2677656"/>
          </a:xfrm>
          <a:prstGeom prst="rect">
            <a:avLst/>
          </a:prstGeom>
          <a:noFill/>
        </p:spPr>
        <p:txBody>
          <a:bodyPr wrap="square" rtlCol="0">
            <a:spAutoFit/>
          </a:bodyPr>
          <a:lstStyle/>
          <a:p>
            <a:pPr marL="285750" indent="-285750" algn="just">
              <a:buFont typeface="Wingdings" pitchFamily="2" charset="2"/>
              <a:buChar char="§"/>
            </a:pPr>
            <a:r>
              <a:rPr lang="en-US" sz="2400" dirty="0">
                <a:latin typeface="Tw Cen MT" pitchFamily="34" charset="0"/>
              </a:rPr>
              <a:t>Bob’s Experiment:</a:t>
            </a:r>
          </a:p>
          <a:p>
            <a:pPr lvl="1" algn="just"/>
            <a:r>
              <a:rPr lang="en-US" sz="2400" dirty="0">
                <a:latin typeface="Tw Cen MT" pitchFamily="34" charset="0"/>
              </a:rPr>
              <a:t>-Input f(x)</a:t>
            </a:r>
          </a:p>
          <a:p>
            <a:pPr lvl="1" algn="just"/>
            <a:r>
              <a:rPr lang="en-US" sz="2400" dirty="0">
                <a:latin typeface="Tw Cen MT" pitchFamily="34" charset="0"/>
              </a:rPr>
              <a:t>-Output parity of x</a:t>
            </a:r>
          </a:p>
          <a:p>
            <a:pPr lvl="1" algn="just"/>
            <a:endParaRPr lang="en-US" sz="2400" dirty="0">
              <a:latin typeface="Tw Cen MT" pitchFamily="34" charset="0"/>
            </a:endParaRPr>
          </a:p>
          <a:p>
            <a:pPr marL="285750" indent="-285750" algn="just">
              <a:buFont typeface="Wingdings" pitchFamily="2" charset="2"/>
              <a:buChar char="§"/>
            </a:pPr>
            <a:r>
              <a:rPr lang="en-US" sz="2400" dirty="0">
                <a:latin typeface="Tw Cen MT" pitchFamily="34" charset="0"/>
              </a:rPr>
              <a:t>Algorithm</a:t>
            </a:r>
          </a:p>
          <a:p>
            <a:pPr lvl="1" algn="just"/>
            <a:r>
              <a:rPr lang="en-US" sz="2400" dirty="0">
                <a:latin typeface="Tw Cen MT" pitchFamily="34" charset="0"/>
              </a:rPr>
              <a:t>If  [f(x)] </a:t>
            </a:r>
            <a:r>
              <a:rPr lang="en-US" sz="2400" baseline="-25000" dirty="0">
                <a:latin typeface="Tw Cen MT" pitchFamily="34" charset="0"/>
              </a:rPr>
              <a:t>0</a:t>
            </a:r>
            <a:r>
              <a:rPr lang="en-US" sz="2400" dirty="0">
                <a:latin typeface="Tw Cen MT" pitchFamily="34" charset="0"/>
              </a:rPr>
              <a:t>=0 the x is even</a:t>
            </a:r>
          </a:p>
          <a:p>
            <a:pPr lvl="1" algn="just"/>
            <a:r>
              <a:rPr lang="en-US" sz="2400" dirty="0">
                <a:latin typeface="Tw Cen MT" pitchFamily="34" charset="0"/>
              </a:rPr>
              <a:t>Else x is odd</a:t>
            </a:r>
          </a:p>
        </p:txBody>
      </p:sp>
    </p:spTree>
    <p:extLst>
      <p:ext uri="{BB962C8B-B14F-4D97-AF65-F5344CB8AC3E}">
        <p14:creationId xmlns:p14="http://schemas.microsoft.com/office/powerpoint/2010/main" val="132782469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0701" y="381000"/>
            <a:ext cx="7583488" cy="838200"/>
          </a:xfrm>
        </p:spPr>
        <p:txBody>
          <a:bodyPr/>
          <a:lstStyle/>
          <a:p>
            <a:r>
              <a:rPr lang="en-US" sz="4000" dirty="0"/>
              <a:t>Bob’s Strategy</a:t>
            </a:r>
          </a:p>
        </p:txBody>
      </p:sp>
      <p:sp>
        <p:nvSpPr>
          <p:cNvPr id="3" name="Footer Placeholder 2"/>
          <p:cNvSpPr>
            <a:spLocks noGrp="1"/>
          </p:cNvSpPr>
          <p:nvPr>
            <p:ph type="ftr" sz="quarter" idx="10"/>
          </p:nvPr>
        </p:nvSpPr>
        <p:spPr/>
        <p:txBody>
          <a:bodyPr/>
          <a:lstStyle/>
          <a:p>
            <a:pPr>
              <a:defRPr/>
            </a:pPr>
            <a:endParaRPr lang="en-US"/>
          </a:p>
        </p:txBody>
      </p:sp>
      <p:sp>
        <p:nvSpPr>
          <p:cNvPr id="4" name="Slide Number Placeholder 3"/>
          <p:cNvSpPr>
            <a:spLocks noGrp="1"/>
          </p:cNvSpPr>
          <p:nvPr>
            <p:ph type="sldNum" sz="quarter" idx="11"/>
          </p:nvPr>
        </p:nvSpPr>
        <p:spPr/>
        <p:txBody>
          <a:bodyPr/>
          <a:lstStyle/>
          <a:p>
            <a:pPr>
              <a:defRPr/>
            </a:pPr>
            <a:fld id="{3D1DDD1E-8083-4C2F-82FA-F0F2767FCC10}" type="slidenum">
              <a:rPr lang="en-US" smtClean="0"/>
              <a:pPr>
                <a:defRPr/>
              </a:pPr>
              <a:t>123</a:t>
            </a:fld>
            <a:endParaRPr lang="en-US" dirty="0"/>
          </a:p>
        </p:txBody>
      </p:sp>
      <p:pic>
        <p:nvPicPr>
          <p:cNvPr id="5122" name="Picture 2"/>
          <p:cNvPicPr>
            <a:picLocks noChangeAspect="1" noChangeArrowheads="1"/>
          </p:cNvPicPr>
          <p:nvPr/>
        </p:nvPicPr>
        <p:blipFill>
          <a:blip r:embed="rId3">
            <a:biLevel thresh="75000"/>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676400" y="1371598"/>
            <a:ext cx="5791200" cy="44334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6225608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0701" y="381000"/>
            <a:ext cx="7583488" cy="838200"/>
          </a:xfrm>
        </p:spPr>
        <p:txBody>
          <a:bodyPr/>
          <a:lstStyle/>
          <a:p>
            <a:r>
              <a:rPr lang="en-US" sz="4000" dirty="0"/>
              <a:t>Bob’s </a:t>
            </a:r>
            <a:r>
              <a:rPr lang="en-US" sz="4000" dirty="0" err="1"/>
              <a:t>Prob</a:t>
            </a:r>
            <a:r>
              <a:rPr lang="en-US" sz="4000" dirty="0"/>
              <a:t> of Success</a:t>
            </a:r>
          </a:p>
        </p:txBody>
      </p:sp>
      <p:sp>
        <p:nvSpPr>
          <p:cNvPr id="3" name="Footer Placeholder 2"/>
          <p:cNvSpPr>
            <a:spLocks noGrp="1"/>
          </p:cNvSpPr>
          <p:nvPr>
            <p:ph type="ftr" sz="quarter" idx="10"/>
          </p:nvPr>
        </p:nvSpPr>
        <p:spPr/>
        <p:txBody>
          <a:bodyPr/>
          <a:lstStyle/>
          <a:p>
            <a:pPr>
              <a:defRPr/>
            </a:pPr>
            <a:endParaRPr lang="en-US"/>
          </a:p>
        </p:txBody>
      </p:sp>
      <p:sp>
        <p:nvSpPr>
          <p:cNvPr id="4" name="Slide Number Placeholder 3"/>
          <p:cNvSpPr>
            <a:spLocks noGrp="1"/>
          </p:cNvSpPr>
          <p:nvPr>
            <p:ph type="sldNum" sz="quarter" idx="11"/>
          </p:nvPr>
        </p:nvSpPr>
        <p:spPr/>
        <p:txBody>
          <a:bodyPr/>
          <a:lstStyle/>
          <a:p>
            <a:pPr>
              <a:defRPr/>
            </a:pPr>
            <a:fld id="{3D1DDD1E-8083-4C2F-82FA-F0F2767FCC10}" type="slidenum">
              <a:rPr lang="en-US" smtClean="0"/>
              <a:pPr>
                <a:defRPr/>
              </a:pPr>
              <a:t>124</a:t>
            </a:fld>
            <a:endParaRPr lang="en-US" dirty="0"/>
          </a:p>
        </p:txBody>
      </p:sp>
      <p:sp>
        <p:nvSpPr>
          <p:cNvPr id="5" name="TextBox 4"/>
          <p:cNvSpPr txBox="1"/>
          <p:nvPr/>
        </p:nvSpPr>
        <p:spPr>
          <a:xfrm>
            <a:off x="817418" y="1371600"/>
            <a:ext cx="7696200" cy="3046988"/>
          </a:xfrm>
          <a:prstGeom prst="rect">
            <a:avLst/>
          </a:prstGeom>
          <a:noFill/>
        </p:spPr>
        <p:txBody>
          <a:bodyPr wrap="square" rtlCol="0">
            <a:spAutoFit/>
          </a:bodyPr>
          <a:lstStyle/>
          <a:p>
            <a:pPr marL="285750" indent="-285750" algn="just">
              <a:buFont typeface="Wingdings" pitchFamily="2" charset="2"/>
              <a:buChar char="§"/>
            </a:pPr>
            <a:r>
              <a:rPr lang="en-US" sz="2400" dirty="0">
                <a:latin typeface="Tw Cen MT" pitchFamily="34" charset="0"/>
              </a:rPr>
              <a:t>If X is chosen at random</a:t>
            </a:r>
          </a:p>
          <a:p>
            <a:pPr lvl="1" algn="just"/>
            <a:r>
              <a:rPr lang="en-US" sz="2400" dirty="0" err="1">
                <a:latin typeface="Tw Cen MT" pitchFamily="34" charset="0"/>
              </a:rPr>
              <a:t>Pr</a:t>
            </a:r>
            <a:r>
              <a:rPr lang="en-US" sz="2400" dirty="0">
                <a:latin typeface="Tw Cen MT" pitchFamily="34" charset="0"/>
              </a:rPr>
              <a:t>[X is even]=</a:t>
            </a:r>
            <a:r>
              <a:rPr lang="en-US" sz="2400" dirty="0" err="1">
                <a:latin typeface="Tw Cen MT" pitchFamily="34" charset="0"/>
              </a:rPr>
              <a:t>Pr</a:t>
            </a:r>
            <a:r>
              <a:rPr lang="en-US" sz="2400" dirty="0">
                <a:latin typeface="Tw Cen MT" pitchFamily="34" charset="0"/>
              </a:rPr>
              <a:t>[X is odd]=1/2</a:t>
            </a:r>
          </a:p>
          <a:p>
            <a:pPr lvl="1" algn="just"/>
            <a:endParaRPr lang="en-US" sz="2400" dirty="0">
              <a:latin typeface="Tw Cen MT" pitchFamily="34" charset="0"/>
            </a:endParaRPr>
          </a:p>
          <a:p>
            <a:pPr lvl="1"/>
            <a:r>
              <a:rPr lang="en-US" sz="2400" dirty="0" err="1">
                <a:latin typeface="Tw Cen MT" pitchFamily="34" charset="0"/>
              </a:rPr>
              <a:t>Pr</a:t>
            </a:r>
            <a:r>
              <a:rPr lang="en-US" sz="2400" dirty="0">
                <a:latin typeface="Tw Cen MT" pitchFamily="34" charset="0"/>
              </a:rPr>
              <a:t>[Bob </a:t>
            </a:r>
            <a:r>
              <a:rPr lang="en-US" sz="2400" dirty="0" err="1">
                <a:latin typeface="Tw Cen MT" pitchFamily="34" charset="0"/>
              </a:rPr>
              <a:t>succeds</a:t>
            </a:r>
            <a:r>
              <a:rPr lang="en-US" sz="2400" dirty="0">
                <a:latin typeface="Tw Cen MT" pitchFamily="34" charset="0"/>
              </a:rPr>
              <a:t>] = </a:t>
            </a:r>
            <a:r>
              <a:rPr lang="en-US" sz="2400" dirty="0" err="1">
                <a:latin typeface="Tw Cen MT" pitchFamily="34" charset="0"/>
              </a:rPr>
              <a:t>Pr</a:t>
            </a:r>
            <a:r>
              <a:rPr lang="en-US" sz="2400" dirty="0">
                <a:latin typeface="Tw Cen MT" pitchFamily="34" charset="0"/>
              </a:rPr>
              <a:t>[X is even] </a:t>
            </a:r>
            <a:r>
              <a:rPr lang="en-US" sz="2400" dirty="0" err="1">
                <a:latin typeface="Tw Cen MT" pitchFamily="34" charset="0"/>
              </a:rPr>
              <a:t>Pr</a:t>
            </a:r>
            <a:r>
              <a:rPr lang="en-US" sz="2400" dirty="0">
                <a:latin typeface="Tw Cen MT" pitchFamily="34" charset="0"/>
              </a:rPr>
              <a:t>[Bob </a:t>
            </a:r>
            <a:r>
              <a:rPr lang="en-US" sz="2400" dirty="0" err="1">
                <a:latin typeface="Tw Cen MT" pitchFamily="34" charset="0"/>
              </a:rPr>
              <a:t>succeeds|X</a:t>
            </a:r>
            <a:r>
              <a:rPr lang="en-US" sz="2400" dirty="0">
                <a:latin typeface="Tw Cen MT" pitchFamily="34" charset="0"/>
              </a:rPr>
              <a:t> is even] + </a:t>
            </a:r>
            <a:r>
              <a:rPr lang="en-US" sz="2400" dirty="0" err="1">
                <a:latin typeface="Tw Cen MT" pitchFamily="34" charset="0"/>
              </a:rPr>
              <a:t>Pr</a:t>
            </a:r>
            <a:r>
              <a:rPr lang="en-US" sz="2400" dirty="0">
                <a:latin typeface="Tw Cen MT" pitchFamily="34" charset="0"/>
              </a:rPr>
              <a:t>[X is odd]</a:t>
            </a:r>
            <a:r>
              <a:rPr lang="en-US" sz="2400" dirty="0" err="1">
                <a:latin typeface="Tw Cen MT" pitchFamily="34" charset="0"/>
              </a:rPr>
              <a:t>Pr</a:t>
            </a:r>
            <a:r>
              <a:rPr lang="en-US" sz="2400" dirty="0">
                <a:latin typeface="Tw Cen MT" pitchFamily="34" charset="0"/>
              </a:rPr>
              <a:t>[Bob </a:t>
            </a:r>
            <a:r>
              <a:rPr lang="en-US" sz="2400" dirty="0" err="1">
                <a:latin typeface="Tw Cen MT" pitchFamily="34" charset="0"/>
              </a:rPr>
              <a:t>succeeds|X</a:t>
            </a:r>
            <a:r>
              <a:rPr lang="en-US" sz="2400" dirty="0">
                <a:latin typeface="Tw Cen MT" pitchFamily="34" charset="0"/>
              </a:rPr>
              <a:t> is odd]=1/2  ½ +1/2  1=3/4</a:t>
            </a:r>
          </a:p>
          <a:p>
            <a:pPr lvl="1" algn="just"/>
            <a:endParaRPr lang="en-US" sz="2400" dirty="0">
              <a:latin typeface="Tw Cen MT" pitchFamily="34" charset="0"/>
            </a:endParaRPr>
          </a:p>
          <a:p>
            <a:pPr lvl="1" algn="just"/>
            <a:endParaRPr lang="en-US" sz="2400" dirty="0">
              <a:latin typeface="Tw Cen MT" pitchFamily="34" charset="0"/>
            </a:endParaRPr>
          </a:p>
        </p:txBody>
      </p:sp>
    </p:spTree>
    <p:extLst>
      <p:ext uri="{BB962C8B-B14F-4D97-AF65-F5344CB8AC3E}">
        <p14:creationId xmlns:p14="http://schemas.microsoft.com/office/powerpoint/2010/main" val="242069709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0701" y="381000"/>
            <a:ext cx="7583488" cy="838200"/>
          </a:xfrm>
        </p:spPr>
        <p:txBody>
          <a:bodyPr/>
          <a:lstStyle/>
          <a:p>
            <a:r>
              <a:rPr lang="en-US" sz="4000" dirty="0"/>
              <a:t>Bob’s </a:t>
            </a:r>
            <a:r>
              <a:rPr lang="en-US" sz="4000" dirty="0" err="1"/>
              <a:t>Prob</a:t>
            </a:r>
            <a:r>
              <a:rPr lang="en-US" sz="4000" dirty="0"/>
              <a:t> of Success</a:t>
            </a:r>
          </a:p>
        </p:txBody>
      </p:sp>
      <p:sp>
        <p:nvSpPr>
          <p:cNvPr id="3" name="Footer Placeholder 2"/>
          <p:cNvSpPr>
            <a:spLocks noGrp="1"/>
          </p:cNvSpPr>
          <p:nvPr>
            <p:ph type="ftr" sz="quarter" idx="10"/>
          </p:nvPr>
        </p:nvSpPr>
        <p:spPr/>
        <p:txBody>
          <a:bodyPr/>
          <a:lstStyle/>
          <a:p>
            <a:pPr>
              <a:defRPr/>
            </a:pPr>
            <a:endParaRPr lang="en-US"/>
          </a:p>
        </p:txBody>
      </p:sp>
      <p:sp>
        <p:nvSpPr>
          <p:cNvPr id="4" name="Slide Number Placeholder 3"/>
          <p:cNvSpPr>
            <a:spLocks noGrp="1"/>
          </p:cNvSpPr>
          <p:nvPr>
            <p:ph type="sldNum" sz="quarter" idx="11"/>
          </p:nvPr>
        </p:nvSpPr>
        <p:spPr/>
        <p:txBody>
          <a:bodyPr/>
          <a:lstStyle/>
          <a:p>
            <a:pPr>
              <a:defRPr/>
            </a:pPr>
            <a:fld id="{3D1DDD1E-8083-4C2F-82FA-F0F2767FCC10}" type="slidenum">
              <a:rPr lang="en-US" smtClean="0"/>
              <a:pPr>
                <a:defRPr/>
              </a:pPr>
              <a:t>125</a:t>
            </a:fld>
            <a:endParaRPr lang="en-US" dirty="0"/>
          </a:p>
        </p:txBody>
      </p:sp>
      <p:sp>
        <p:nvSpPr>
          <p:cNvPr id="5" name="TextBox 4"/>
          <p:cNvSpPr txBox="1"/>
          <p:nvPr/>
        </p:nvSpPr>
        <p:spPr>
          <a:xfrm>
            <a:off x="817418" y="1371600"/>
            <a:ext cx="7696200" cy="1569660"/>
          </a:xfrm>
          <a:prstGeom prst="rect">
            <a:avLst/>
          </a:prstGeom>
          <a:noFill/>
        </p:spPr>
        <p:txBody>
          <a:bodyPr wrap="square" rtlCol="0">
            <a:spAutoFit/>
          </a:bodyPr>
          <a:lstStyle/>
          <a:p>
            <a:pPr marL="285750" indent="-285750" algn="just">
              <a:buFont typeface="Wingdings" pitchFamily="2" charset="2"/>
              <a:buChar char="§"/>
            </a:pPr>
            <a:r>
              <a:rPr lang="en-US" sz="2400" dirty="0">
                <a:latin typeface="Tw Cen MT" pitchFamily="34" charset="0"/>
              </a:rPr>
              <a:t>Remember we compute </a:t>
            </a:r>
            <a:r>
              <a:rPr lang="en-US" sz="2400" dirty="0" err="1">
                <a:latin typeface="Tw Cen MT" pitchFamily="34" charset="0"/>
              </a:rPr>
              <a:t>alice’s</a:t>
            </a:r>
            <a:r>
              <a:rPr lang="en-US" sz="2400" dirty="0">
                <a:latin typeface="Tw Cen MT" pitchFamily="34" charset="0"/>
              </a:rPr>
              <a:t> cheating probability irrespective of Bob’s strategy</a:t>
            </a:r>
          </a:p>
          <a:p>
            <a:pPr lvl="1" algn="just"/>
            <a:endParaRPr lang="en-US" sz="2400" dirty="0">
              <a:latin typeface="Tw Cen MT" pitchFamily="34" charset="0"/>
            </a:endParaRPr>
          </a:p>
          <a:p>
            <a:pPr lvl="1" algn="just"/>
            <a:endParaRPr lang="en-US" sz="2400" dirty="0">
              <a:latin typeface="Tw Cen MT" pitchFamily="34" charset="0"/>
            </a:endParaRPr>
          </a:p>
        </p:txBody>
      </p:sp>
    </p:spTree>
    <p:extLst>
      <p:ext uri="{BB962C8B-B14F-4D97-AF65-F5344CB8AC3E}">
        <p14:creationId xmlns:p14="http://schemas.microsoft.com/office/powerpoint/2010/main" val="409670297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0701" y="381000"/>
            <a:ext cx="7583488" cy="838200"/>
          </a:xfrm>
        </p:spPr>
        <p:txBody>
          <a:bodyPr/>
          <a:lstStyle/>
          <a:p>
            <a:r>
              <a:rPr lang="en-US" sz="4000" dirty="0"/>
              <a:t>Bob’s </a:t>
            </a:r>
            <a:r>
              <a:rPr lang="en-US" sz="4000" dirty="0" err="1"/>
              <a:t>Prob</a:t>
            </a:r>
            <a:r>
              <a:rPr lang="en-US" sz="4000" dirty="0"/>
              <a:t> of Success</a:t>
            </a:r>
          </a:p>
        </p:txBody>
      </p:sp>
      <p:sp>
        <p:nvSpPr>
          <p:cNvPr id="3" name="Footer Placeholder 2"/>
          <p:cNvSpPr>
            <a:spLocks noGrp="1"/>
          </p:cNvSpPr>
          <p:nvPr>
            <p:ph type="ftr" sz="quarter" idx="10"/>
          </p:nvPr>
        </p:nvSpPr>
        <p:spPr/>
        <p:txBody>
          <a:bodyPr/>
          <a:lstStyle/>
          <a:p>
            <a:pPr>
              <a:defRPr/>
            </a:pPr>
            <a:endParaRPr lang="en-US"/>
          </a:p>
        </p:txBody>
      </p:sp>
      <p:sp>
        <p:nvSpPr>
          <p:cNvPr id="4" name="Slide Number Placeholder 3"/>
          <p:cNvSpPr>
            <a:spLocks noGrp="1"/>
          </p:cNvSpPr>
          <p:nvPr>
            <p:ph type="sldNum" sz="quarter" idx="11"/>
          </p:nvPr>
        </p:nvSpPr>
        <p:spPr/>
        <p:txBody>
          <a:bodyPr/>
          <a:lstStyle/>
          <a:p>
            <a:pPr>
              <a:defRPr/>
            </a:pPr>
            <a:fld id="{3D1DDD1E-8083-4C2F-82FA-F0F2767FCC10}" type="slidenum">
              <a:rPr lang="en-US" smtClean="0"/>
              <a:pPr>
                <a:defRPr/>
              </a:pPr>
              <a:t>126</a:t>
            </a:fld>
            <a:endParaRPr lang="en-US" dirty="0"/>
          </a:p>
        </p:txBody>
      </p:sp>
      <p:pic>
        <p:nvPicPr>
          <p:cNvPr id="6146" name="Picture 2"/>
          <p:cNvPicPr>
            <a:picLocks noChangeAspect="1" noChangeArrowheads="1"/>
          </p:cNvPicPr>
          <p:nvPr/>
        </p:nvPicPr>
        <p:blipFill>
          <a:blip r:embed="rId3">
            <a:biLevel thresh="75000"/>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066800" y="1447800"/>
            <a:ext cx="7010400" cy="4742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13305597"/>
      </p:ext>
    </p:extLst>
  </p:cSld>
  <p:clrMapOvr>
    <a:masterClrMapping/>
  </p:clrMapOvr>
</p:sld>
</file>

<file path=ppt/theme/theme1.xml><?xml version="1.0" encoding="utf-8"?>
<a:theme xmlns:a="http://schemas.openxmlformats.org/drawingml/2006/main" name="CCNA">
  <a:themeElements>
    <a:clrScheme name="CiscoAcademy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iscoAcademy">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73025" tIns="36512" rIns="73025" bIns="36512"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73025" tIns="36512" rIns="73025" bIns="36512"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CiscoAcademy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iscoAcademy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iscoAcademy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iscoAcademy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iscoAcademy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iscoAcademy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iscoAcademy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iscoAcademy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iscoAcademy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iscoAcademy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iscoAcademy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iscoAcademy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CCNA</Template>
  <TotalTime>9335</TotalTime>
  <Words>8643</Words>
  <Application>Microsoft Office PowerPoint</Application>
  <PresentationFormat>On-screen Show (4:3)</PresentationFormat>
  <Paragraphs>1069</Paragraphs>
  <Slides>126</Slides>
  <Notes>71</Notes>
  <HiddenSlides>0</HiddenSlides>
  <MMClips>0</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126</vt:i4>
      </vt:variant>
    </vt:vector>
  </HeadingPairs>
  <TitlesOfParts>
    <vt:vector size="144" baseType="lpstr">
      <vt:lpstr>MS PGothic</vt:lpstr>
      <vt:lpstr>MS PGothic</vt:lpstr>
      <vt:lpstr>Arial</vt:lpstr>
      <vt:lpstr>Arial Narrow</vt:lpstr>
      <vt:lpstr>Arial Unicode MS</vt:lpstr>
      <vt:lpstr>Calisto MT</vt:lpstr>
      <vt:lpstr>Candara</vt:lpstr>
      <vt:lpstr>CMR17</vt:lpstr>
      <vt:lpstr>Graphik-Black</vt:lpstr>
      <vt:lpstr>Lucida Sans</vt:lpstr>
      <vt:lpstr>Lucida Sans Unicode</vt:lpstr>
      <vt:lpstr>Perpetua Titling MT</vt:lpstr>
      <vt:lpstr>Tahoma</vt:lpstr>
      <vt:lpstr>Times</vt:lpstr>
      <vt:lpstr>Times New Roman</vt:lpstr>
      <vt:lpstr>Tw Cen MT</vt:lpstr>
      <vt:lpstr>Wingdings</vt:lpstr>
      <vt:lpstr>CCNA</vt:lpstr>
      <vt:lpstr>PowerPoint Presentation</vt:lpstr>
      <vt:lpstr>Text Book</vt:lpstr>
      <vt:lpstr>Learning Objectives</vt:lpstr>
      <vt:lpstr>Introduction</vt:lpstr>
      <vt:lpstr>History – Pre-Renaissance</vt:lpstr>
      <vt:lpstr>History – Pre-Renaissance</vt:lpstr>
      <vt:lpstr>History – Pre-Renaissance</vt:lpstr>
      <vt:lpstr>History – Renaissance to World War I</vt:lpstr>
      <vt:lpstr>History –World War II</vt:lpstr>
      <vt:lpstr>History –Cold War</vt:lpstr>
      <vt:lpstr>History –Cold War</vt:lpstr>
      <vt:lpstr>History – The Modern Era</vt:lpstr>
      <vt:lpstr>Organized Crime and Botnets</vt:lpstr>
      <vt:lpstr>What is Security?</vt:lpstr>
      <vt:lpstr>What is Security?</vt:lpstr>
      <vt:lpstr>What is Security?</vt:lpstr>
      <vt:lpstr>What is Security?</vt:lpstr>
      <vt:lpstr>Computer Security Concepts</vt:lpstr>
      <vt:lpstr>Computer and Internet Security </vt:lpstr>
      <vt:lpstr>What security is about in general?</vt:lpstr>
      <vt:lpstr>Relationships among the security Concepts</vt:lpstr>
      <vt:lpstr>Real world example</vt:lpstr>
      <vt:lpstr>Information security in past &amp; present</vt:lpstr>
      <vt:lpstr>Definition</vt:lpstr>
      <vt:lpstr>Definition</vt:lpstr>
      <vt:lpstr>Security Trends</vt:lpstr>
      <vt:lpstr>The global average cost of cyber crime/attacks</vt:lpstr>
      <vt:lpstr>Types of cyber attacks experienced</vt:lpstr>
      <vt:lpstr>Computer Security</vt:lpstr>
      <vt:lpstr>NIST</vt:lpstr>
      <vt:lpstr>Computer Security Objectives</vt:lpstr>
      <vt:lpstr>PowerPoint Presentation</vt:lpstr>
      <vt:lpstr>CIA Triad</vt:lpstr>
      <vt:lpstr>NSTISSC Security Model</vt:lpstr>
      <vt:lpstr>PowerPoint Presentation</vt:lpstr>
      <vt:lpstr>PowerPoint Presentation</vt:lpstr>
      <vt:lpstr>Possible additional concepts:</vt:lpstr>
      <vt:lpstr>Possible additional concepts:</vt:lpstr>
      <vt:lpstr>Breach of Security  3 Levels of Impact (These levels are defined in FIPS 199)</vt:lpstr>
      <vt:lpstr>Examples of Security Requirements</vt:lpstr>
      <vt:lpstr>Computer Security Challenges</vt:lpstr>
      <vt:lpstr>The OSI Security Architecture</vt:lpstr>
      <vt:lpstr>ITU-T</vt:lpstr>
      <vt:lpstr>OSI </vt:lpstr>
      <vt:lpstr>History of OSI</vt:lpstr>
      <vt:lpstr>Security Services: X.800</vt:lpstr>
      <vt:lpstr>OSI Security Architecture</vt:lpstr>
      <vt:lpstr>IETF and RFC</vt:lpstr>
      <vt:lpstr>ATTACKS</vt:lpstr>
      <vt:lpstr> Threats and Attacks (RFC 4949) </vt:lpstr>
      <vt:lpstr>PowerPoint Presentation</vt:lpstr>
      <vt:lpstr>Security Attacks</vt:lpstr>
      <vt:lpstr>Passive Attacks  (Two types) </vt:lpstr>
      <vt:lpstr>PowerPoint Presentation</vt:lpstr>
      <vt:lpstr>PowerPoint Presentation</vt:lpstr>
      <vt:lpstr>Active Attacks (4 types)</vt:lpstr>
      <vt:lpstr>PowerPoint Presentation</vt:lpstr>
      <vt:lpstr>PowerPoint Presentation</vt:lpstr>
      <vt:lpstr>PowerPoint Presentation</vt:lpstr>
      <vt:lpstr>PowerPoint Presentation</vt:lpstr>
      <vt:lpstr>PowerPoint Presentation</vt:lpstr>
      <vt:lpstr>Security Services</vt:lpstr>
      <vt:lpstr>Basic Security Services</vt:lpstr>
      <vt:lpstr>Basic Security Services</vt:lpstr>
      <vt:lpstr>Relationships</vt:lpstr>
      <vt:lpstr>Services  and Mechanisms</vt:lpstr>
      <vt:lpstr>Security Services</vt:lpstr>
      <vt:lpstr>X.800 Service Categories</vt:lpstr>
      <vt:lpstr>PowerPoint Presentation</vt:lpstr>
      <vt:lpstr>PowerPoint Presentation</vt:lpstr>
      <vt:lpstr>Authentication</vt:lpstr>
      <vt:lpstr>Access Control</vt:lpstr>
      <vt:lpstr>Data Confidentiality</vt:lpstr>
      <vt:lpstr>Data Integrity</vt:lpstr>
      <vt:lpstr>Nonrepudiation </vt:lpstr>
      <vt:lpstr>Availability service</vt:lpstr>
      <vt:lpstr>Security Mechanisms</vt:lpstr>
      <vt:lpstr>Security Mechanisms</vt:lpstr>
      <vt:lpstr>Cryptographic Security Mechanisms</vt:lpstr>
      <vt:lpstr>Cryptographic Security Mechanisms</vt:lpstr>
      <vt:lpstr>Security Mechanisms</vt:lpstr>
      <vt:lpstr>Security Mechanisms (X.800)</vt:lpstr>
      <vt:lpstr>PowerPoint Presentation</vt:lpstr>
      <vt:lpstr>PowerPoint Presentation</vt:lpstr>
      <vt:lpstr>Relationship Between Security Services and Mechanisms</vt:lpstr>
      <vt:lpstr>Relationship Between Security Services and Mechanisms</vt:lpstr>
      <vt:lpstr>Model for Network Security</vt:lpstr>
      <vt:lpstr>A Model for Network Security</vt:lpstr>
      <vt:lpstr>Network Access Security Model</vt:lpstr>
      <vt:lpstr>Fundamental Security design Principals</vt:lpstr>
      <vt:lpstr>A Model for Network Access Security</vt:lpstr>
      <vt:lpstr>More on Computer System Security</vt:lpstr>
      <vt:lpstr>Attack Surfaces</vt:lpstr>
      <vt:lpstr>Attack Surface Categories</vt:lpstr>
      <vt:lpstr>Attack Surface Categories</vt:lpstr>
      <vt:lpstr>Attack Trees</vt:lpstr>
      <vt:lpstr>Attack Trees</vt:lpstr>
      <vt:lpstr>Unwanted Access</vt:lpstr>
      <vt:lpstr>Standards</vt:lpstr>
      <vt:lpstr>PowerPoint Presentation</vt:lpstr>
      <vt:lpstr>PowerPoint Presentation</vt:lpstr>
      <vt:lpstr>PowerPoint Presentation</vt:lpstr>
      <vt:lpstr>PowerPoint Presentation</vt:lpstr>
      <vt:lpstr>Cryptographic Services</vt:lpstr>
      <vt:lpstr>Applications</vt:lpstr>
      <vt:lpstr>Applications (cont.)</vt:lpstr>
      <vt:lpstr>Some Other Security Facts</vt:lpstr>
      <vt:lpstr>Summary</vt:lpstr>
      <vt:lpstr>Cryptographic Functions</vt:lpstr>
      <vt:lpstr>Cryptographic Functions</vt:lpstr>
      <vt:lpstr>Use of Unbiased Coin</vt:lpstr>
      <vt:lpstr>Problem of Trust</vt:lpstr>
      <vt:lpstr>The Protocol</vt:lpstr>
      <vt:lpstr>The Protocol</vt:lpstr>
      <vt:lpstr>Problem of Trust</vt:lpstr>
      <vt:lpstr>The Protocol</vt:lpstr>
      <vt:lpstr>Coin Flipping over Telephone</vt:lpstr>
      <vt:lpstr>Security Analysis</vt:lpstr>
      <vt:lpstr>An Example</vt:lpstr>
      <vt:lpstr>An Example</vt:lpstr>
      <vt:lpstr>An Example</vt:lpstr>
      <vt:lpstr>Bob’s Strategy</vt:lpstr>
      <vt:lpstr>Bob’s Strategy</vt:lpstr>
      <vt:lpstr>Bob’s Prob of Success</vt:lpstr>
      <vt:lpstr>Bob’s Prob of Success</vt:lpstr>
      <vt:lpstr>Bob’s Prob of Success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Use Packet Tracer</dc:title>
  <dc:creator>Kenneth M. Chipps Ph.D.</dc:creator>
  <cp:lastModifiedBy>Shafiq Islam</cp:lastModifiedBy>
  <cp:revision>261</cp:revision>
  <dcterms:created xsi:type="dcterms:W3CDTF">2006-12-01T18:00:48Z</dcterms:created>
  <dcterms:modified xsi:type="dcterms:W3CDTF">2025-06-16T02:55:07Z</dcterms:modified>
</cp:coreProperties>
</file>