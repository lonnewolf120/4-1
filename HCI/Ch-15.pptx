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87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BF235-CEDE-CA52-CBC5-C77FEA8CBA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DB3152-F722-4D14-7C20-6802CD3E74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D4CC4-5B6C-546E-0E54-C4C41418F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9C1C3-2178-44B8-A926-EC4AB3DA2D2A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E275F-39B2-486C-0052-B8F397802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8FE1B-5CE9-0ACE-4EAA-8F8091E49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5DCAB-36C2-4078-89D9-7BEDEABF1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073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7C31C-68F1-674B-595D-88BCE17FA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6082D-3689-A800-3F40-BB9574730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B19DF1-606D-8044-7760-7414A9A08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9C1C3-2178-44B8-A926-EC4AB3DA2D2A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3B04D-F068-64B8-C42F-833898988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9941D-B4BA-3584-EA6E-8B9F33238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5DCAB-36C2-4078-89D9-7BEDEABF1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419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4F449-A1C0-0BF1-CA24-BD2FBF5C0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85BF46-F550-4686-389F-79D023071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84D2E-2FEA-F010-88C3-5B95EBF77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9C1C3-2178-44B8-A926-EC4AB3DA2D2A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6C457-D7D5-4EE8-DB7C-514FF489B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5B0F2-F50A-A591-7BAE-A6D1AA6A1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5DCAB-36C2-4078-89D9-7BEDEABF1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013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00CA1-14DB-A430-53A2-6E4D4249E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30D37-5080-EBC3-D450-BA75C5B210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1C66B9-8C33-C5A2-B776-1D42CD917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4907C2-CA88-03E6-4894-8AB05102F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9C1C3-2178-44B8-A926-EC4AB3DA2D2A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0E15E9-C5A6-54B2-8B75-D243D1A53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CDD4DF-4F00-CE75-BD61-F2BD50A61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5DCAB-36C2-4078-89D9-7BEDEABF1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09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CA1A4-1D09-0B27-9A9F-AF8FF80C9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D10D74-319A-E1FD-666E-ABB8602D6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766784-9F72-60E3-9E30-EEC29E3BF9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139110-30E4-AA7A-A9C6-1438F5D4C7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CD5487-ABCF-FE5A-798F-690C273D07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323B57-893C-0934-276A-BD240B54A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9C1C3-2178-44B8-A926-EC4AB3DA2D2A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987DCB-4773-707A-C0DD-6A1D80086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ED31E5-814F-F700-E410-A51E828E1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5DCAB-36C2-4078-89D9-7BEDEABF1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452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74FF1-9C96-37FB-CD5C-504598437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1EFA86-20AC-A2EC-2DB0-F48A69B09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9C1C3-2178-44B8-A926-EC4AB3DA2D2A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FDC666-F890-365F-F65F-5A996B08D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445899-9BD3-585C-0601-2DDFBBA01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5DCAB-36C2-4078-89D9-7BEDEABF1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553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D41D29-760E-F3BE-CC4D-3C0737DC0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9C1C3-2178-44B8-A926-EC4AB3DA2D2A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FDA350-8B71-194E-9215-16A3FEC02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03C073-E6B3-9DE1-6828-B48754865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5DCAB-36C2-4078-89D9-7BEDEABF1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810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BB4D5-6221-2CA6-FA6B-2E2424F51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AA8F5-046E-9230-1D81-2D76F464F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6A2E28-664A-3097-EBA5-2D62A3C159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4FEEB6-A122-B4BC-B9C7-35246FEAD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9C1C3-2178-44B8-A926-EC4AB3DA2D2A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DBEC32-5F8C-51DD-D813-38A3613DE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186D8-9C49-A1AD-786F-F64C0A728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5DCAB-36C2-4078-89D9-7BEDEABF1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366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F4D2B-4E4C-6ECC-18B5-D972CB67C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073681-8E5E-B2C6-7A68-F37AEB15AF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BFC914-5C54-DEEE-42BD-44B40E3560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183819-754F-E9BC-1631-6E57278A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9C1C3-2178-44B8-A926-EC4AB3DA2D2A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836269-29BA-DFDC-8A6A-FC6A445CB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8C6E84-56ED-E74F-79F5-A3E634BA5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5DCAB-36C2-4078-89D9-7BEDEABF1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718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7F6D6-02B2-530C-5762-C5D610E3B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D48F8A-8D52-5AB0-E1C6-7D95C9670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BAAE7-DA47-08D1-4F66-6489A3613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9C1C3-2178-44B8-A926-EC4AB3DA2D2A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9F06D-DE2D-36F8-7C6F-EAD3D592C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A80CF-6E46-747E-3EEE-1D66F15FB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5DCAB-36C2-4078-89D9-7BEDEABF1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912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3C45ED-3B51-9992-9A21-CF2740D417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4E7E4-91D0-A0CF-520B-2C0A5BFB0B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E6C6B-D06A-A497-9660-E568ECBD2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9C1C3-2178-44B8-A926-EC4AB3DA2D2A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7B5E5-1896-8726-F8C5-908356737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F911CA-6265-5929-EF32-2ABC52F8A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5DCAB-36C2-4078-89D9-7BEDEABF1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999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E15998-C6ED-A2F6-C835-7942C4F61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CA0546-60E6-33DD-0BCD-E4F7DF6C3E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A606B-E1C7-F21B-8D47-2633C01C18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A9C1C3-2178-44B8-A926-EC4AB3DA2D2A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8ADDE-B4EF-31B1-F3BC-746F9FACCC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CB52C-B275-8FDB-4C1C-119859F792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85DCAB-36C2-4078-89D9-7BEDEABF18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69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F9CB459-2646-8335-B293-EC55E88E6AC7}"/>
              </a:ext>
            </a:extLst>
          </p:cNvPr>
          <p:cNvSpPr txBox="1"/>
          <p:nvPr/>
        </p:nvSpPr>
        <p:spPr>
          <a:xfrm>
            <a:off x="1911096" y="1112211"/>
            <a:ext cx="9079992" cy="3788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UNIPLEX (MIST EMS)?</a:t>
            </a:r>
          </a:p>
          <a:p>
            <a:pPr>
              <a:lnSpc>
                <a:spcPct val="15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UNIPLEX at MIST is an integrated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Management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for tasks like: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registration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tracking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publishing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submission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Faculty-student communication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routine management</a:t>
            </a:r>
          </a:p>
        </p:txBody>
      </p:sp>
    </p:spTree>
    <p:extLst>
      <p:ext uri="{BB962C8B-B14F-4D97-AF65-F5344CB8AC3E}">
        <p14:creationId xmlns:p14="http://schemas.microsoft.com/office/powerpoint/2010/main" val="608458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FE263D-D379-8BD5-81DD-0F8EF5CD1859}"/>
              </a:ext>
            </a:extLst>
          </p:cNvPr>
          <p:cNvSpPr txBox="1"/>
          <p:nvPr/>
        </p:nvSpPr>
        <p:spPr>
          <a:xfrm>
            <a:off x="3048762" y="519422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Task Analysis Applies to UNIPLEX  ???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48170D-BFC3-08A9-B81A-931A408F5E5A}"/>
              </a:ext>
            </a:extLst>
          </p:cNvPr>
          <p:cNvSpPr txBox="1"/>
          <p:nvPr/>
        </p:nvSpPr>
        <p:spPr>
          <a:xfrm>
            <a:off x="3806190" y="2238494"/>
            <a:ext cx="4770882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Decomposition (HTA) in UNIPLEX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Knowledge-Based Task Analysis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Entity/Object-Based Analysis</a:t>
            </a:r>
          </a:p>
        </p:txBody>
      </p:sp>
    </p:spTree>
    <p:extLst>
      <p:ext uri="{BB962C8B-B14F-4D97-AF65-F5344CB8AC3E}">
        <p14:creationId xmlns:p14="http://schemas.microsoft.com/office/powerpoint/2010/main" val="3417654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AB2606-400F-520B-0980-4F84484132DF}"/>
              </a:ext>
            </a:extLst>
          </p:cNvPr>
          <p:cNvSpPr txBox="1"/>
          <p:nvPr/>
        </p:nvSpPr>
        <p:spPr>
          <a:xfrm>
            <a:off x="1170432" y="576501"/>
            <a:ext cx="10607040" cy="5444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Decomposition (HTA) in UNIPLEX</a:t>
            </a:r>
          </a:p>
          <a:p>
            <a:pPr algn="ctr">
              <a:lnSpc>
                <a:spcPct val="150000"/>
              </a:lnSpc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Task: Register for courses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Task Analysis (HTA):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Goal: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Register for the semester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Subtasks: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in to UNIPLEX</a:t>
            </a:r>
          </a:p>
          <a:p>
            <a:pPr lvl="3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Navigate to course registration panel</a:t>
            </a:r>
          </a:p>
          <a:p>
            <a:pPr lvl="3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courses as per credit requirement</a:t>
            </a:r>
          </a:p>
          <a:p>
            <a:pPr lvl="3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 and submit</a:t>
            </a:r>
          </a:p>
          <a:p>
            <a:pPr lvl="3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 or verify course list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1 → 2 → 3 → 4 → 5 in that order.</a:t>
            </a:r>
          </a:p>
          <a:p>
            <a:pPr>
              <a:lnSpc>
                <a:spcPct val="150000"/>
              </a:lnSpc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breakdown helps system designers ensure the interface supports the task sequence logically and clearly.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8225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634AB2-005B-2974-7069-EE34BB8251E3}"/>
              </a:ext>
            </a:extLst>
          </p:cNvPr>
          <p:cNvSpPr txBox="1"/>
          <p:nvPr/>
        </p:nvSpPr>
        <p:spPr>
          <a:xfrm>
            <a:off x="1481328" y="1174879"/>
            <a:ext cx="9774936" cy="4613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Knowledge-Based Task Analysis</a:t>
            </a:r>
          </a:p>
          <a:p>
            <a:pPr algn="ctr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Task: Register for courses</a:t>
            </a:r>
          </a:p>
          <a:p>
            <a:pPr algn="ctr">
              <a:lnSpc>
                <a:spcPct val="150000"/>
              </a:lnSpc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successfully register or use UNIPLEX, a user (student) needs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Their credit requirements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Course prerequisites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How to navigate the UNIPLEX dashboard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Course codes and titles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Deadline for registration</a:t>
            </a:r>
          </a:p>
          <a:p>
            <a:pPr algn="just">
              <a:lnSpc>
                <a:spcPct val="150000"/>
              </a:lnSpc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the system should consider this knowledge – e.g., providing tooltips, course descriptions, credit summaries.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9940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6692DD4-EE0E-AFEC-B9F8-C8EFF3A895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742642"/>
              </p:ext>
            </p:extLst>
          </p:nvPr>
        </p:nvGraphicFramePr>
        <p:xfrm>
          <a:off x="2228088" y="3575304"/>
          <a:ext cx="9366504" cy="2194560"/>
        </p:xfrm>
        <a:graphic>
          <a:graphicData uri="http://schemas.openxmlformats.org/drawingml/2006/table">
            <a:tbl>
              <a:tblPr/>
              <a:tblGrid>
                <a:gridCol w="4683252">
                  <a:extLst>
                    <a:ext uri="{9D8B030D-6E8A-4147-A177-3AD203B41FA5}">
                      <a16:colId xmlns:a16="http://schemas.microsoft.com/office/drawing/2014/main" val="3508520692"/>
                    </a:ext>
                  </a:extLst>
                </a:gridCol>
                <a:gridCol w="4683252">
                  <a:extLst>
                    <a:ext uri="{9D8B030D-6E8A-4147-A177-3AD203B41FA5}">
                      <a16:colId xmlns:a16="http://schemas.microsoft.com/office/drawing/2014/main" val="42699179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Entity/Object</a:t>
                      </a:r>
                      <a:endParaRPr lang="en-US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Associated Actions</a:t>
                      </a:r>
                      <a:endParaRPr lang="en-US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313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profile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View, update, submit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9191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Courses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Browse, select, drop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8488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Assignments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Upload, view feedback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5681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View, download, contest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3517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Attendance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Check, notify instructor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8059855"/>
                  </a:ext>
                </a:extLst>
              </a:tr>
            </a:tbl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2C679442-FD14-CB66-97D8-448456E172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4440" y="375292"/>
            <a:ext cx="9272016" cy="2194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Entity/Object-Based Analysis</a:t>
            </a:r>
          </a:p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Task: Register for courses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UNIPLEX, key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entities (objects)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include: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helps map the system’s data models and understand how users interact with features.</a:t>
            </a:r>
          </a:p>
        </p:txBody>
      </p:sp>
    </p:spTree>
    <p:extLst>
      <p:ext uri="{BB962C8B-B14F-4D97-AF65-F5344CB8AC3E}">
        <p14:creationId xmlns:p14="http://schemas.microsoft.com/office/powerpoint/2010/main" val="2948127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93AB58-3F23-22E0-B523-063206EB89F5}"/>
              </a:ext>
            </a:extLst>
          </p:cNvPr>
          <p:cNvSpPr txBox="1"/>
          <p:nvPr/>
        </p:nvSpPr>
        <p:spPr>
          <a:xfrm>
            <a:off x="1543050" y="662791"/>
            <a:ext cx="10039350" cy="5028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Classroom Example for Discussion</a:t>
            </a:r>
          </a:p>
          <a:p>
            <a:pPr algn="ctr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Task: Submitting an Assignment via UNIPLEX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Asking: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steps do you follow?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knowledge is required?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objects and actions are involved?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Answers: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Login → Go to course → Find assignment → Upload → Confirm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Deadline, file format, assignment title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Objects/Actions: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Assignment (upload), Course (navigate), Notification (receive)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Then, let students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 an HTA tree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flow diagram of this process.</a:t>
            </a:r>
          </a:p>
        </p:txBody>
      </p:sp>
    </p:spTree>
    <p:extLst>
      <p:ext uri="{BB962C8B-B14F-4D97-AF65-F5344CB8AC3E}">
        <p14:creationId xmlns:p14="http://schemas.microsoft.com/office/powerpoint/2010/main" val="3942777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66E7FD7-93EC-2C0D-0D2A-DEAFECDE5B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517587"/>
              </p:ext>
            </p:extLst>
          </p:nvPr>
        </p:nvGraphicFramePr>
        <p:xfrm>
          <a:off x="838200" y="2060575"/>
          <a:ext cx="10515600" cy="1814576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60335365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7719147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 Analysis Method</a:t>
                      </a:r>
                      <a:endParaRPr lang="en-US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u="sng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UNIPLEX Example</a:t>
                      </a:r>
                      <a:endParaRPr lang="en-US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41227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 Decomposition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Registering courses, uploading assignments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085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Knowledge-Based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Knowing course codes, deadlines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932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Entity/Object-Based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course, assignment, result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4809867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0718CDC3-2EE1-54F6-2AC1-C6B5CF465A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7101" y="532884"/>
            <a:ext cx="17559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Summary Table</a:t>
            </a:r>
          </a:p>
        </p:txBody>
      </p:sp>
    </p:spTree>
    <p:extLst>
      <p:ext uri="{BB962C8B-B14F-4D97-AF65-F5344CB8AC3E}">
        <p14:creationId xmlns:p14="http://schemas.microsoft.com/office/powerpoint/2010/main" val="3487893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396</Words>
  <Application>Microsoft Office PowerPoint</Application>
  <PresentationFormat>Widescreen</PresentationFormat>
  <Paragraphs>73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Mobile Apps Lab 06</dc:creator>
  <cp:lastModifiedBy>Mobile Apps Lab 06</cp:lastModifiedBy>
  <cp:revision>6</cp:revision>
  <dcterms:created xsi:type="dcterms:W3CDTF">2025-07-27T09:01:49Z</dcterms:created>
  <dcterms:modified xsi:type="dcterms:W3CDTF">2025-07-27T09:18:06Z</dcterms:modified>
</cp:coreProperties>
</file>