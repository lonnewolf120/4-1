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1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BFC90-A5C5-B08A-9C9E-F15A7A08CF3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8BD2188-20B6-D537-DC73-6F8B60FC7F6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D80FDDB-136E-E07C-1424-E1628372D078}"/>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5" name="Footer Placeholder 4">
            <a:extLst>
              <a:ext uri="{FF2B5EF4-FFF2-40B4-BE49-F238E27FC236}">
                <a16:creationId xmlns:a16="http://schemas.microsoft.com/office/drawing/2014/main" id="{760A0894-51DD-5D8E-7636-76DF323347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E5F98A-E47B-5993-3344-0393434E9936}"/>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17259943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7CF3F0-51F5-01E4-2732-C0914C54A2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BEE7C7-B19F-AF42-D01F-AD687E3B857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6994A7-F297-6384-087A-12B1754AE781}"/>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5" name="Footer Placeholder 4">
            <a:extLst>
              <a:ext uri="{FF2B5EF4-FFF2-40B4-BE49-F238E27FC236}">
                <a16:creationId xmlns:a16="http://schemas.microsoft.com/office/drawing/2014/main" id="{674D0193-24CD-799C-3284-CC51DB44AF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0D1BD6-4429-81C0-A207-5E71F9ACC655}"/>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17520832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04770D-9B26-27B3-0E5A-3B787116A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E898F6-070F-B4CC-0610-6600C3580C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9B26A4-1DEA-5688-6B12-1BAB12CAF7AD}"/>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5" name="Footer Placeholder 4">
            <a:extLst>
              <a:ext uri="{FF2B5EF4-FFF2-40B4-BE49-F238E27FC236}">
                <a16:creationId xmlns:a16="http://schemas.microsoft.com/office/drawing/2014/main" id="{0EC7F900-E564-813B-3C46-FF54533C0C5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430CCE-3FAD-78EF-2148-F78C3EF78229}"/>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34408389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2B042-1A42-4672-E7CD-9A264F5A1C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BA3EB7-48FF-AC1A-BC03-96BE9B48C44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92C7E3F-597E-5BF3-A4AB-1F3D0E36C30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8A1D7B6-7163-76FE-50E0-1D4EC2DE8BBE}"/>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6" name="Footer Placeholder 5">
            <a:extLst>
              <a:ext uri="{FF2B5EF4-FFF2-40B4-BE49-F238E27FC236}">
                <a16:creationId xmlns:a16="http://schemas.microsoft.com/office/drawing/2014/main" id="{E578FE7C-2570-7455-F8F2-C165AA7399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96EC9B-1BAA-0F36-72CB-0148E9F79A9E}"/>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1668905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98371-7D76-5BD2-4B53-75060ABE64C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3D2BA98-FD27-D814-2B7D-3540F6685D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007280E-982A-6789-CFF9-16718FD853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3B267A-49AA-5FFB-0D2C-1D48DF60CB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FC9A6E-591B-1167-07AF-F832DBA42E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3243D08-B3B1-7831-D75C-FFFE17C8AAFE}"/>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8" name="Footer Placeholder 7">
            <a:extLst>
              <a:ext uri="{FF2B5EF4-FFF2-40B4-BE49-F238E27FC236}">
                <a16:creationId xmlns:a16="http://schemas.microsoft.com/office/drawing/2014/main" id="{A6FD8564-F819-48B8-C1D5-2F7EB6F1E97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24020CA-B063-BD21-D39E-28052DB1A956}"/>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20983348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866C-0BBF-9872-A8A6-74024D6BEE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0B3F10-CA12-0E09-A4D3-B105055140C2}"/>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4" name="Footer Placeholder 3">
            <a:extLst>
              <a:ext uri="{FF2B5EF4-FFF2-40B4-BE49-F238E27FC236}">
                <a16:creationId xmlns:a16="http://schemas.microsoft.com/office/drawing/2014/main" id="{EAC4AB24-AAD8-656C-5558-01F450BF08B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E89AF63-AA10-D1FA-D5AA-EFA56B1E39C9}"/>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35161799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AA301B2-0356-E097-552F-A28ECA2569EA}"/>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3" name="Footer Placeholder 2">
            <a:extLst>
              <a:ext uri="{FF2B5EF4-FFF2-40B4-BE49-F238E27FC236}">
                <a16:creationId xmlns:a16="http://schemas.microsoft.com/office/drawing/2014/main" id="{1D50A9A1-A9E4-A6B6-AC2F-1B9FBDBD275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5F346E-5C6B-B9AF-EEDB-AD20AB307CA8}"/>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3337597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E7DEA-FB06-FFAD-59D5-64664A9F786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8D4E53B-5B6C-CF3A-A829-C965AA043A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56B37C-7989-283E-14F1-25FAD4E4F42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710E70-D91F-8EE5-1C18-23C46D136C59}"/>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6" name="Footer Placeholder 5">
            <a:extLst>
              <a:ext uri="{FF2B5EF4-FFF2-40B4-BE49-F238E27FC236}">
                <a16:creationId xmlns:a16="http://schemas.microsoft.com/office/drawing/2014/main" id="{F2E281B9-2ABE-4503-364F-5899B99B4A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B65A9D-846F-1099-3BCA-DE61E176B1A2}"/>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2946181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7E5A6-FB2F-4811-0F17-21470F6364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D26EC8B-6C13-00FF-692E-1C5ED8763C6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4FA639-0DEC-ED3A-49B0-BD886367B6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1BD33A-82DC-170F-E63D-C8643EBB5AC5}"/>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6" name="Footer Placeholder 5">
            <a:extLst>
              <a:ext uri="{FF2B5EF4-FFF2-40B4-BE49-F238E27FC236}">
                <a16:creationId xmlns:a16="http://schemas.microsoft.com/office/drawing/2014/main" id="{B6CFDA4A-7CC7-8E53-D155-25CDE6ABC2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654F1E-53DE-1FFB-C1A8-46E4FA0CD7CC}"/>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1303203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D62BF5-773E-B1FA-B63C-A76D816A9EC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7204E72-AE58-6333-4FD6-A259A2F31DF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B4376CE-EE1E-6A03-B3C9-6ABC0C9C6AC0}"/>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5" name="Footer Placeholder 4">
            <a:extLst>
              <a:ext uri="{FF2B5EF4-FFF2-40B4-BE49-F238E27FC236}">
                <a16:creationId xmlns:a16="http://schemas.microsoft.com/office/drawing/2014/main" id="{BB1A9A37-A4AA-7672-D5E5-9602B816EC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D35231-381B-51FA-D36E-1437D3F4AACD}"/>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31765256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689BDE3-C7A3-ED69-F594-6DFEF529792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F13622E-AE31-E285-4675-E78EAF37B8F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02035D-DE3C-501E-944F-5A6207E2B6AD}"/>
              </a:ext>
            </a:extLst>
          </p:cNvPr>
          <p:cNvSpPr>
            <a:spLocks noGrp="1"/>
          </p:cNvSpPr>
          <p:nvPr>
            <p:ph type="dt" sz="half" idx="10"/>
          </p:nvPr>
        </p:nvSpPr>
        <p:spPr/>
        <p:txBody>
          <a:bodyPr/>
          <a:lstStyle/>
          <a:p>
            <a:fld id="{4E8B8FD4-B636-400B-A6C0-005FABF4D05E}" type="datetimeFigureOut">
              <a:rPr lang="en-US" smtClean="0"/>
              <a:t>7/21/2025</a:t>
            </a:fld>
            <a:endParaRPr lang="en-US"/>
          </a:p>
        </p:txBody>
      </p:sp>
      <p:sp>
        <p:nvSpPr>
          <p:cNvPr id="5" name="Footer Placeholder 4">
            <a:extLst>
              <a:ext uri="{FF2B5EF4-FFF2-40B4-BE49-F238E27FC236}">
                <a16:creationId xmlns:a16="http://schemas.microsoft.com/office/drawing/2014/main" id="{3FEC8BE3-3662-F02C-E90C-B54DDF68FD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794B64-E74D-305E-3ED6-74754388601B}"/>
              </a:ext>
            </a:extLst>
          </p:cNvPr>
          <p:cNvSpPr>
            <a:spLocks noGrp="1"/>
          </p:cNvSpPr>
          <p:nvPr>
            <p:ph type="sldNum" sz="quarter" idx="12"/>
          </p:nvPr>
        </p:nvSpPr>
        <p:spPr/>
        <p:txBody>
          <a:bodyPr/>
          <a:lstStyle/>
          <a:p>
            <a:fld id="{84936CC6-8F71-4D84-9B95-DD760626C46D}" type="slidenum">
              <a:rPr lang="en-US" smtClean="0"/>
              <a:t>‹#›</a:t>
            </a:fld>
            <a:endParaRPr lang="en-US"/>
          </a:p>
        </p:txBody>
      </p:sp>
    </p:spTree>
    <p:extLst>
      <p:ext uri="{BB962C8B-B14F-4D97-AF65-F5344CB8AC3E}">
        <p14:creationId xmlns:p14="http://schemas.microsoft.com/office/powerpoint/2010/main" val="19955050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FB12F6-8C87-DB57-4E23-8625A04C92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D18EAB8-0C96-AD91-8548-2E5D99555A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E3EE08-C797-52F9-B24A-CF43336FD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E8B8FD4-B636-400B-A6C0-005FABF4D05E}" type="datetimeFigureOut">
              <a:rPr lang="en-US" smtClean="0"/>
              <a:t>7/21/2025</a:t>
            </a:fld>
            <a:endParaRPr lang="en-US"/>
          </a:p>
        </p:txBody>
      </p:sp>
      <p:sp>
        <p:nvSpPr>
          <p:cNvPr id="5" name="Footer Placeholder 4">
            <a:extLst>
              <a:ext uri="{FF2B5EF4-FFF2-40B4-BE49-F238E27FC236}">
                <a16:creationId xmlns:a16="http://schemas.microsoft.com/office/drawing/2014/main" id="{74B3E8D0-38E8-5926-6FF5-7BD63E1D86B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628198A-EEB9-A9C9-C783-E5A2A363B8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4936CC6-8F71-4D84-9B95-DD760626C46D}" type="slidenum">
              <a:rPr lang="en-US" smtClean="0"/>
              <a:t>‹#›</a:t>
            </a:fld>
            <a:endParaRPr lang="en-US"/>
          </a:p>
        </p:txBody>
      </p:sp>
    </p:spTree>
    <p:extLst>
      <p:ext uri="{BB962C8B-B14F-4D97-AF65-F5344CB8AC3E}">
        <p14:creationId xmlns:p14="http://schemas.microsoft.com/office/powerpoint/2010/main" val="35137752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350D50D-8306-2F3D-EAF6-FE6BE821EE28}"/>
              </a:ext>
            </a:extLst>
          </p:cNvPr>
          <p:cNvSpPr>
            <a:spLocks noChangeArrowheads="1"/>
          </p:cNvSpPr>
          <p:nvPr/>
        </p:nvSpPr>
        <p:spPr bwMode="auto">
          <a:xfrm>
            <a:off x="644997" y="1252995"/>
            <a:ext cx="10902006"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UNIPLEX</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the official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Education Management System (EMS)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used by the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Military Institute of Science and Technology (MIST)</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manage academic activities such as course registration, result publication, attendance tracking, and communication between students, faculty, and administration.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Recently, concerns have been raised by both students and faculty regarding the usability and user experience of the system. Users report difficulties in navigating key features, system delays, and a lack of intuitive feedback during task execution (e.g., course dropping, downloading grade reports). Additionally, some components (such as result views and advisor approvals) require frequent clarification from support staff, indicating possible design or interaction inefficiencies.</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address these challenges, the UNIPLEX development team decided to conduct a structured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observation study</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following industry-standard approaches. The objective is to evaluate how users actually interact with the system in both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controlled environments</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(lab-based usability testing) and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real-world usage</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the field), using methods and frameworks drawn from </a:t>
            </a: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qualitative and quantitative research</a:t>
            </a: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7484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94DFD2-3ED5-8E4A-78E0-D0840E90877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FA98792-2405-F438-B4A1-B40BBF192AA2}"/>
              </a:ext>
            </a:extLst>
          </p:cNvPr>
          <p:cNvSpPr>
            <a:spLocks noChangeArrowheads="1"/>
          </p:cNvSpPr>
          <p:nvPr/>
        </p:nvSpPr>
        <p:spPr bwMode="auto">
          <a:xfrm>
            <a:off x="1024128" y="1348390"/>
            <a:ext cx="10021824"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part of this initiative, you are tasked with solving the following problem:</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How can structured user observation and methods like interaction logging, note-taking, audio recording, and ethnographic observation be effectively applied to uncover usability challenges in the UNIPLEX system at MIST?</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Your analysis should focus on: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Selecting appropriate observation environments and techniques.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Defining a structured observation framework.</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Collecting and analyzing qualitative and quantitative user data.</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Identifying key usability issues.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Recommending evidence-based improvements to the system's design and interaction model.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5987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281</Words>
  <Application>Microsoft Office PowerPoint</Application>
  <PresentationFormat>Widescreen</PresentationFormat>
  <Paragraphs>16</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Mobile Apps Lab 06</dc:creator>
  <cp:lastModifiedBy>Mobile Apps Lab 06</cp:lastModifiedBy>
  <cp:revision>1</cp:revision>
  <dcterms:created xsi:type="dcterms:W3CDTF">2025-07-21T11:16:19Z</dcterms:created>
  <dcterms:modified xsi:type="dcterms:W3CDTF">2025-07-21T11:18:47Z</dcterms:modified>
</cp:coreProperties>
</file>